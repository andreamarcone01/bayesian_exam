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notesMasterIdLst>
    <p:notesMasterId r:id="rId24"/>
  </p:notesMasterIdLst>
  <p:sldIdLst>
    <p:sldId id="276" r:id="rId2"/>
    <p:sldId id="267" r:id="rId3"/>
    <p:sldId id="329" r:id="rId4"/>
    <p:sldId id="330" r:id="rId5"/>
    <p:sldId id="331" r:id="rId6"/>
    <p:sldId id="332" r:id="rId7"/>
    <p:sldId id="333" r:id="rId8"/>
    <p:sldId id="334" r:id="rId9"/>
    <p:sldId id="335" r:id="rId10"/>
    <p:sldId id="341" r:id="rId11"/>
    <p:sldId id="342" r:id="rId12"/>
    <p:sldId id="336" r:id="rId13"/>
    <p:sldId id="343" r:id="rId14"/>
    <p:sldId id="337" r:id="rId15"/>
    <p:sldId id="344" r:id="rId16"/>
    <p:sldId id="338" r:id="rId17"/>
    <p:sldId id="328" r:id="rId18"/>
    <p:sldId id="339" r:id="rId19"/>
    <p:sldId id="340" r:id="rId20"/>
    <p:sldId id="327" r:id="rId21"/>
    <p:sldId id="289" r:id="rId22"/>
    <p:sldId id="290"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ndrea Marcone" initials="AM" lastIdx="6" clrIdx="0">
    <p:extLst>
      <p:ext uri="{19B8F6BF-5375-455C-9EA6-DF929625EA0E}">
        <p15:presenceInfo xmlns:p15="http://schemas.microsoft.com/office/powerpoint/2012/main" userId="S::a.marcone2@studenti.unipi.it::650bfec5-dc8c-42e5-9303-c35eba02494d"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5B5B81"/>
    <a:srgbClr val="53465A"/>
    <a:srgbClr val="22229F"/>
    <a:srgbClr val="2CDB2B"/>
    <a:srgbClr val="BF1F1E"/>
    <a:srgbClr val="8BD677"/>
    <a:srgbClr val="5D88BB"/>
    <a:srgbClr val="AA5050"/>
    <a:srgbClr val="FF9999"/>
    <a:srgbClr val="FF505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525" autoAdjust="0"/>
    <p:restoredTop sz="94660"/>
  </p:normalViewPr>
  <p:slideViewPr>
    <p:cSldViewPr snapToGrid="0">
      <p:cViewPr varScale="1">
        <p:scale>
          <a:sx n="62" d="100"/>
          <a:sy n="62" d="100"/>
        </p:scale>
        <p:origin x="848" y="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drea Marcone" userId="650bfec5-dc8c-42e5-9303-c35eba02494d" providerId="ADAL" clId="{4CAABB25-AA6C-491B-BD71-ABCDB01E741B}"/>
    <pc:docChg chg="undo custSel addSld delSld modSld sldOrd modMainMaster">
      <pc:chgData name="Andrea Marcone" userId="650bfec5-dc8c-42e5-9303-c35eba02494d" providerId="ADAL" clId="{4CAABB25-AA6C-491B-BD71-ABCDB01E741B}" dt="2026-02-05T17:14:51.418" v="32277"/>
      <pc:docMkLst>
        <pc:docMk/>
      </pc:docMkLst>
      <pc:sldChg chg="del">
        <pc:chgData name="Andrea Marcone" userId="650bfec5-dc8c-42e5-9303-c35eba02494d" providerId="ADAL" clId="{4CAABB25-AA6C-491B-BD71-ABCDB01E741B}" dt="2025-10-21T09:55:02.553" v="0" actId="47"/>
        <pc:sldMkLst>
          <pc:docMk/>
          <pc:sldMk cId="3258127775" sldId="258"/>
        </pc:sldMkLst>
      </pc:sldChg>
      <pc:sldChg chg="del">
        <pc:chgData name="Andrea Marcone" userId="650bfec5-dc8c-42e5-9303-c35eba02494d" providerId="ADAL" clId="{4CAABB25-AA6C-491B-BD71-ABCDB01E741B}" dt="2025-10-21T09:55:03.146" v="1" actId="47"/>
        <pc:sldMkLst>
          <pc:docMk/>
          <pc:sldMk cId="3550625307" sldId="266"/>
        </pc:sldMkLst>
      </pc:sldChg>
      <pc:sldChg chg="addSp delSp modSp mod modTransition">
        <pc:chgData name="Andrea Marcone" userId="650bfec5-dc8c-42e5-9303-c35eba02494d" providerId="ADAL" clId="{4CAABB25-AA6C-491B-BD71-ABCDB01E741B}" dt="2026-01-16T15:31:14.362" v="30577" actId="20577"/>
        <pc:sldMkLst>
          <pc:docMk/>
          <pc:sldMk cId="619311590" sldId="267"/>
        </pc:sldMkLst>
        <pc:spChg chg="add mod">
          <ac:chgData name="Andrea Marcone" userId="650bfec5-dc8c-42e5-9303-c35eba02494d" providerId="ADAL" clId="{4CAABB25-AA6C-491B-BD71-ABCDB01E741B}" dt="2026-01-16T15:31:14.362" v="30577" actId="20577"/>
          <ac:spMkLst>
            <pc:docMk/>
            <pc:sldMk cId="619311590" sldId="267"/>
            <ac:spMk id="5" creationId="{8D3D01E5-0746-01AC-6919-1BB1484336D3}"/>
          </ac:spMkLst>
        </pc:spChg>
      </pc:sldChg>
      <pc:sldChg chg="del">
        <pc:chgData name="Andrea Marcone" userId="650bfec5-dc8c-42e5-9303-c35eba02494d" providerId="ADAL" clId="{4CAABB25-AA6C-491B-BD71-ABCDB01E741B}" dt="2025-10-21T09:55:03.838" v="2" actId="47"/>
        <pc:sldMkLst>
          <pc:docMk/>
          <pc:sldMk cId="2437134295" sldId="269"/>
        </pc:sldMkLst>
      </pc:sldChg>
      <pc:sldChg chg="del">
        <pc:chgData name="Andrea Marcone" userId="650bfec5-dc8c-42e5-9303-c35eba02494d" providerId="ADAL" clId="{4CAABB25-AA6C-491B-BD71-ABCDB01E741B}" dt="2025-10-21T09:55:04.412" v="3" actId="47"/>
        <pc:sldMkLst>
          <pc:docMk/>
          <pc:sldMk cId="2509059891" sldId="270"/>
        </pc:sldMkLst>
      </pc:sldChg>
      <pc:sldChg chg="del">
        <pc:chgData name="Andrea Marcone" userId="650bfec5-dc8c-42e5-9303-c35eba02494d" providerId="ADAL" clId="{4CAABB25-AA6C-491B-BD71-ABCDB01E741B}" dt="2025-10-21T09:55:05.643" v="5" actId="47"/>
        <pc:sldMkLst>
          <pc:docMk/>
          <pc:sldMk cId="3287263708" sldId="271"/>
        </pc:sldMkLst>
      </pc:sldChg>
      <pc:sldChg chg="del">
        <pc:chgData name="Andrea Marcone" userId="650bfec5-dc8c-42e5-9303-c35eba02494d" providerId="ADAL" clId="{4CAABB25-AA6C-491B-BD71-ABCDB01E741B}" dt="2025-10-21T09:55:06.300" v="6" actId="47"/>
        <pc:sldMkLst>
          <pc:docMk/>
          <pc:sldMk cId="2324482013" sldId="272"/>
        </pc:sldMkLst>
      </pc:sldChg>
      <pc:sldChg chg="del">
        <pc:chgData name="Andrea Marcone" userId="650bfec5-dc8c-42e5-9303-c35eba02494d" providerId="ADAL" clId="{4CAABB25-AA6C-491B-BD71-ABCDB01E741B}" dt="2025-10-21T09:55:06.901" v="7" actId="47"/>
        <pc:sldMkLst>
          <pc:docMk/>
          <pc:sldMk cId="2608880731" sldId="273"/>
        </pc:sldMkLst>
      </pc:sldChg>
      <pc:sldChg chg="del">
        <pc:chgData name="Andrea Marcone" userId="650bfec5-dc8c-42e5-9303-c35eba02494d" providerId="ADAL" clId="{4CAABB25-AA6C-491B-BD71-ABCDB01E741B}" dt="2025-10-21T09:55:07.474" v="8" actId="47"/>
        <pc:sldMkLst>
          <pc:docMk/>
          <pc:sldMk cId="3773226955" sldId="274"/>
        </pc:sldMkLst>
      </pc:sldChg>
      <pc:sldChg chg="del">
        <pc:chgData name="Andrea Marcone" userId="650bfec5-dc8c-42e5-9303-c35eba02494d" providerId="ADAL" clId="{4CAABB25-AA6C-491B-BD71-ABCDB01E741B}" dt="2025-10-21T09:55:07.993" v="9" actId="47"/>
        <pc:sldMkLst>
          <pc:docMk/>
          <pc:sldMk cId="3681524868" sldId="275"/>
        </pc:sldMkLst>
      </pc:sldChg>
      <pc:sldChg chg="modSp mod modTransition">
        <pc:chgData name="Andrea Marcone" userId="650bfec5-dc8c-42e5-9303-c35eba02494d" providerId="ADAL" clId="{4CAABB25-AA6C-491B-BD71-ABCDB01E741B}" dt="2026-01-23T17:07:48.783" v="31817" actId="6549"/>
        <pc:sldMkLst>
          <pc:docMk/>
          <pc:sldMk cId="3107986695" sldId="276"/>
        </pc:sldMkLst>
        <pc:spChg chg="mod">
          <ac:chgData name="Andrea Marcone" userId="650bfec5-dc8c-42e5-9303-c35eba02494d" providerId="ADAL" clId="{4CAABB25-AA6C-491B-BD71-ABCDB01E741B}" dt="2026-01-13T17:19:07.372" v="24125" actId="20577"/>
          <ac:spMkLst>
            <pc:docMk/>
            <pc:sldMk cId="3107986695" sldId="276"/>
            <ac:spMk id="2" creationId="{7AB874EF-619D-2C34-0013-46873B3EAC81}"/>
          </ac:spMkLst>
        </pc:spChg>
        <pc:spChg chg="mod">
          <ac:chgData name="Andrea Marcone" userId="650bfec5-dc8c-42e5-9303-c35eba02494d" providerId="ADAL" clId="{4CAABB25-AA6C-491B-BD71-ABCDB01E741B}" dt="2026-01-23T17:07:48.783" v="31817" actId="6549"/>
          <ac:spMkLst>
            <pc:docMk/>
            <pc:sldMk cId="3107986695" sldId="276"/>
            <ac:spMk id="3" creationId="{9DAFED88-6635-CB19-69E5-B65243D7A9F5}"/>
          </ac:spMkLst>
        </pc:spChg>
      </pc:sldChg>
      <pc:sldChg chg="del">
        <pc:chgData name="Andrea Marcone" userId="650bfec5-dc8c-42e5-9303-c35eba02494d" providerId="ADAL" clId="{4CAABB25-AA6C-491B-BD71-ABCDB01E741B}" dt="2025-10-21T09:55:04.890" v="4" actId="47"/>
        <pc:sldMkLst>
          <pc:docMk/>
          <pc:sldMk cId="261557394" sldId="277"/>
        </pc:sldMkLst>
      </pc:sldChg>
      <pc:sldChg chg="del">
        <pc:chgData name="Andrea Marcone" userId="650bfec5-dc8c-42e5-9303-c35eba02494d" providerId="ADAL" clId="{4CAABB25-AA6C-491B-BD71-ABCDB01E741B}" dt="2025-10-21T09:55:08.341" v="10" actId="47"/>
        <pc:sldMkLst>
          <pc:docMk/>
          <pc:sldMk cId="3575379318" sldId="279"/>
        </pc:sldMkLst>
      </pc:sldChg>
      <pc:sldChg chg="del">
        <pc:chgData name="Andrea Marcone" userId="650bfec5-dc8c-42e5-9303-c35eba02494d" providerId="ADAL" clId="{4CAABB25-AA6C-491B-BD71-ABCDB01E741B}" dt="2025-10-21T09:55:09.009" v="11" actId="47"/>
        <pc:sldMkLst>
          <pc:docMk/>
          <pc:sldMk cId="3629094481" sldId="280"/>
        </pc:sldMkLst>
      </pc:sldChg>
      <pc:sldChg chg="del">
        <pc:chgData name="Andrea Marcone" userId="650bfec5-dc8c-42e5-9303-c35eba02494d" providerId="ADAL" clId="{4CAABB25-AA6C-491B-BD71-ABCDB01E741B}" dt="2025-10-21T09:55:09.517" v="12" actId="47"/>
        <pc:sldMkLst>
          <pc:docMk/>
          <pc:sldMk cId="3650618732" sldId="281"/>
        </pc:sldMkLst>
      </pc:sldChg>
      <pc:sldChg chg="del">
        <pc:chgData name="Andrea Marcone" userId="650bfec5-dc8c-42e5-9303-c35eba02494d" providerId="ADAL" clId="{4CAABB25-AA6C-491B-BD71-ABCDB01E741B}" dt="2025-10-21T09:55:10.075" v="13" actId="47"/>
        <pc:sldMkLst>
          <pc:docMk/>
          <pc:sldMk cId="1380714505" sldId="282"/>
        </pc:sldMkLst>
      </pc:sldChg>
      <pc:sldChg chg="del">
        <pc:chgData name="Andrea Marcone" userId="650bfec5-dc8c-42e5-9303-c35eba02494d" providerId="ADAL" clId="{4CAABB25-AA6C-491B-BD71-ABCDB01E741B}" dt="2025-10-21T09:55:10.871" v="14" actId="47"/>
        <pc:sldMkLst>
          <pc:docMk/>
          <pc:sldMk cId="357882112" sldId="283"/>
        </pc:sldMkLst>
      </pc:sldChg>
      <pc:sldChg chg="del">
        <pc:chgData name="Andrea Marcone" userId="650bfec5-dc8c-42e5-9303-c35eba02494d" providerId="ADAL" clId="{4CAABB25-AA6C-491B-BD71-ABCDB01E741B}" dt="2025-10-21T09:55:11.742" v="15" actId="47"/>
        <pc:sldMkLst>
          <pc:docMk/>
          <pc:sldMk cId="4193959984" sldId="284"/>
        </pc:sldMkLst>
      </pc:sldChg>
      <pc:sldChg chg="del">
        <pc:chgData name="Andrea Marcone" userId="650bfec5-dc8c-42e5-9303-c35eba02494d" providerId="ADAL" clId="{4CAABB25-AA6C-491B-BD71-ABCDB01E741B}" dt="2025-10-21T09:55:13.045" v="16" actId="47"/>
        <pc:sldMkLst>
          <pc:docMk/>
          <pc:sldMk cId="2427871525" sldId="285"/>
        </pc:sldMkLst>
      </pc:sldChg>
      <pc:sldChg chg="del">
        <pc:chgData name="Andrea Marcone" userId="650bfec5-dc8c-42e5-9303-c35eba02494d" providerId="ADAL" clId="{4CAABB25-AA6C-491B-BD71-ABCDB01E741B}" dt="2025-10-21T09:55:14.671" v="17" actId="47"/>
        <pc:sldMkLst>
          <pc:docMk/>
          <pc:sldMk cId="2199609017" sldId="286"/>
        </pc:sldMkLst>
      </pc:sldChg>
      <pc:sldChg chg="del">
        <pc:chgData name="Andrea Marcone" userId="650bfec5-dc8c-42e5-9303-c35eba02494d" providerId="ADAL" clId="{4CAABB25-AA6C-491B-BD71-ABCDB01E741B}" dt="2025-10-21T09:55:15.393" v="18" actId="47"/>
        <pc:sldMkLst>
          <pc:docMk/>
          <pc:sldMk cId="240784058" sldId="287"/>
        </pc:sldMkLst>
      </pc:sldChg>
      <pc:sldChg chg="modSp mod modTransition">
        <pc:chgData name="Andrea Marcone" userId="650bfec5-dc8c-42e5-9303-c35eba02494d" providerId="ADAL" clId="{4CAABB25-AA6C-491B-BD71-ABCDB01E741B}" dt="2026-01-29T14:51:33.630" v="31821" actId="313"/>
        <pc:sldMkLst>
          <pc:docMk/>
          <pc:sldMk cId="2326524602" sldId="289"/>
        </pc:sldMkLst>
        <pc:spChg chg="mod">
          <ac:chgData name="Andrea Marcone" userId="650bfec5-dc8c-42e5-9303-c35eba02494d" providerId="ADAL" clId="{4CAABB25-AA6C-491B-BD71-ABCDB01E741B}" dt="2026-01-29T14:51:33.630" v="31821" actId="313"/>
          <ac:spMkLst>
            <pc:docMk/>
            <pc:sldMk cId="2326524602" sldId="289"/>
            <ac:spMk id="3" creationId="{7BAC323B-B885-CD5A-7BAD-38DB1BA09399}"/>
          </ac:spMkLst>
        </pc:spChg>
      </pc:sldChg>
      <pc:sldChg chg="modTransition">
        <pc:chgData name="Andrea Marcone" userId="650bfec5-dc8c-42e5-9303-c35eba02494d" providerId="ADAL" clId="{4CAABB25-AA6C-491B-BD71-ABCDB01E741B}" dt="2025-11-11T11:09:19.505" v="23558"/>
        <pc:sldMkLst>
          <pc:docMk/>
          <pc:sldMk cId="1653933529" sldId="290"/>
        </pc:sldMkLst>
      </pc:sldChg>
      <pc:sldChg chg="addSp delSp modSp new del mod">
        <pc:chgData name="Andrea Marcone" userId="650bfec5-dc8c-42e5-9303-c35eba02494d" providerId="ADAL" clId="{4CAABB25-AA6C-491B-BD71-ABCDB01E741B}" dt="2025-10-27T15:09:09.231" v="1837" actId="47"/>
        <pc:sldMkLst>
          <pc:docMk/>
          <pc:sldMk cId="2057551691" sldId="291"/>
        </pc:sldMkLst>
      </pc:sldChg>
      <pc:sldChg chg="del">
        <pc:chgData name="Andrea Marcone" userId="650bfec5-dc8c-42e5-9303-c35eba02494d" providerId="ADAL" clId="{4CAABB25-AA6C-491B-BD71-ABCDB01E741B}" dt="2025-10-21T09:55:15.973" v="19" actId="47"/>
        <pc:sldMkLst>
          <pc:docMk/>
          <pc:sldMk cId="3607210029" sldId="291"/>
        </pc:sldMkLst>
      </pc:sldChg>
      <pc:sldChg chg="addSp delSp modSp new del mod modTransition">
        <pc:chgData name="Andrea Marcone" userId="650bfec5-dc8c-42e5-9303-c35eba02494d" providerId="ADAL" clId="{4CAABB25-AA6C-491B-BD71-ABCDB01E741B}" dt="2026-01-13T17:12:53.325" v="23831" actId="47"/>
        <pc:sldMkLst>
          <pc:docMk/>
          <pc:sldMk cId="1209397673" sldId="292"/>
        </pc:sldMkLst>
      </pc:sldChg>
      <pc:sldChg chg="del">
        <pc:chgData name="Andrea Marcone" userId="650bfec5-dc8c-42e5-9303-c35eba02494d" providerId="ADAL" clId="{4CAABB25-AA6C-491B-BD71-ABCDB01E741B}" dt="2025-10-21T09:55:16.991" v="20" actId="47"/>
        <pc:sldMkLst>
          <pc:docMk/>
          <pc:sldMk cId="2783553942" sldId="292"/>
        </pc:sldMkLst>
      </pc:sldChg>
      <pc:sldChg chg="addSp delSp modSp new del mod modTransition">
        <pc:chgData name="Andrea Marcone" userId="650bfec5-dc8c-42e5-9303-c35eba02494d" providerId="ADAL" clId="{4CAABB25-AA6C-491B-BD71-ABCDB01E741B}" dt="2026-01-13T17:12:53.325" v="23831" actId="47"/>
        <pc:sldMkLst>
          <pc:docMk/>
          <pc:sldMk cId="3227494762" sldId="293"/>
        </pc:sldMkLst>
      </pc:sldChg>
      <pc:sldChg chg="addSp delSp modSp add del mod">
        <pc:chgData name="Andrea Marcone" userId="650bfec5-dc8c-42e5-9303-c35eba02494d" providerId="ADAL" clId="{4CAABB25-AA6C-491B-BD71-ABCDB01E741B}" dt="2025-10-27T15:09:10.952" v="1838" actId="47"/>
        <pc:sldMkLst>
          <pc:docMk/>
          <pc:sldMk cId="4267633520" sldId="294"/>
        </pc:sldMkLst>
      </pc:sldChg>
      <pc:sldChg chg="addSp delSp modSp add mod modTransition">
        <pc:chgData name="Andrea Marcone" userId="650bfec5-dc8c-42e5-9303-c35eba02494d" providerId="ADAL" clId="{4CAABB25-AA6C-491B-BD71-ABCDB01E741B}" dt="2025-11-11T11:19:09.836" v="23607" actId="1076"/>
        <pc:sldMkLst>
          <pc:docMk/>
          <pc:sldMk cId="2902320400" sldId="295"/>
        </pc:sldMkLst>
      </pc:sldChg>
      <pc:sldChg chg="addSp delSp modSp add mod">
        <pc:chgData name="Andrea Marcone" userId="650bfec5-dc8c-42e5-9303-c35eba02494d" providerId="ADAL" clId="{4CAABB25-AA6C-491B-BD71-ABCDB01E741B}" dt="2025-10-27T16:14:23.765" v="2034" actId="14100"/>
        <pc:sldMkLst>
          <pc:docMk/>
          <pc:sldMk cId="3068635614" sldId="296"/>
        </pc:sldMkLst>
      </pc:sldChg>
      <pc:sldChg chg="addSp modSp new mod">
        <pc:chgData name="Andrea Marcone" userId="650bfec5-dc8c-42e5-9303-c35eba02494d" providerId="ADAL" clId="{4CAABB25-AA6C-491B-BD71-ABCDB01E741B}" dt="2025-11-06T17:20:06.002" v="20531" actId="20577"/>
        <pc:sldMkLst>
          <pc:docMk/>
          <pc:sldMk cId="2061988724" sldId="297"/>
        </pc:sldMkLst>
      </pc:sldChg>
      <pc:sldChg chg="addSp delSp modSp new del mod modTransition">
        <pc:chgData name="Andrea Marcone" userId="650bfec5-dc8c-42e5-9303-c35eba02494d" providerId="ADAL" clId="{4CAABB25-AA6C-491B-BD71-ABCDB01E741B}" dt="2026-01-13T17:12:53.325" v="23831" actId="47"/>
        <pc:sldMkLst>
          <pc:docMk/>
          <pc:sldMk cId="722618655" sldId="298"/>
        </pc:sldMkLst>
      </pc:sldChg>
      <pc:sldChg chg="new del">
        <pc:chgData name="Andrea Marcone" userId="650bfec5-dc8c-42e5-9303-c35eba02494d" providerId="ADAL" clId="{4CAABB25-AA6C-491B-BD71-ABCDB01E741B}" dt="2025-10-28T10:50:37.689" v="3781" actId="47"/>
        <pc:sldMkLst>
          <pc:docMk/>
          <pc:sldMk cId="1388589691" sldId="299"/>
        </pc:sldMkLst>
      </pc:sldChg>
      <pc:sldChg chg="addSp delSp modSp new del mod ord modTransition">
        <pc:chgData name="Andrea Marcone" userId="650bfec5-dc8c-42e5-9303-c35eba02494d" providerId="ADAL" clId="{4CAABB25-AA6C-491B-BD71-ABCDB01E741B}" dt="2026-01-13T17:12:53.325" v="23831" actId="47"/>
        <pc:sldMkLst>
          <pc:docMk/>
          <pc:sldMk cId="3251080172" sldId="299"/>
        </pc:sldMkLst>
      </pc:sldChg>
      <pc:sldChg chg="addSp delSp modSp add del mod modTransition">
        <pc:chgData name="Andrea Marcone" userId="650bfec5-dc8c-42e5-9303-c35eba02494d" providerId="ADAL" clId="{4CAABB25-AA6C-491B-BD71-ABCDB01E741B}" dt="2026-01-13T17:12:53.325" v="23831" actId="47"/>
        <pc:sldMkLst>
          <pc:docMk/>
          <pc:sldMk cId="830311753" sldId="300"/>
        </pc:sldMkLst>
      </pc:sldChg>
      <pc:sldChg chg="addSp delSp modSp add del mod">
        <pc:chgData name="Andrea Marcone" userId="650bfec5-dc8c-42e5-9303-c35eba02494d" providerId="ADAL" clId="{4CAABB25-AA6C-491B-BD71-ABCDB01E741B}" dt="2025-10-28T10:59:00.204" v="3967" actId="47"/>
        <pc:sldMkLst>
          <pc:docMk/>
          <pc:sldMk cId="2250362560" sldId="300"/>
        </pc:sldMkLst>
      </pc:sldChg>
      <pc:sldChg chg="addSp delSp modSp add del mod ord modTransition">
        <pc:chgData name="Andrea Marcone" userId="650bfec5-dc8c-42e5-9303-c35eba02494d" providerId="ADAL" clId="{4CAABB25-AA6C-491B-BD71-ABCDB01E741B}" dt="2026-01-13T17:12:53.325" v="23831" actId="47"/>
        <pc:sldMkLst>
          <pc:docMk/>
          <pc:sldMk cId="707227544" sldId="301"/>
        </pc:sldMkLst>
      </pc:sldChg>
      <pc:sldChg chg="addSp delSp modSp add del mod modTransition">
        <pc:chgData name="Andrea Marcone" userId="650bfec5-dc8c-42e5-9303-c35eba02494d" providerId="ADAL" clId="{4CAABB25-AA6C-491B-BD71-ABCDB01E741B}" dt="2026-01-13T17:12:53.325" v="23831" actId="47"/>
        <pc:sldMkLst>
          <pc:docMk/>
          <pc:sldMk cId="525977411" sldId="302"/>
        </pc:sldMkLst>
      </pc:sldChg>
      <pc:sldChg chg="add del">
        <pc:chgData name="Andrea Marcone" userId="650bfec5-dc8c-42e5-9303-c35eba02494d" providerId="ADAL" clId="{4CAABB25-AA6C-491B-BD71-ABCDB01E741B}" dt="2025-10-28T14:29:19.274" v="5117" actId="47"/>
        <pc:sldMkLst>
          <pc:docMk/>
          <pc:sldMk cId="590626517" sldId="303"/>
        </pc:sldMkLst>
      </pc:sldChg>
      <pc:sldChg chg="addSp delSp modSp add del mod ord modTransition">
        <pc:chgData name="Andrea Marcone" userId="650bfec5-dc8c-42e5-9303-c35eba02494d" providerId="ADAL" clId="{4CAABB25-AA6C-491B-BD71-ABCDB01E741B}" dt="2026-01-13T17:12:53.325" v="23831" actId="47"/>
        <pc:sldMkLst>
          <pc:docMk/>
          <pc:sldMk cId="2314935769" sldId="303"/>
        </pc:sldMkLst>
      </pc:sldChg>
      <pc:sldChg chg="addSp delSp modSp add del mod ord modTransition">
        <pc:chgData name="Andrea Marcone" userId="650bfec5-dc8c-42e5-9303-c35eba02494d" providerId="ADAL" clId="{4CAABB25-AA6C-491B-BD71-ABCDB01E741B}" dt="2026-01-13T17:12:53.325" v="23831" actId="47"/>
        <pc:sldMkLst>
          <pc:docMk/>
          <pc:sldMk cId="281049468" sldId="304"/>
        </pc:sldMkLst>
      </pc:sldChg>
      <pc:sldChg chg="addSp delSp modSp new del mod ord modTransition">
        <pc:chgData name="Andrea Marcone" userId="650bfec5-dc8c-42e5-9303-c35eba02494d" providerId="ADAL" clId="{4CAABB25-AA6C-491B-BD71-ABCDB01E741B}" dt="2026-01-13T17:12:53.325" v="23831" actId="47"/>
        <pc:sldMkLst>
          <pc:docMk/>
          <pc:sldMk cId="786379976" sldId="305"/>
        </pc:sldMkLst>
      </pc:sldChg>
      <pc:sldChg chg="addSp delSp modSp new del mod">
        <pc:chgData name="Andrea Marcone" userId="650bfec5-dc8c-42e5-9303-c35eba02494d" providerId="ADAL" clId="{4CAABB25-AA6C-491B-BD71-ABCDB01E741B}" dt="2025-11-07T14:01:42.045" v="20868" actId="2696"/>
        <pc:sldMkLst>
          <pc:docMk/>
          <pc:sldMk cId="3028992830" sldId="306"/>
        </pc:sldMkLst>
      </pc:sldChg>
      <pc:sldChg chg="addSp delSp modSp new del mod modTransition">
        <pc:chgData name="Andrea Marcone" userId="650bfec5-dc8c-42e5-9303-c35eba02494d" providerId="ADAL" clId="{4CAABB25-AA6C-491B-BD71-ABCDB01E741B}" dt="2026-01-13T17:12:53.325" v="23831" actId="47"/>
        <pc:sldMkLst>
          <pc:docMk/>
          <pc:sldMk cId="2979208265" sldId="307"/>
        </pc:sldMkLst>
      </pc:sldChg>
      <pc:sldChg chg="addSp delSp modSp new del mod modTransition">
        <pc:chgData name="Andrea Marcone" userId="650bfec5-dc8c-42e5-9303-c35eba02494d" providerId="ADAL" clId="{4CAABB25-AA6C-491B-BD71-ABCDB01E741B}" dt="2026-01-13T17:12:53.325" v="23831" actId="47"/>
        <pc:sldMkLst>
          <pc:docMk/>
          <pc:sldMk cId="1199983177" sldId="308"/>
        </pc:sldMkLst>
      </pc:sldChg>
      <pc:sldChg chg="addSp delSp modSp new del mod modTransition">
        <pc:chgData name="Andrea Marcone" userId="650bfec5-dc8c-42e5-9303-c35eba02494d" providerId="ADAL" clId="{4CAABB25-AA6C-491B-BD71-ABCDB01E741B}" dt="2026-01-13T17:12:53.325" v="23831" actId="47"/>
        <pc:sldMkLst>
          <pc:docMk/>
          <pc:sldMk cId="3580240412" sldId="309"/>
        </pc:sldMkLst>
      </pc:sldChg>
      <pc:sldChg chg="addSp delSp modSp new del mod modTransition">
        <pc:chgData name="Andrea Marcone" userId="650bfec5-dc8c-42e5-9303-c35eba02494d" providerId="ADAL" clId="{4CAABB25-AA6C-491B-BD71-ABCDB01E741B}" dt="2026-01-13T17:12:53.325" v="23831" actId="47"/>
        <pc:sldMkLst>
          <pc:docMk/>
          <pc:sldMk cId="1341191828" sldId="310"/>
        </pc:sldMkLst>
      </pc:sldChg>
      <pc:sldChg chg="modSp add del mod modTransition">
        <pc:chgData name="Andrea Marcone" userId="650bfec5-dc8c-42e5-9303-c35eba02494d" providerId="ADAL" clId="{4CAABB25-AA6C-491B-BD71-ABCDB01E741B}" dt="2026-01-13T17:12:53.325" v="23831" actId="47"/>
        <pc:sldMkLst>
          <pc:docMk/>
          <pc:sldMk cId="1166141260" sldId="311"/>
        </pc:sldMkLst>
      </pc:sldChg>
      <pc:sldChg chg="modSp new del mod">
        <pc:chgData name="Andrea Marcone" userId="650bfec5-dc8c-42e5-9303-c35eba02494d" providerId="ADAL" clId="{4CAABB25-AA6C-491B-BD71-ABCDB01E741B}" dt="2025-10-31T13:36:32.683" v="8920" actId="47"/>
        <pc:sldMkLst>
          <pc:docMk/>
          <pc:sldMk cId="196827187" sldId="312"/>
        </pc:sldMkLst>
      </pc:sldChg>
      <pc:sldChg chg="addSp delSp modSp new del mod ord modTransition">
        <pc:chgData name="Andrea Marcone" userId="650bfec5-dc8c-42e5-9303-c35eba02494d" providerId="ADAL" clId="{4CAABB25-AA6C-491B-BD71-ABCDB01E741B}" dt="2026-01-13T17:12:22.307" v="23828" actId="47"/>
        <pc:sldMkLst>
          <pc:docMk/>
          <pc:sldMk cId="398838068" sldId="313"/>
        </pc:sldMkLst>
      </pc:sldChg>
      <pc:sldChg chg="addSp delSp modSp add del mod">
        <pc:chgData name="Andrea Marcone" userId="650bfec5-dc8c-42e5-9303-c35eba02494d" providerId="ADAL" clId="{4CAABB25-AA6C-491B-BD71-ABCDB01E741B}" dt="2025-10-31T13:57:10.550" v="9370" actId="47"/>
        <pc:sldMkLst>
          <pc:docMk/>
          <pc:sldMk cId="1812322938" sldId="314"/>
        </pc:sldMkLst>
      </pc:sldChg>
      <pc:sldChg chg="add del">
        <pc:chgData name="Andrea Marcone" userId="650bfec5-dc8c-42e5-9303-c35eba02494d" providerId="ADAL" clId="{4CAABB25-AA6C-491B-BD71-ABCDB01E741B}" dt="2025-10-31T13:57:11.885" v="9371" actId="47"/>
        <pc:sldMkLst>
          <pc:docMk/>
          <pc:sldMk cId="3497289247" sldId="315"/>
        </pc:sldMkLst>
      </pc:sldChg>
      <pc:sldChg chg="addSp delSp modSp add del mod modTransition">
        <pc:chgData name="Andrea Marcone" userId="650bfec5-dc8c-42e5-9303-c35eba02494d" providerId="ADAL" clId="{4CAABB25-AA6C-491B-BD71-ABCDB01E741B}" dt="2026-01-13T17:12:53.325" v="23831" actId="47"/>
        <pc:sldMkLst>
          <pc:docMk/>
          <pc:sldMk cId="2900205101" sldId="316"/>
        </pc:sldMkLst>
      </pc:sldChg>
      <pc:sldChg chg="addSp delSp modSp add del mod modTransition">
        <pc:chgData name="Andrea Marcone" userId="650bfec5-dc8c-42e5-9303-c35eba02494d" providerId="ADAL" clId="{4CAABB25-AA6C-491B-BD71-ABCDB01E741B}" dt="2026-01-13T17:12:53.325" v="23831" actId="47"/>
        <pc:sldMkLst>
          <pc:docMk/>
          <pc:sldMk cId="1506772392" sldId="317"/>
        </pc:sldMkLst>
      </pc:sldChg>
      <pc:sldChg chg="addSp delSp modSp add del mod modTransition">
        <pc:chgData name="Andrea Marcone" userId="650bfec5-dc8c-42e5-9303-c35eba02494d" providerId="ADAL" clId="{4CAABB25-AA6C-491B-BD71-ABCDB01E741B}" dt="2026-01-13T17:12:53.325" v="23831" actId="47"/>
        <pc:sldMkLst>
          <pc:docMk/>
          <pc:sldMk cId="3306584840" sldId="318"/>
        </pc:sldMkLst>
      </pc:sldChg>
      <pc:sldChg chg="addSp delSp modSp new del mod modTransition">
        <pc:chgData name="Andrea Marcone" userId="650bfec5-dc8c-42e5-9303-c35eba02494d" providerId="ADAL" clId="{4CAABB25-AA6C-491B-BD71-ABCDB01E741B}" dt="2026-01-13T17:12:53.325" v="23831" actId="47"/>
        <pc:sldMkLst>
          <pc:docMk/>
          <pc:sldMk cId="1279559366" sldId="319"/>
        </pc:sldMkLst>
      </pc:sldChg>
      <pc:sldChg chg="addSp delSp modSp new del mod modTransition">
        <pc:chgData name="Andrea Marcone" userId="650bfec5-dc8c-42e5-9303-c35eba02494d" providerId="ADAL" clId="{4CAABB25-AA6C-491B-BD71-ABCDB01E741B}" dt="2026-01-13T17:12:53.325" v="23831" actId="47"/>
        <pc:sldMkLst>
          <pc:docMk/>
          <pc:sldMk cId="1838219926" sldId="320"/>
        </pc:sldMkLst>
      </pc:sldChg>
      <pc:sldChg chg="addSp delSp modSp add del mod modTransition">
        <pc:chgData name="Andrea Marcone" userId="650bfec5-dc8c-42e5-9303-c35eba02494d" providerId="ADAL" clId="{4CAABB25-AA6C-491B-BD71-ABCDB01E741B}" dt="2026-01-13T17:12:53.325" v="23831" actId="47"/>
        <pc:sldMkLst>
          <pc:docMk/>
          <pc:sldMk cId="1037580734" sldId="321"/>
        </pc:sldMkLst>
      </pc:sldChg>
      <pc:sldChg chg="addSp delSp modSp add del mod modTransition">
        <pc:chgData name="Andrea Marcone" userId="650bfec5-dc8c-42e5-9303-c35eba02494d" providerId="ADAL" clId="{4CAABB25-AA6C-491B-BD71-ABCDB01E741B}" dt="2026-01-13T17:12:53.325" v="23831" actId="47"/>
        <pc:sldMkLst>
          <pc:docMk/>
          <pc:sldMk cId="4145400619" sldId="322"/>
        </pc:sldMkLst>
      </pc:sldChg>
      <pc:sldChg chg="addSp delSp modSp add del mod">
        <pc:chgData name="Andrea Marcone" userId="650bfec5-dc8c-42e5-9303-c35eba02494d" providerId="ADAL" clId="{4CAABB25-AA6C-491B-BD71-ABCDB01E741B}" dt="2025-11-07T14:49:11.593" v="22584" actId="2696"/>
        <pc:sldMkLst>
          <pc:docMk/>
          <pc:sldMk cId="89701102" sldId="323"/>
        </pc:sldMkLst>
      </pc:sldChg>
      <pc:sldChg chg="addSp modSp new del mod modTransition">
        <pc:chgData name="Andrea Marcone" userId="650bfec5-dc8c-42e5-9303-c35eba02494d" providerId="ADAL" clId="{4CAABB25-AA6C-491B-BD71-ABCDB01E741B}" dt="2026-01-13T17:12:53.325" v="23831" actId="47"/>
        <pc:sldMkLst>
          <pc:docMk/>
          <pc:sldMk cId="152461536" sldId="324"/>
        </pc:sldMkLst>
      </pc:sldChg>
      <pc:sldChg chg="addSp modSp add del mod modTransition">
        <pc:chgData name="Andrea Marcone" userId="650bfec5-dc8c-42e5-9303-c35eba02494d" providerId="ADAL" clId="{4CAABB25-AA6C-491B-BD71-ABCDB01E741B}" dt="2026-01-13T17:12:53.325" v="23831" actId="47"/>
        <pc:sldMkLst>
          <pc:docMk/>
          <pc:sldMk cId="2966077894" sldId="325"/>
        </pc:sldMkLst>
      </pc:sldChg>
      <pc:sldChg chg="addSp delSp modSp new mod modTransition">
        <pc:chgData name="Andrea Marcone" userId="650bfec5-dc8c-42e5-9303-c35eba02494d" providerId="ADAL" clId="{4CAABB25-AA6C-491B-BD71-ABCDB01E741B}" dt="2026-01-16T17:44:18.467" v="31304" actId="1076"/>
        <pc:sldMkLst>
          <pc:docMk/>
          <pc:sldMk cId="3175562032" sldId="326"/>
        </pc:sldMkLst>
        <pc:spChg chg="mod">
          <ac:chgData name="Andrea Marcone" userId="650bfec5-dc8c-42e5-9303-c35eba02494d" providerId="ADAL" clId="{4CAABB25-AA6C-491B-BD71-ABCDB01E741B}" dt="2026-01-13T17:16:36.459" v="24063" actId="20577"/>
          <ac:spMkLst>
            <pc:docMk/>
            <pc:sldMk cId="3175562032" sldId="326"/>
            <ac:spMk id="2" creationId="{42A26751-F06D-A19A-CE26-49F8BAD526A1}"/>
          </ac:spMkLst>
        </pc:spChg>
        <pc:spChg chg="add mod">
          <ac:chgData name="Andrea Marcone" userId="650bfec5-dc8c-42e5-9303-c35eba02494d" providerId="ADAL" clId="{4CAABB25-AA6C-491B-BD71-ABCDB01E741B}" dt="2026-01-16T17:44:00.273" v="31302" actId="1076"/>
          <ac:spMkLst>
            <pc:docMk/>
            <pc:sldMk cId="3175562032" sldId="326"/>
            <ac:spMk id="4" creationId="{5A8DBAAB-1338-0CFB-67F7-B48F4E422CBA}"/>
          </ac:spMkLst>
        </pc:spChg>
        <pc:spChg chg="add mod">
          <ac:chgData name="Andrea Marcone" userId="650bfec5-dc8c-42e5-9303-c35eba02494d" providerId="ADAL" clId="{4CAABB25-AA6C-491B-BD71-ABCDB01E741B}" dt="2026-01-16T17:44:18.467" v="31304" actId="1076"/>
          <ac:spMkLst>
            <pc:docMk/>
            <pc:sldMk cId="3175562032" sldId="326"/>
            <ac:spMk id="5" creationId="{7E2B2FB6-933F-7DC7-94CB-643BE056E41D}"/>
          </ac:spMkLst>
        </pc:spChg>
        <pc:spChg chg="add mod">
          <ac:chgData name="Andrea Marcone" userId="650bfec5-dc8c-42e5-9303-c35eba02494d" providerId="ADAL" clId="{4CAABB25-AA6C-491B-BD71-ABCDB01E741B}" dt="2026-01-16T09:53:24.864" v="29054" actId="1076"/>
          <ac:spMkLst>
            <pc:docMk/>
            <pc:sldMk cId="3175562032" sldId="326"/>
            <ac:spMk id="6" creationId="{89CF9945-4376-6962-C4B4-0201D418C9A7}"/>
          </ac:spMkLst>
        </pc:spChg>
        <pc:spChg chg="add mod">
          <ac:chgData name="Andrea Marcone" userId="650bfec5-dc8c-42e5-9303-c35eba02494d" providerId="ADAL" clId="{4CAABB25-AA6C-491B-BD71-ABCDB01E741B}" dt="2026-01-16T09:53:19.042" v="29053" actId="1076"/>
          <ac:spMkLst>
            <pc:docMk/>
            <pc:sldMk cId="3175562032" sldId="326"/>
            <ac:spMk id="7" creationId="{D8710DAD-074A-16DD-FD11-60F818B020D7}"/>
          </ac:spMkLst>
        </pc:spChg>
        <pc:spChg chg="add mod">
          <ac:chgData name="Andrea Marcone" userId="650bfec5-dc8c-42e5-9303-c35eba02494d" providerId="ADAL" clId="{4CAABB25-AA6C-491B-BD71-ABCDB01E741B}" dt="2026-01-16T09:55:22.310" v="29172" actId="164"/>
          <ac:spMkLst>
            <pc:docMk/>
            <pc:sldMk cId="3175562032" sldId="326"/>
            <ac:spMk id="15" creationId="{0F37C705-3AF7-7E45-BF86-BAC7B7DE9ACB}"/>
          </ac:spMkLst>
        </pc:spChg>
        <pc:spChg chg="add mod">
          <ac:chgData name="Andrea Marcone" userId="650bfec5-dc8c-42e5-9303-c35eba02494d" providerId="ADAL" clId="{4CAABB25-AA6C-491B-BD71-ABCDB01E741B}" dt="2026-01-16T09:55:22.310" v="29172" actId="164"/>
          <ac:spMkLst>
            <pc:docMk/>
            <pc:sldMk cId="3175562032" sldId="326"/>
            <ac:spMk id="19" creationId="{BCE9B83A-5A2C-D53D-1018-F0DF5E0F9091}"/>
          </ac:spMkLst>
        </pc:spChg>
        <pc:spChg chg="add mod">
          <ac:chgData name="Andrea Marcone" userId="650bfec5-dc8c-42e5-9303-c35eba02494d" providerId="ADAL" clId="{4CAABB25-AA6C-491B-BD71-ABCDB01E741B}" dt="2026-01-16T09:55:22.310" v="29172" actId="164"/>
          <ac:spMkLst>
            <pc:docMk/>
            <pc:sldMk cId="3175562032" sldId="326"/>
            <ac:spMk id="21" creationId="{088CDBC2-2438-5958-C935-09150B092CC7}"/>
          </ac:spMkLst>
        </pc:spChg>
        <pc:spChg chg="add mod">
          <ac:chgData name="Andrea Marcone" userId="650bfec5-dc8c-42e5-9303-c35eba02494d" providerId="ADAL" clId="{4CAABB25-AA6C-491B-BD71-ABCDB01E741B}" dt="2026-01-16T09:55:22.310" v="29172" actId="164"/>
          <ac:spMkLst>
            <pc:docMk/>
            <pc:sldMk cId="3175562032" sldId="326"/>
            <ac:spMk id="23" creationId="{3FB4D693-71BB-EF7D-3F1B-E12C87A5E62B}"/>
          </ac:spMkLst>
        </pc:spChg>
        <pc:spChg chg="add mod">
          <ac:chgData name="Andrea Marcone" userId="650bfec5-dc8c-42e5-9303-c35eba02494d" providerId="ADAL" clId="{4CAABB25-AA6C-491B-BD71-ABCDB01E741B}" dt="2026-01-16T09:55:22.310" v="29172" actId="164"/>
          <ac:spMkLst>
            <pc:docMk/>
            <pc:sldMk cId="3175562032" sldId="326"/>
            <ac:spMk id="25" creationId="{96A34519-80BC-26D5-8DCC-CB90FC743468}"/>
          </ac:spMkLst>
        </pc:spChg>
        <pc:spChg chg="add mod">
          <ac:chgData name="Andrea Marcone" userId="650bfec5-dc8c-42e5-9303-c35eba02494d" providerId="ADAL" clId="{4CAABB25-AA6C-491B-BD71-ABCDB01E741B}" dt="2026-01-16T09:55:22.310" v="29172" actId="164"/>
          <ac:spMkLst>
            <pc:docMk/>
            <pc:sldMk cId="3175562032" sldId="326"/>
            <ac:spMk id="26" creationId="{AB98C197-169F-7920-8F48-2838F50805C5}"/>
          </ac:spMkLst>
        </pc:spChg>
        <pc:spChg chg="add mod">
          <ac:chgData name="Andrea Marcone" userId="650bfec5-dc8c-42e5-9303-c35eba02494d" providerId="ADAL" clId="{4CAABB25-AA6C-491B-BD71-ABCDB01E741B}" dt="2026-01-16T10:45:24.210" v="29278" actId="14100"/>
          <ac:spMkLst>
            <pc:docMk/>
            <pc:sldMk cId="3175562032" sldId="326"/>
            <ac:spMk id="30" creationId="{432D5756-33B3-982F-8912-24B92AF77B93}"/>
          </ac:spMkLst>
        </pc:spChg>
        <pc:grpChg chg="add mod">
          <ac:chgData name="Andrea Marcone" userId="650bfec5-dc8c-42e5-9303-c35eba02494d" providerId="ADAL" clId="{4CAABB25-AA6C-491B-BD71-ABCDB01E741B}" dt="2026-01-16T10:09:58.859" v="29261" actId="1038"/>
          <ac:grpSpMkLst>
            <pc:docMk/>
            <pc:sldMk cId="3175562032" sldId="326"/>
            <ac:grpSpMk id="27" creationId="{FB51C2CC-BB37-DE05-5292-A2DB88C1D9D0}"/>
          </ac:grpSpMkLst>
        </pc:grpChg>
        <pc:picChg chg="add mod">
          <ac:chgData name="Andrea Marcone" userId="650bfec5-dc8c-42e5-9303-c35eba02494d" providerId="ADAL" clId="{4CAABB25-AA6C-491B-BD71-ABCDB01E741B}" dt="2026-01-16T11:45:23.973" v="30074" actId="14861"/>
          <ac:picMkLst>
            <pc:docMk/>
            <pc:sldMk cId="3175562032" sldId="326"/>
            <ac:picMk id="29" creationId="{E6A70F0A-5B11-8ABF-3405-56D980133BCE}"/>
          </ac:picMkLst>
        </pc:picChg>
      </pc:sldChg>
      <pc:sldChg chg="addSp delSp modSp new del mod modTransition">
        <pc:chgData name="Andrea Marcone" userId="650bfec5-dc8c-42e5-9303-c35eba02494d" providerId="ADAL" clId="{4CAABB25-AA6C-491B-BD71-ABCDB01E741B}" dt="2026-01-13T17:12:53.325" v="23831" actId="47"/>
        <pc:sldMkLst>
          <pc:docMk/>
          <pc:sldMk cId="507610943" sldId="327"/>
        </pc:sldMkLst>
      </pc:sldChg>
      <pc:sldChg chg="addSp delSp modSp add mod">
        <pc:chgData name="Andrea Marcone" userId="650bfec5-dc8c-42e5-9303-c35eba02494d" providerId="ADAL" clId="{4CAABB25-AA6C-491B-BD71-ABCDB01E741B}" dt="2026-01-29T15:29:12.456" v="32048" actId="20577"/>
        <pc:sldMkLst>
          <pc:docMk/>
          <pc:sldMk cId="976120280" sldId="327"/>
        </pc:sldMkLst>
        <pc:spChg chg="add mod">
          <ac:chgData name="Andrea Marcone" userId="650bfec5-dc8c-42e5-9303-c35eba02494d" providerId="ADAL" clId="{4CAABB25-AA6C-491B-BD71-ABCDB01E741B}" dt="2026-01-29T15:29:12.456" v="32048" actId="20577"/>
          <ac:spMkLst>
            <pc:docMk/>
            <pc:sldMk cId="976120280" sldId="327"/>
            <ac:spMk id="4" creationId="{F9B62D35-990E-4023-5A62-EB1014B42B8B}"/>
          </ac:spMkLst>
        </pc:spChg>
      </pc:sldChg>
      <pc:sldChg chg="addSp delSp modSp add mod">
        <pc:chgData name="Andrea Marcone" userId="650bfec5-dc8c-42e5-9303-c35eba02494d" providerId="ADAL" clId="{4CAABB25-AA6C-491B-BD71-ABCDB01E741B}" dt="2026-02-05T17:11:54.800" v="32251" actId="20577"/>
        <pc:sldMkLst>
          <pc:docMk/>
          <pc:sldMk cId="1393822554" sldId="328"/>
        </pc:sldMkLst>
        <pc:spChg chg="mod">
          <ac:chgData name="Andrea Marcone" userId="650bfec5-dc8c-42e5-9303-c35eba02494d" providerId="ADAL" clId="{4CAABB25-AA6C-491B-BD71-ABCDB01E741B}" dt="2026-01-13T17:16:52.769" v="24085" actId="20577"/>
          <ac:spMkLst>
            <pc:docMk/>
            <pc:sldMk cId="1393822554" sldId="328"/>
            <ac:spMk id="2" creationId="{F2B64EFC-3C6E-550E-EBA5-B98BF29248C2}"/>
          </ac:spMkLst>
        </pc:spChg>
        <pc:spChg chg="add mod">
          <ac:chgData name="Andrea Marcone" userId="650bfec5-dc8c-42e5-9303-c35eba02494d" providerId="ADAL" clId="{4CAABB25-AA6C-491B-BD71-ABCDB01E741B}" dt="2026-01-16T11:02:32.557" v="29435" actId="1076"/>
          <ac:spMkLst>
            <pc:docMk/>
            <pc:sldMk cId="1393822554" sldId="328"/>
            <ac:spMk id="3" creationId="{4B645C7E-419A-5980-FE6F-7AD2FC677280}"/>
          </ac:spMkLst>
        </pc:spChg>
        <pc:spChg chg="add mod topLvl">
          <ac:chgData name="Andrea Marcone" userId="650bfec5-dc8c-42e5-9303-c35eba02494d" providerId="ADAL" clId="{4CAABB25-AA6C-491B-BD71-ABCDB01E741B}" dt="2026-01-29T15:42:11.730" v="32197" actId="164"/>
          <ac:spMkLst>
            <pc:docMk/>
            <pc:sldMk cId="1393822554" sldId="328"/>
            <ac:spMk id="5" creationId="{91D4796D-DB75-4E6C-A331-6881CDD5A563}"/>
          </ac:spMkLst>
        </pc:spChg>
        <pc:spChg chg="add mod">
          <ac:chgData name="Andrea Marcone" userId="650bfec5-dc8c-42e5-9303-c35eba02494d" providerId="ADAL" clId="{4CAABB25-AA6C-491B-BD71-ABCDB01E741B}" dt="2026-02-05T17:11:54.800" v="32251" actId="20577"/>
          <ac:spMkLst>
            <pc:docMk/>
            <pc:sldMk cId="1393822554" sldId="328"/>
            <ac:spMk id="6" creationId="{145DDCC9-622D-C2B1-3707-B61F39D711F2}"/>
          </ac:spMkLst>
        </pc:spChg>
        <pc:spChg chg="mod">
          <ac:chgData name="Andrea Marcone" userId="650bfec5-dc8c-42e5-9303-c35eba02494d" providerId="ADAL" clId="{4CAABB25-AA6C-491B-BD71-ABCDB01E741B}" dt="2026-01-29T14:51:19.863" v="31818"/>
          <ac:spMkLst>
            <pc:docMk/>
            <pc:sldMk cId="1393822554" sldId="328"/>
            <ac:spMk id="7" creationId="{EA4CC940-B12D-BD22-F6FC-6E52BA6CB55A}"/>
          </ac:spMkLst>
        </pc:spChg>
        <pc:spChg chg="add mod topLvl">
          <ac:chgData name="Andrea Marcone" userId="650bfec5-dc8c-42e5-9303-c35eba02494d" providerId="ADAL" clId="{4CAABB25-AA6C-491B-BD71-ABCDB01E741B}" dt="2026-01-29T15:42:11.730" v="32197" actId="164"/>
          <ac:spMkLst>
            <pc:docMk/>
            <pc:sldMk cId="1393822554" sldId="328"/>
            <ac:spMk id="8" creationId="{9916A5EF-5237-ED76-C79D-EAC9E56ACED6}"/>
          </ac:spMkLst>
        </pc:spChg>
        <pc:spChg chg="add mod topLvl">
          <ac:chgData name="Andrea Marcone" userId="650bfec5-dc8c-42e5-9303-c35eba02494d" providerId="ADAL" clId="{4CAABB25-AA6C-491B-BD71-ABCDB01E741B}" dt="2026-01-29T15:42:11.730" v="32197" actId="164"/>
          <ac:spMkLst>
            <pc:docMk/>
            <pc:sldMk cId="1393822554" sldId="328"/>
            <ac:spMk id="10" creationId="{17C8EA9C-DE72-CAF5-EEBD-CE9BFD2137A0}"/>
          </ac:spMkLst>
        </pc:spChg>
        <pc:spChg chg="add mod topLvl">
          <ac:chgData name="Andrea Marcone" userId="650bfec5-dc8c-42e5-9303-c35eba02494d" providerId="ADAL" clId="{4CAABB25-AA6C-491B-BD71-ABCDB01E741B}" dt="2026-01-29T15:42:21.105" v="32200" actId="164"/>
          <ac:spMkLst>
            <pc:docMk/>
            <pc:sldMk cId="1393822554" sldId="328"/>
            <ac:spMk id="12" creationId="{85410281-66AC-52B2-AD63-C7B94FF02ABC}"/>
          </ac:spMkLst>
        </pc:spChg>
        <pc:spChg chg="add mod">
          <ac:chgData name="Andrea Marcone" userId="650bfec5-dc8c-42e5-9303-c35eba02494d" providerId="ADAL" clId="{4CAABB25-AA6C-491B-BD71-ABCDB01E741B}" dt="2026-01-16T11:02:29.825" v="29434" actId="1076"/>
          <ac:spMkLst>
            <pc:docMk/>
            <pc:sldMk cId="1393822554" sldId="328"/>
            <ac:spMk id="17" creationId="{41A50F1D-8BF6-9278-D49F-69A87F8A1275}"/>
          </ac:spMkLst>
        </pc:spChg>
        <pc:spChg chg="add mod">
          <ac:chgData name="Andrea Marcone" userId="650bfec5-dc8c-42e5-9303-c35eba02494d" providerId="ADAL" clId="{4CAABB25-AA6C-491B-BD71-ABCDB01E741B}" dt="2026-01-16T10:45:54.336" v="29282" actId="12788"/>
          <ac:spMkLst>
            <pc:docMk/>
            <pc:sldMk cId="1393822554" sldId="328"/>
            <ac:spMk id="19" creationId="{6BB6204E-79D1-80A5-0EAB-C450DB874A0A}"/>
          </ac:spMkLst>
        </pc:spChg>
        <pc:spChg chg="add mod">
          <ac:chgData name="Andrea Marcone" userId="650bfec5-dc8c-42e5-9303-c35eba02494d" providerId="ADAL" clId="{4CAABB25-AA6C-491B-BD71-ABCDB01E741B}" dt="2026-01-16T10:46:01.387" v="29292" actId="1036"/>
          <ac:spMkLst>
            <pc:docMk/>
            <pc:sldMk cId="1393822554" sldId="328"/>
            <ac:spMk id="21" creationId="{569AC976-9C67-261D-2B1E-1A323DACCA8C}"/>
          </ac:spMkLst>
        </pc:spChg>
        <pc:grpChg chg="add mod">
          <ac:chgData name="Andrea Marcone" userId="650bfec5-dc8c-42e5-9303-c35eba02494d" providerId="ADAL" clId="{4CAABB25-AA6C-491B-BD71-ABCDB01E741B}" dt="2026-01-29T15:42:21.105" v="32200" actId="164"/>
          <ac:grpSpMkLst>
            <pc:docMk/>
            <pc:sldMk cId="1393822554" sldId="328"/>
            <ac:grpSpMk id="14" creationId="{92937DFE-76BD-6CDA-D262-DCDDA7341050}"/>
          </ac:grpSpMkLst>
        </pc:grpChg>
        <pc:grpChg chg="add mod">
          <ac:chgData name="Andrea Marcone" userId="650bfec5-dc8c-42e5-9303-c35eba02494d" providerId="ADAL" clId="{4CAABB25-AA6C-491B-BD71-ABCDB01E741B}" dt="2026-01-29T15:42:21.105" v="32200" actId="164"/>
          <ac:grpSpMkLst>
            <pc:docMk/>
            <pc:sldMk cId="1393822554" sldId="328"/>
            <ac:grpSpMk id="15" creationId="{C68FC89B-ABE0-7474-F772-0FCA3782A080}"/>
          </ac:grpSpMkLst>
        </pc:grpChg>
      </pc:sldChg>
      <pc:sldChg chg="addSp delSp modSp new del mod modTransition">
        <pc:chgData name="Andrea Marcone" userId="650bfec5-dc8c-42e5-9303-c35eba02494d" providerId="ADAL" clId="{4CAABB25-AA6C-491B-BD71-ABCDB01E741B}" dt="2025-11-11T11:37:17.565" v="23695" actId="47"/>
        <pc:sldMkLst>
          <pc:docMk/>
          <pc:sldMk cId="3644474072" sldId="328"/>
        </pc:sldMkLst>
      </pc:sldChg>
      <pc:sldChg chg="addSp delSp modSp add mod">
        <pc:chgData name="Andrea Marcone" userId="650bfec5-dc8c-42e5-9303-c35eba02494d" providerId="ADAL" clId="{4CAABB25-AA6C-491B-BD71-ABCDB01E741B}" dt="2026-02-02T11:41:32.161" v="32210" actId="1076"/>
        <pc:sldMkLst>
          <pc:docMk/>
          <pc:sldMk cId="771393497" sldId="329"/>
        </pc:sldMkLst>
        <pc:spChg chg="mod">
          <ac:chgData name="Andrea Marcone" userId="650bfec5-dc8c-42e5-9303-c35eba02494d" providerId="ADAL" clId="{4CAABB25-AA6C-491B-BD71-ABCDB01E741B}" dt="2026-01-16T11:30:31.003" v="29767" actId="27636"/>
          <ac:spMkLst>
            <pc:docMk/>
            <pc:sldMk cId="771393497" sldId="329"/>
            <ac:spMk id="2" creationId="{2FCEDD6B-BCE0-E563-52C2-2CCE47D2DDC1}"/>
          </ac:spMkLst>
        </pc:spChg>
        <pc:spChg chg="add mod">
          <ac:chgData name="Andrea Marcone" userId="650bfec5-dc8c-42e5-9303-c35eba02494d" providerId="ADAL" clId="{4CAABB25-AA6C-491B-BD71-ABCDB01E741B}" dt="2026-01-16T11:41:43.560" v="30069" actId="1035"/>
          <ac:spMkLst>
            <pc:docMk/>
            <pc:sldMk cId="771393497" sldId="329"/>
            <ac:spMk id="3" creationId="{57F82069-6C78-8021-4110-4E575B4E276D}"/>
          </ac:spMkLst>
        </pc:spChg>
        <pc:spChg chg="add mod">
          <ac:chgData name="Andrea Marcone" userId="650bfec5-dc8c-42e5-9303-c35eba02494d" providerId="ADAL" clId="{4CAABB25-AA6C-491B-BD71-ABCDB01E741B}" dt="2026-01-16T15:17:29.110" v="30210" actId="1036"/>
          <ac:spMkLst>
            <pc:docMk/>
            <pc:sldMk cId="771393497" sldId="329"/>
            <ac:spMk id="4" creationId="{F63A67ED-77D4-1390-E43B-CF42C083801E}"/>
          </ac:spMkLst>
        </pc:spChg>
        <pc:spChg chg="add mod">
          <ac:chgData name="Andrea Marcone" userId="650bfec5-dc8c-42e5-9303-c35eba02494d" providerId="ADAL" clId="{4CAABB25-AA6C-491B-BD71-ABCDB01E741B}" dt="2026-01-16T15:16:42.033" v="30144" actId="1036"/>
          <ac:spMkLst>
            <pc:docMk/>
            <pc:sldMk cId="771393497" sldId="329"/>
            <ac:spMk id="6" creationId="{4546764C-A986-5CF4-7DB9-B87BB031EBE3}"/>
          </ac:spMkLst>
        </pc:spChg>
        <pc:spChg chg="add mod">
          <ac:chgData name="Andrea Marcone" userId="650bfec5-dc8c-42e5-9303-c35eba02494d" providerId="ADAL" clId="{4CAABB25-AA6C-491B-BD71-ABCDB01E741B}" dt="2026-01-16T11:41:43.560" v="30069" actId="1035"/>
          <ac:spMkLst>
            <pc:docMk/>
            <pc:sldMk cId="771393497" sldId="329"/>
            <ac:spMk id="7" creationId="{47337473-6506-9C94-1717-8C54BEF9EBA6}"/>
          </ac:spMkLst>
        </pc:spChg>
        <pc:spChg chg="add mod">
          <ac:chgData name="Andrea Marcone" userId="650bfec5-dc8c-42e5-9303-c35eba02494d" providerId="ADAL" clId="{4CAABB25-AA6C-491B-BD71-ABCDB01E741B}" dt="2026-01-16T11:41:43.560" v="30069" actId="1035"/>
          <ac:spMkLst>
            <pc:docMk/>
            <pc:sldMk cId="771393497" sldId="329"/>
            <ac:spMk id="8" creationId="{D7A9DB78-C66C-758B-8765-175BAA5C5E7C}"/>
          </ac:spMkLst>
        </pc:spChg>
        <pc:spChg chg="add mod">
          <ac:chgData name="Andrea Marcone" userId="650bfec5-dc8c-42e5-9303-c35eba02494d" providerId="ADAL" clId="{4CAABB25-AA6C-491B-BD71-ABCDB01E741B}" dt="2026-01-19T08:50:00.129" v="31340" actId="20577"/>
          <ac:spMkLst>
            <pc:docMk/>
            <pc:sldMk cId="771393497" sldId="329"/>
            <ac:spMk id="9" creationId="{BBA12F4B-04A5-CA79-4BE2-05062DC35CCB}"/>
          </ac:spMkLst>
        </pc:spChg>
        <pc:spChg chg="add mod">
          <ac:chgData name="Andrea Marcone" userId="650bfec5-dc8c-42e5-9303-c35eba02494d" providerId="ADAL" clId="{4CAABB25-AA6C-491B-BD71-ABCDB01E741B}" dt="2026-01-16T11:41:52.400" v="30071" actId="12788"/>
          <ac:spMkLst>
            <pc:docMk/>
            <pc:sldMk cId="771393497" sldId="329"/>
            <ac:spMk id="23" creationId="{C6727638-C245-C705-2B89-D5F4E2540992}"/>
          </ac:spMkLst>
        </pc:spChg>
        <pc:graphicFrameChg chg="add mod modGraphic">
          <ac:chgData name="Andrea Marcone" userId="650bfec5-dc8c-42e5-9303-c35eba02494d" providerId="ADAL" clId="{4CAABB25-AA6C-491B-BD71-ABCDB01E741B}" dt="2026-01-29T15:37:30.884" v="32133" actId="113"/>
          <ac:graphicFrameMkLst>
            <pc:docMk/>
            <pc:sldMk cId="771393497" sldId="329"/>
            <ac:graphicFrameMk id="11" creationId="{85D0025A-1134-0F65-494B-31429F1A1038}"/>
          </ac:graphicFrameMkLst>
        </pc:graphicFrameChg>
        <pc:picChg chg="add mod">
          <ac:chgData name="Andrea Marcone" userId="650bfec5-dc8c-42e5-9303-c35eba02494d" providerId="ADAL" clId="{4CAABB25-AA6C-491B-BD71-ABCDB01E741B}" dt="2026-02-02T11:41:32.161" v="32210" actId="1076"/>
          <ac:picMkLst>
            <pc:docMk/>
            <pc:sldMk cId="771393497" sldId="329"/>
            <ac:picMk id="21" creationId="{B7889CBD-9B43-80DC-EDB3-B96789E2E36E}"/>
          </ac:picMkLst>
        </pc:picChg>
      </pc:sldChg>
      <pc:sldChg chg="addSp delSp modSp add del mod modTransition">
        <pc:chgData name="Andrea Marcone" userId="650bfec5-dc8c-42e5-9303-c35eba02494d" providerId="ADAL" clId="{4CAABB25-AA6C-491B-BD71-ABCDB01E741B}" dt="2026-01-13T17:12:53.325" v="23831" actId="47"/>
        <pc:sldMkLst>
          <pc:docMk/>
          <pc:sldMk cId="1579524371" sldId="329"/>
        </pc:sldMkLst>
      </pc:sldChg>
      <pc:sldChg chg="addSp delSp modSp add del mod">
        <pc:chgData name="Andrea Marcone" userId="650bfec5-dc8c-42e5-9303-c35eba02494d" providerId="ADAL" clId="{4CAABB25-AA6C-491B-BD71-ABCDB01E741B}" dt="2026-01-16T16:13:24.235" v="31123" actId="2696"/>
        <pc:sldMkLst>
          <pc:docMk/>
          <pc:sldMk cId="2313491966" sldId="330"/>
        </pc:sldMkLst>
      </pc:sldChg>
      <pc:sldChg chg="addSp delSp modSp add del mod modTransition">
        <pc:chgData name="Andrea Marcone" userId="650bfec5-dc8c-42e5-9303-c35eba02494d" providerId="ADAL" clId="{4CAABB25-AA6C-491B-BD71-ABCDB01E741B}" dt="2026-01-13T17:12:53.325" v="23831" actId="47"/>
        <pc:sldMkLst>
          <pc:docMk/>
          <pc:sldMk cId="3090627851" sldId="330"/>
        </pc:sldMkLst>
      </pc:sldChg>
      <pc:sldChg chg="modSp del mod modTransition">
        <pc:chgData name="Andrea Marcone" userId="650bfec5-dc8c-42e5-9303-c35eba02494d" providerId="ADAL" clId="{4CAABB25-AA6C-491B-BD71-ABCDB01E741B}" dt="2026-01-13T17:12:30.565" v="23829" actId="47"/>
        <pc:sldMkLst>
          <pc:docMk/>
          <pc:sldMk cId="3289755667" sldId="331"/>
        </pc:sldMkLst>
      </pc:sldChg>
      <pc:sldChg chg="addSp delSp modSp add mod ord">
        <pc:chgData name="Andrea Marcone" userId="650bfec5-dc8c-42e5-9303-c35eba02494d" providerId="ADAL" clId="{4CAABB25-AA6C-491B-BD71-ABCDB01E741B}" dt="2026-01-16T16:25:28.300" v="31134" actId="478"/>
        <pc:sldMkLst>
          <pc:docMk/>
          <pc:sldMk cId="3420887245" sldId="331"/>
        </pc:sldMkLst>
        <pc:spChg chg="mod">
          <ac:chgData name="Andrea Marcone" userId="650bfec5-dc8c-42e5-9303-c35eba02494d" providerId="ADAL" clId="{4CAABB25-AA6C-491B-BD71-ABCDB01E741B}" dt="2026-01-16T15:30:48.509" v="30536" actId="27636"/>
          <ac:spMkLst>
            <pc:docMk/>
            <pc:sldMk cId="3420887245" sldId="331"/>
            <ac:spMk id="2" creationId="{D38E6425-A7A8-E74F-32F6-AA5F69598EDA}"/>
          </ac:spMkLst>
        </pc:spChg>
        <pc:spChg chg="add mod">
          <ac:chgData name="Andrea Marcone" userId="650bfec5-dc8c-42e5-9303-c35eba02494d" providerId="ADAL" clId="{4CAABB25-AA6C-491B-BD71-ABCDB01E741B}" dt="2026-01-16T15:46:33.197" v="30696"/>
          <ac:spMkLst>
            <pc:docMk/>
            <pc:sldMk cId="3420887245" sldId="331"/>
            <ac:spMk id="3" creationId="{9EA18E51-6205-D8BA-155B-D8A1C268B189}"/>
          </ac:spMkLst>
        </pc:spChg>
      </pc:sldChg>
      <pc:sldChg chg="delSp modSp add del mod modTransition">
        <pc:chgData name="Andrea Marcone" userId="650bfec5-dc8c-42e5-9303-c35eba02494d" providerId="ADAL" clId="{4CAABB25-AA6C-491B-BD71-ABCDB01E741B}" dt="2026-01-13T17:12:53.325" v="23831" actId="47"/>
        <pc:sldMkLst>
          <pc:docMk/>
          <pc:sldMk cId="1650542736" sldId="332"/>
        </pc:sldMkLst>
      </pc:sldChg>
      <pc:sldChg chg="addSp delSp modSp add mod">
        <pc:chgData name="Andrea Marcone" userId="650bfec5-dc8c-42e5-9303-c35eba02494d" providerId="ADAL" clId="{4CAABB25-AA6C-491B-BD71-ABCDB01E741B}" dt="2026-01-29T15:38:16.963" v="32142" actId="114"/>
        <pc:sldMkLst>
          <pc:docMk/>
          <pc:sldMk cId="2145423282" sldId="332"/>
        </pc:sldMkLst>
        <pc:spChg chg="mod">
          <ac:chgData name="Andrea Marcone" userId="650bfec5-dc8c-42e5-9303-c35eba02494d" providerId="ADAL" clId="{4CAABB25-AA6C-491B-BD71-ABCDB01E741B}" dt="2026-01-13T17:17:43.616" v="24110" actId="27636"/>
          <ac:spMkLst>
            <pc:docMk/>
            <pc:sldMk cId="2145423282" sldId="332"/>
            <ac:spMk id="2" creationId="{E7EC46A1-02C7-69D7-0622-5603B1E4CCE7}"/>
          </ac:spMkLst>
        </pc:spChg>
        <pc:spChg chg="add mod">
          <ac:chgData name="Andrea Marcone" userId="650bfec5-dc8c-42e5-9303-c35eba02494d" providerId="ADAL" clId="{4CAABB25-AA6C-491B-BD71-ABCDB01E741B}" dt="2026-01-29T14:51:31.762" v="31819" actId="313"/>
          <ac:spMkLst>
            <pc:docMk/>
            <pc:sldMk cId="2145423282" sldId="332"/>
            <ac:spMk id="4" creationId="{ABE45A77-78D0-1CE6-10C9-35155A82FC26}"/>
          </ac:spMkLst>
        </pc:spChg>
        <pc:spChg chg="add mod">
          <ac:chgData name="Andrea Marcone" userId="650bfec5-dc8c-42e5-9303-c35eba02494d" providerId="ADAL" clId="{4CAABB25-AA6C-491B-BD71-ABCDB01E741B}" dt="2026-01-29T15:38:16.963" v="32142" actId="114"/>
          <ac:spMkLst>
            <pc:docMk/>
            <pc:sldMk cId="2145423282" sldId="332"/>
            <ac:spMk id="6" creationId="{8E1E9DCD-E8F7-D53C-8701-63FEB9E43F6F}"/>
          </ac:spMkLst>
        </pc:spChg>
      </pc:sldChg>
      <pc:sldChg chg="modSp add del mod modTransition">
        <pc:chgData name="Andrea Marcone" userId="650bfec5-dc8c-42e5-9303-c35eba02494d" providerId="ADAL" clId="{4CAABB25-AA6C-491B-BD71-ABCDB01E741B}" dt="2026-01-13T17:12:53.325" v="23831" actId="47"/>
        <pc:sldMkLst>
          <pc:docMk/>
          <pc:sldMk cId="3049621743" sldId="333"/>
        </pc:sldMkLst>
      </pc:sldChg>
      <pc:sldChg chg="addSp delSp modSp add mod">
        <pc:chgData name="Andrea Marcone" userId="650bfec5-dc8c-42e5-9303-c35eba02494d" providerId="ADAL" clId="{4CAABB25-AA6C-491B-BD71-ABCDB01E741B}" dt="2026-01-16T17:43:20.464" v="31300" actId="1035"/>
        <pc:sldMkLst>
          <pc:docMk/>
          <pc:sldMk cId="4215767770" sldId="333"/>
        </pc:sldMkLst>
        <pc:spChg chg="mod">
          <ac:chgData name="Andrea Marcone" userId="650bfec5-dc8c-42e5-9303-c35eba02494d" providerId="ADAL" clId="{4CAABB25-AA6C-491B-BD71-ABCDB01E741B}" dt="2026-01-13T17:18:00.703" v="24117" actId="27636"/>
          <ac:spMkLst>
            <pc:docMk/>
            <pc:sldMk cId="4215767770" sldId="333"/>
            <ac:spMk id="2" creationId="{764AD0CE-EBF0-799A-1A59-498CD9D946F4}"/>
          </ac:spMkLst>
        </pc:spChg>
        <pc:spChg chg="add mod">
          <ac:chgData name="Andrea Marcone" userId="650bfec5-dc8c-42e5-9303-c35eba02494d" providerId="ADAL" clId="{4CAABB25-AA6C-491B-BD71-ABCDB01E741B}" dt="2026-01-15T15:02:18.681" v="27444" actId="1076"/>
          <ac:spMkLst>
            <pc:docMk/>
            <pc:sldMk cId="4215767770" sldId="333"/>
            <ac:spMk id="3" creationId="{63884D13-0D5F-E38E-CF2E-9B7D9997CE53}"/>
          </ac:spMkLst>
        </pc:spChg>
        <pc:spChg chg="add mod">
          <ac:chgData name="Andrea Marcone" userId="650bfec5-dc8c-42e5-9303-c35eba02494d" providerId="ADAL" clId="{4CAABB25-AA6C-491B-BD71-ABCDB01E741B}" dt="2026-01-15T15:02:34.234" v="27465" actId="1076"/>
          <ac:spMkLst>
            <pc:docMk/>
            <pc:sldMk cId="4215767770" sldId="333"/>
            <ac:spMk id="4" creationId="{8F86E764-DB99-D0DD-C4B0-F3E1B350FB98}"/>
          </ac:spMkLst>
        </pc:spChg>
        <pc:spChg chg="add mod">
          <ac:chgData name="Andrea Marcone" userId="650bfec5-dc8c-42e5-9303-c35eba02494d" providerId="ADAL" clId="{4CAABB25-AA6C-491B-BD71-ABCDB01E741B}" dt="2026-01-15T15:03:30.922" v="27636" actId="20577"/>
          <ac:spMkLst>
            <pc:docMk/>
            <pc:sldMk cId="4215767770" sldId="333"/>
            <ac:spMk id="5" creationId="{3B3AC681-3CDD-C662-4C01-002F911EE403}"/>
          </ac:spMkLst>
        </pc:spChg>
      </pc:sldChg>
      <pc:sldChg chg="delSp modSp add del mod">
        <pc:chgData name="Andrea Marcone" userId="650bfec5-dc8c-42e5-9303-c35eba02494d" providerId="ADAL" clId="{4CAABB25-AA6C-491B-BD71-ABCDB01E741B}" dt="2026-01-16T15:15:48.406" v="30077" actId="2696"/>
        <pc:sldMkLst>
          <pc:docMk/>
          <pc:sldMk cId="15796151" sldId="334"/>
        </pc:sldMkLst>
      </pc:sldChg>
      <pc:sldChg chg="delSp add del mod modTransition">
        <pc:chgData name="Andrea Marcone" userId="650bfec5-dc8c-42e5-9303-c35eba02494d" providerId="ADAL" clId="{4CAABB25-AA6C-491B-BD71-ABCDB01E741B}" dt="2026-01-13T17:13:07.858" v="23833" actId="47"/>
        <pc:sldMkLst>
          <pc:docMk/>
          <pc:sldMk cId="810494631" sldId="334"/>
        </pc:sldMkLst>
      </pc:sldChg>
      <pc:sldChg chg="delSp add del mod modTransition">
        <pc:chgData name="Andrea Marcone" userId="650bfec5-dc8c-42e5-9303-c35eba02494d" providerId="ADAL" clId="{4CAABB25-AA6C-491B-BD71-ABCDB01E741B}" dt="2026-01-13T17:13:07.858" v="23833" actId="47"/>
        <pc:sldMkLst>
          <pc:docMk/>
          <pc:sldMk cId="221073473" sldId="335"/>
        </pc:sldMkLst>
      </pc:sldChg>
      <pc:sldChg chg="addSp delSp modSp add mod">
        <pc:chgData name="Andrea Marcone" userId="650bfec5-dc8c-42e5-9303-c35eba02494d" providerId="ADAL" clId="{4CAABB25-AA6C-491B-BD71-ABCDB01E741B}" dt="2026-02-05T17:12:04.960" v="32271" actId="20577"/>
        <pc:sldMkLst>
          <pc:docMk/>
          <pc:sldMk cId="2167550038" sldId="335"/>
        </pc:sldMkLst>
        <pc:spChg chg="add mod">
          <ac:chgData name="Andrea Marcone" userId="650bfec5-dc8c-42e5-9303-c35eba02494d" providerId="ADAL" clId="{4CAABB25-AA6C-491B-BD71-ABCDB01E741B}" dt="2026-02-05T17:12:04.960" v="32271" actId="20577"/>
          <ac:spMkLst>
            <pc:docMk/>
            <pc:sldMk cId="2167550038" sldId="335"/>
            <ac:spMk id="3" creationId="{98CE9BFB-CE89-9796-4F5D-2E59C13C3024}"/>
          </ac:spMkLst>
        </pc:spChg>
        <pc:spChg chg="add mod">
          <ac:chgData name="Andrea Marcone" userId="650bfec5-dc8c-42e5-9303-c35eba02494d" providerId="ADAL" clId="{4CAABB25-AA6C-491B-BD71-ABCDB01E741B}" dt="2026-01-29T15:41:34.066" v="32189" actId="164"/>
          <ac:spMkLst>
            <pc:docMk/>
            <pc:sldMk cId="2167550038" sldId="335"/>
            <ac:spMk id="4" creationId="{A73EFFC3-9353-9C1C-4E6B-EE25CD853A21}"/>
          </ac:spMkLst>
        </pc:spChg>
        <pc:spChg chg="add mod">
          <ac:chgData name="Andrea Marcone" userId="650bfec5-dc8c-42e5-9303-c35eba02494d" providerId="ADAL" clId="{4CAABB25-AA6C-491B-BD71-ABCDB01E741B}" dt="2026-01-29T15:30:27.719" v="32072"/>
          <ac:spMkLst>
            <pc:docMk/>
            <pc:sldMk cId="2167550038" sldId="335"/>
            <ac:spMk id="5" creationId="{4B36A9ED-7F86-262B-EAED-E2895C620039}"/>
          </ac:spMkLst>
        </pc:spChg>
        <pc:spChg chg="mod topLvl">
          <ac:chgData name="Andrea Marcone" userId="650bfec5-dc8c-42e5-9303-c35eba02494d" providerId="ADAL" clId="{4CAABB25-AA6C-491B-BD71-ABCDB01E741B}" dt="2026-01-29T15:41:53.025" v="32192" actId="164"/>
          <ac:spMkLst>
            <pc:docMk/>
            <pc:sldMk cId="2167550038" sldId="335"/>
            <ac:spMk id="10" creationId="{949291A2-7B91-1200-89FB-C9718B8B001C}"/>
          </ac:spMkLst>
        </pc:spChg>
        <pc:spChg chg="mod topLvl">
          <ac:chgData name="Andrea Marcone" userId="650bfec5-dc8c-42e5-9303-c35eba02494d" providerId="ADAL" clId="{4CAABB25-AA6C-491B-BD71-ABCDB01E741B}" dt="2026-01-29T15:41:34.066" v="32189" actId="164"/>
          <ac:spMkLst>
            <pc:docMk/>
            <pc:sldMk cId="2167550038" sldId="335"/>
            <ac:spMk id="12" creationId="{CC2232EF-0AD5-08E7-F4F1-01F22C39FDD8}"/>
          </ac:spMkLst>
        </pc:spChg>
        <pc:spChg chg="add mod">
          <ac:chgData name="Andrea Marcone" userId="650bfec5-dc8c-42e5-9303-c35eba02494d" providerId="ADAL" clId="{4CAABB25-AA6C-491B-BD71-ABCDB01E741B}" dt="2026-01-29T15:36:24.172" v="32110" actId="20577"/>
          <ac:spMkLst>
            <pc:docMk/>
            <pc:sldMk cId="2167550038" sldId="335"/>
            <ac:spMk id="13" creationId="{94DDAEB9-B566-E0EE-2818-9777BC2CC589}"/>
          </ac:spMkLst>
        </pc:spChg>
        <pc:spChg chg="mod topLvl">
          <ac:chgData name="Andrea Marcone" userId="650bfec5-dc8c-42e5-9303-c35eba02494d" providerId="ADAL" clId="{4CAABB25-AA6C-491B-BD71-ABCDB01E741B}" dt="2026-01-29T15:41:34.066" v="32189" actId="164"/>
          <ac:spMkLst>
            <pc:docMk/>
            <pc:sldMk cId="2167550038" sldId="335"/>
            <ac:spMk id="14" creationId="{6AEACF23-7FF2-2D75-2EEF-484CD74DB5DA}"/>
          </ac:spMkLst>
        </pc:spChg>
        <pc:spChg chg="add mod">
          <ac:chgData name="Andrea Marcone" userId="650bfec5-dc8c-42e5-9303-c35eba02494d" providerId="ADAL" clId="{4CAABB25-AA6C-491B-BD71-ABCDB01E741B}" dt="2026-01-29T15:36:36.002" v="32117" actId="114"/>
          <ac:spMkLst>
            <pc:docMk/>
            <pc:sldMk cId="2167550038" sldId="335"/>
            <ac:spMk id="15" creationId="{E1EB5E41-6F42-18A5-DC03-EE1609EDA8BB}"/>
          </ac:spMkLst>
        </pc:spChg>
        <pc:spChg chg="mod">
          <ac:chgData name="Andrea Marcone" userId="650bfec5-dc8c-42e5-9303-c35eba02494d" providerId="ADAL" clId="{4CAABB25-AA6C-491B-BD71-ABCDB01E741B}" dt="2026-02-02T11:47:15.379" v="32230" actId="20577"/>
          <ac:spMkLst>
            <pc:docMk/>
            <pc:sldMk cId="2167550038" sldId="335"/>
            <ac:spMk id="17" creationId="{EA5B2F7E-377D-4CDC-9C40-EE973D938274}"/>
          </ac:spMkLst>
        </pc:spChg>
        <pc:spChg chg="add mod">
          <ac:chgData name="Andrea Marcone" userId="650bfec5-dc8c-42e5-9303-c35eba02494d" providerId="ADAL" clId="{4CAABB25-AA6C-491B-BD71-ABCDB01E741B}" dt="2026-01-29T15:36:48.663" v="32123" actId="114"/>
          <ac:spMkLst>
            <pc:docMk/>
            <pc:sldMk cId="2167550038" sldId="335"/>
            <ac:spMk id="18" creationId="{27522434-36FD-DD9A-610B-73FE198F5315}"/>
          </ac:spMkLst>
        </pc:spChg>
        <pc:spChg chg="add mod">
          <ac:chgData name="Andrea Marcone" userId="650bfec5-dc8c-42e5-9303-c35eba02494d" providerId="ADAL" clId="{4CAABB25-AA6C-491B-BD71-ABCDB01E741B}" dt="2026-01-16T11:09:45.333" v="29663" actId="12788"/>
          <ac:spMkLst>
            <pc:docMk/>
            <pc:sldMk cId="2167550038" sldId="335"/>
            <ac:spMk id="19" creationId="{4F8E2E6C-8FF7-F0E1-8C5F-5AA6361D6842}"/>
          </ac:spMkLst>
        </pc:spChg>
        <pc:spChg chg="mod">
          <ac:chgData name="Andrea Marcone" userId="650bfec5-dc8c-42e5-9303-c35eba02494d" providerId="ADAL" clId="{4CAABB25-AA6C-491B-BD71-ABCDB01E741B}" dt="2026-02-02T11:47:18.146" v="32231" actId="20577"/>
          <ac:spMkLst>
            <pc:docMk/>
            <pc:sldMk cId="2167550038" sldId="335"/>
            <ac:spMk id="21" creationId="{B703C58A-CC33-06FB-77BD-298148986054}"/>
          </ac:spMkLst>
        </pc:spChg>
        <pc:spChg chg="mod">
          <ac:chgData name="Andrea Marcone" userId="650bfec5-dc8c-42e5-9303-c35eba02494d" providerId="ADAL" clId="{4CAABB25-AA6C-491B-BD71-ABCDB01E741B}" dt="2026-01-29T15:36:14.920" v="32106" actId="114"/>
          <ac:spMkLst>
            <pc:docMk/>
            <pc:sldMk cId="2167550038" sldId="335"/>
            <ac:spMk id="23" creationId="{3B3C1FC2-DCF0-625E-F1DA-CFDDB6F23940}"/>
          </ac:spMkLst>
        </pc:spChg>
        <pc:grpChg chg="add mod">
          <ac:chgData name="Andrea Marcone" userId="650bfec5-dc8c-42e5-9303-c35eba02494d" providerId="ADAL" clId="{4CAABB25-AA6C-491B-BD71-ABCDB01E741B}" dt="2026-01-29T15:41:53.025" v="32192" actId="164"/>
          <ac:grpSpMkLst>
            <pc:docMk/>
            <pc:sldMk cId="2167550038" sldId="335"/>
            <ac:grpSpMk id="6" creationId="{60990302-7FAB-9C31-3587-22BED92F9B6D}"/>
          </ac:grpSpMkLst>
        </pc:grpChg>
        <pc:grpChg chg="add mod">
          <ac:chgData name="Andrea Marcone" userId="650bfec5-dc8c-42e5-9303-c35eba02494d" providerId="ADAL" clId="{4CAABB25-AA6C-491B-BD71-ABCDB01E741B}" dt="2026-01-29T15:41:53.025" v="32192" actId="164"/>
          <ac:grpSpMkLst>
            <pc:docMk/>
            <pc:sldMk cId="2167550038" sldId="335"/>
            <ac:grpSpMk id="7" creationId="{FD48417F-B237-30B0-64EC-F2E97E89162F}"/>
          </ac:grpSpMkLst>
        </pc:grpChg>
      </pc:sldChg>
      <pc:sldChg chg="addSp delSp modSp add mod">
        <pc:chgData name="Andrea Marcone" userId="650bfec5-dc8c-42e5-9303-c35eba02494d" providerId="ADAL" clId="{4CAABB25-AA6C-491B-BD71-ABCDB01E741B}" dt="2026-02-02T11:41:57.213" v="32221" actId="1036"/>
        <pc:sldMkLst>
          <pc:docMk/>
          <pc:sldMk cId="921305628" sldId="336"/>
        </pc:sldMkLst>
        <pc:spChg chg="add mod">
          <ac:chgData name="Andrea Marcone" userId="650bfec5-dc8c-42e5-9303-c35eba02494d" providerId="ADAL" clId="{4CAABB25-AA6C-491B-BD71-ABCDB01E741B}" dt="2026-01-15T11:39:26.743" v="26783" actId="1076"/>
          <ac:spMkLst>
            <pc:docMk/>
            <pc:sldMk cId="921305628" sldId="336"/>
            <ac:spMk id="3" creationId="{B17491CD-CA0E-1CFF-3019-B8C55AF3F98B}"/>
          </ac:spMkLst>
        </pc:spChg>
        <pc:spChg chg="add mod">
          <ac:chgData name="Andrea Marcone" userId="650bfec5-dc8c-42e5-9303-c35eba02494d" providerId="ADAL" clId="{4CAABB25-AA6C-491B-BD71-ABCDB01E741B}" dt="2026-02-02T11:41:57.213" v="32221" actId="1036"/>
          <ac:spMkLst>
            <pc:docMk/>
            <pc:sldMk cId="921305628" sldId="336"/>
            <ac:spMk id="5" creationId="{6F899C31-AAF2-3B13-19DC-45DA916CF182}"/>
          </ac:spMkLst>
        </pc:spChg>
        <pc:picChg chg="mod">
          <ac:chgData name="Andrea Marcone" userId="650bfec5-dc8c-42e5-9303-c35eba02494d" providerId="ADAL" clId="{4CAABB25-AA6C-491B-BD71-ABCDB01E741B}" dt="2026-01-15T11:38:09.348" v="26714" actId="14100"/>
          <ac:picMkLst>
            <pc:docMk/>
            <pc:sldMk cId="921305628" sldId="336"/>
            <ac:picMk id="12" creationId="{30CB9F42-1421-0C3D-32A2-D009E92A3962}"/>
          </ac:picMkLst>
        </pc:picChg>
      </pc:sldChg>
      <pc:sldChg chg="delSp add del mod modTransition">
        <pc:chgData name="Andrea Marcone" userId="650bfec5-dc8c-42e5-9303-c35eba02494d" providerId="ADAL" clId="{4CAABB25-AA6C-491B-BD71-ABCDB01E741B}" dt="2026-01-13T17:13:07.858" v="23833" actId="47"/>
        <pc:sldMkLst>
          <pc:docMk/>
          <pc:sldMk cId="2838978913" sldId="336"/>
        </pc:sldMkLst>
      </pc:sldChg>
      <pc:sldChg chg="add del modTransition">
        <pc:chgData name="Andrea Marcone" userId="650bfec5-dc8c-42e5-9303-c35eba02494d" providerId="ADAL" clId="{4CAABB25-AA6C-491B-BD71-ABCDB01E741B}" dt="2026-01-13T17:13:07.858" v="23833" actId="47"/>
        <pc:sldMkLst>
          <pc:docMk/>
          <pc:sldMk cId="2137698243" sldId="337"/>
        </pc:sldMkLst>
      </pc:sldChg>
      <pc:sldChg chg="addSp delSp modSp add mod">
        <pc:chgData name="Andrea Marcone" userId="650bfec5-dc8c-42e5-9303-c35eba02494d" providerId="ADAL" clId="{4CAABB25-AA6C-491B-BD71-ABCDB01E741B}" dt="2026-02-02T11:42:08.900" v="32225"/>
        <pc:sldMkLst>
          <pc:docMk/>
          <pc:sldMk cId="3430609785" sldId="337"/>
        </pc:sldMkLst>
        <pc:spChg chg="add mod">
          <ac:chgData name="Andrea Marcone" userId="650bfec5-dc8c-42e5-9303-c35eba02494d" providerId="ADAL" clId="{4CAABB25-AA6C-491B-BD71-ABCDB01E741B}" dt="2026-02-02T11:42:08.900" v="32225"/>
          <ac:spMkLst>
            <pc:docMk/>
            <pc:sldMk cId="3430609785" sldId="337"/>
            <ac:spMk id="5" creationId="{E5AE2045-1B74-02A1-F642-BF5822E95024}"/>
          </ac:spMkLst>
        </pc:spChg>
        <pc:spChg chg="mod">
          <ac:chgData name="Andrea Marcone" userId="650bfec5-dc8c-42e5-9303-c35eba02494d" providerId="ADAL" clId="{4CAABB25-AA6C-491B-BD71-ABCDB01E741B}" dt="2026-01-15T14:35:51.355" v="27221" actId="6549"/>
          <ac:spMkLst>
            <pc:docMk/>
            <pc:sldMk cId="3430609785" sldId="337"/>
            <ac:spMk id="8" creationId="{2542A58E-0E07-008F-076A-C0C3D9414D27}"/>
          </ac:spMkLst>
        </pc:spChg>
        <pc:cxnChg chg="mod">
          <ac:chgData name="Andrea Marcone" userId="650bfec5-dc8c-42e5-9303-c35eba02494d" providerId="ADAL" clId="{4CAABB25-AA6C-491B-BD71-ABCDB01E741B}" dt="2026-01-15T14:35:26.665" v="27202" actId="1038"/>
          <ac:cxnSpMkLst>
            <pc:docMk/>
            <pc:sldMk cId="3430609785" sldId="337"/>
            <ac:cxnSpMk id="7" creationId="{ED92085E-E7A2-F6A9-8856-AA31A2BDA930}"/>
          </ac:cxnSpMkLst>
        </pc:cxnChg>
        <pc:cxnChg chg="mod">
          <ac:chgData name="Andrea Marcone" userId="650bfec5-dc8c-42e5-9303-c35eba02494d" providerId="ADAL" clId="{4CAABB25-AA6C-491B-BD71-ABCDB01E741B}" dt="2026-01-15T14:38:38.770" v="27364" actId="1582"/>
          <ac:cxnSpMkLst>
            <pc:docMk/>
            <pc:sldMk cId="3430609785" sldId="337"/>
            <ac:cxnSpMk id="10" creationId="{CEE3B1EF-7FF5-995E-A49A-BFCE212F12D5}"/>
          </ac:cxnSpMkLst>
        </pc:cxnChg>
      </pc:sldChg>
      <pc:sldChg chg="del modTransition">
        <pc:chgData name="Andrea Marcone" userId="650bfec5-dc8c-42e5-9303-c35eba02494d" providerId="ADAL" clId="{4CAABB25-AA6C-491B-BD71-ABCDB01E741B}" dt="2026-01-13T17:12:53.325" v="23831" actId="47"/>
        <pc:sldMkLst>
          <pc:docMk/>
          <pc:sldMk cId="1606078989" sldId="338"/>
        </pc:sldMkLst>
      </pc:sldChg>
      <pc:sldChg chg="addSp delSp modSp add mod">
        <pc:chgData name="Andrea Marcone" userId="650bfec5-dc8c-42e5-9303-c35eba02494d" providerId="ADAL" clId="{4CAABB25-AA6C-491B-BD71-ABCDB01E741B}" dt="2026-02-02T11:42:15.836" v="32227"/>
        <pc:sldMkLst>
          <pc:docMk/>
          <pc:sldMk cId="3691015976" sldId="338"/>
        </pc:sldMkLst>
        <pc:spChg chg="add mod">
          <ac:chgData name="Andrea Marcone" userId="650bfec5-dc8c-42e5-9303-c35eba02494d" providerId="ADAL" clId="{4CAABB25-AA6C-491B-BD71-ABCDB01E741B}" dt="2026-02-02T11:42:15.836" v="32227"/>
          <ac:spMkLst>
            <pc:docMk/>
            <pc:sldMk cId="3691015976" sldId="338"/>
            <ac:spMk id="5" creationId="{B4565C10-74B3-1B14-EF41-18E110AD1281}"/>
          </ac:spMkLst>
        </pc:spChg>
        <pc:spChg chg="mod">
          <ac:chgData name="Andrea Marcone" userId="650bfec5-dc8c-42e5-9303-c35eba02494d" providerId="ADAL" clId="{4CAABB25-AA6C-491B-BD71-ABCDB01E741B}" dt="2026-01-15T14:37:15.175" v="27361" actId="20577"/>
          <ac:spMkLst>
            <pc:docMk/>
            <pc:sldMk cId="3691015976" sldId="338"/>
            <ac:spMk id="8" creationId="{0794E908-1A8C-78AF-2EC8-C933F6F77A66}"/>
          </ac:spMkLst>
        </pc:spChg>
        <pc:cxnChg chg="mod">
          <ac:chgData name="Andrea Marcone" userId="650bfec5-dc8c-42e5-9303-c35eba02494d" providerId="ADAL" clId="{4CAABB25-AA6C-491B-BD71-ABCDB01E741B}" dt="2026-01-15T14:36:19.914" v="27320" actId="1037"/>
          <ac:cxnSpMkLst>
            <pc:docMk/>
            <pc:sldMk cId="3691015976" sldId="338"/>
            <ac:cxnSpMk id="6" creationId="{8919E2FF-D36E-DED0-2FE1-EFC87823F7C9}"/>
          </ac:cxnSpMkLst>
        </pc:cxnChg>
        <pc:cxnChg chg="mod">
          <ac:chgData name="Andrea Marcone" userId="650bfec5-dc8c-42e5-9303-c35eba02494d" providerId="ADAL" clId="{4CAABB25-AA6C-491B-BD71-ABCDB01E741B}" dt="2026-01-15T14:38:29.550" v="27363" actId="1582"/>
          <ac:cxnSpMkLst>
            <pc:docMk/>
            <pc:sldMk cId="3691015976" sldId="338"/>
            <ac:cxnSpMk id="10" creationId="{EC9E6F6A-D353-073D-F5B0-ABB10535492B}"/>
          </ac:cxnSpMkLst>
        </pc:cxnChg>
      </pc:sldChg>
      <pc:sldChg chg="delSp modSp add mod">
        <pc:chgData name="Andrea Marcone" userId="650bfec5-dc8c-42e5-9303-c35eba02494d" providerId="ADAL" clId="{4CAABB25-AA6C-491B-BD71-ABCDB01E741B}" dt="2026-01-16T16:25:54.337" v="31141" actId="478"/>
        <pc:sldMkLst>
          <pc:docMk/>
          <pc:sldMk cId="464614448" sldId="339"/>
        </pc:sldMkLst>
      </pc:sldChg>
      <pc:sldChg chg="del modTransition">
        <pc:chgData name="Andrea Marcone" userId="650bfec5-dc8c-42e5-9303-c35eba02494d" providerId="ADAL" clId="{4CAABB25-AA6C-491B-BD71-ABCDB01E741B}" dt="2026-01-13T17:12:53.325" v="23831" actId="47"/>
        <pc:sldMkLst>
          <pc:docMk/>
          <pc:sldMk cId="668308344" sldId="339"/>
        </pc:sldMkLst>
      </pc:sldChg>
      <pc:sldChg chg="add del">
        <pc:chgData name="Andrea Marcone" userId="650bfec5-dc8c-42e5-9303-c35eba02494d" providerId="ADAL" clId="{4CAABB25-AA6C-491B-BD71-ABCDB01E741B}" dt="2026-01-16T11:43:12.917" v="30072" actId="2696"/>
        <pc:sldMkLst>
          <pc:docMk/>
          <pc:sldMk cId="3170779730" sldId="339"/>
        </pc:sldMkLst>
      </pc:sldChg>
      <pc:sldChg chg="addSp delSp modSp add mod">
        <pc:chgData name="Andrea Marcone" userId="650bfec5-dc8c-42e5-9303-c35eba02494d" providerId="ADAL" clId="{4CAABB25-AA6C-491B-BD71-ABCDB01E741B}" dt="2026-02-05T17:14:51.418" v="32277"/>
        <pc:sldMkLst>
          <pc:docMk/>
          <pc:sldMk cId="877660048" sldId="340"/>
        </pc:sldMkLst>
        <pc:spChg chg="add mod">
          <ac:chgData name="Andrea Marcone" userId="650bfec5-dc8c-42e5-9303-c35eba02494d" providerId="ADAL" clId="{4CAABB25-AA6C-491B-BD71-ABCDB01E741B}" dt="2026-02-05T17:14:51.418" v="32277"/>
          <ac:spMkLst>
            <pc:docMk/>
            <pc:sldMk cId="877660048" sldId="340"/>
            <ac:spMk id="4" creationId="{C2EA7012-372C-C092-3EBA-94B9C9929016}"/>
          </ac:spMkLst>
        </pc:spChg>
        <pc:spChg chg="del mod">
          <ac:chgData name="Andrea Marcone" userId="650bfec5-dc8c-42e5-9303-c35eba02494d" providerId="ADAL" clId="{4CAABB25-AA6C-491B-BD71-ABCDB01E741B}" dt="2026-02-05T17:14:50.865" v="32276" actId="478"/>
          <ac:spMkLst>
            <pc:docMk/>
            <pc:sldMk cId="877660048" sldId="340"/>
            <ac:spMk id="19" creationId="{593C2517-CF44-1429-F0A1-E28EC507CCE9}"/>
          </ac:spMkLst>
        </pc:spChg>
      </pc:sldChg>
      <pc:sldChg chg="modSp del mod modTransition">
        <pc:chgData name="Andrea Marcone" userId="650bfec5-dc8c-42e5-9303-c35eba02494d" providerId="ADAL" clId="{4CAABB25-AA6C-491B-BD71-ABCDB01E741B}" dt="2026-01-13T17:12:53.325" v="23831" actId="47"/>
        <pc:sldMkLst>
          <pc:docMk/>
          <pc:sldMk cId="3703691129" sldId="340"/>
        </pc:sldMkLst>
      </pc:sldChg>
      <pc:sldChg chg="addSp delSp modSp del mod modTransition">
        <pc:chgData name="Andrea Marcone" userId="650bfec5-dc8c-42e5-9303-c35eba02494d" providerId="ADAL" clId="{4CAABB25-AA6C-491B-BD71-ABCDB01E741B}" dt="2026-01-13T17:12:53.325" v="23831" actId="47"/>
        <pc:sldMkLst>
          <pc:docMk/>
          <pc:sldMk cId="338920094" sldId="341"/>
        </pc:sldMkLst>
      </pc:sldChg>
      <pc:sldChg chg="delSp modSp add mod">
        <pc:chgData name="Andrea Marcone" userId="650bfec5-dc8c-42e5-9303-c35eba02494d" providerId="ADAL" clId="{4CAABB25-AA6C-491B-BD71-ABCDB01E741B}" dt="2026-01-16T16:28:41.405" v="31155" actId="478"/>
        <pc:sldMkLst>
          <pc:docMk/>
          <pc:sldMk cId="2410537895" sldId="341"/>
        </pc:sldMkLst>
        <pc:spChg chg="mod">
          <ac:chgData name="Andrea Marcone" userId="650bfec5-dc8c-42e5-9303-c35eba02494d" providerId="ADAL" clId="{4CAABB25-AA6C-491B-BD71-ABCDB01E741B}" dt="2026-01-16T16:28:32.755" v="31153" actId="2085"/>
          <ac:spMkLst>
            <pc:docMk/>
            <pc:sldMk cId="2410537895" sldId="341"/>
            <ac:spMk id="19" creationId="{971B5A90-E813-0C11-0ED2-A38360CB511D}"/>
          </ac:spMkLst>
        </pc:spChg>
        <pc:spChg chg="mod">
          <ac:chgData name="Andrea Marcone" userId="650bfec5-dc8c-42e5-9303-c35eba02494d" providerId="ADAL" clId="{4CAABB25-AA6C-491B-BD71-ABCDB01E741B}" dt="2026-01-16T16:28:29.670" v="31152" actId="2085"/>
          <ac:spMkLst>
            <pc:docMk/>
            <pc:sldMk cId="2410537895" sldId="341"/>
            <ac:spMk id="25" creationId="{4749AABE-6247-8D6F-A2F3-C8AA1D1881B3}"/>
          </ac:spMkLst>
        </pc:spChg>
      </pc:sldChg>
      <pc:sldChg chg="addSp delSp modSp add del mod modTransition">
        <pc:chgData name="Andrea Marcone" userId="650bfec5-dc8c-42e5-9303-c35eba02494d" providerId="ADAL" clId="{4CAABB25-AA6C-491B-BD71-ABCDB01E741B}" dt="2026-01-13T17:12:53.325" v="23831" actId="47"/>
        <pc:sldMkLst>
          <pc:docMk/>
          <pc:sldMk cId="2618470446" sldId="342"/>
        </pc:sldMkLst>
      </pc:sldChg>
      <pc:sldChg chg="modSp add mod">
        <pc:chgData name="Andrea Marcone" userId="650bfec5-dc8c-42e5-9303-c35eba02494d" providerId="ADAL" clId="{4CAABB25-AA6C-491B-BD71-ABCDB01E741B}" dt="2026-02-05T17:12:57.070" v="32275" actId="14100"/>
        <pc:sldMkLst>
          <pc:docMk/>
          <pc:sldMk cId="2783210116" sldId="342"/>
        </pc:sldMkLst>
        <pc:spChg chg="mod">
          <ac:chgData name="Andrea Marcone" userId="650bfec5-dc8c-42e5-9303-c35eba02494d" providerId="ADAL" clId="{4CAABB25-AA6C-491B-BD71-ABCDB01E741B}" dt="2026-02-05T17:12:42.414" v="32274"/>
          <ac:spMkLst>
            <pc:docMk/>
            <pc:sldMk cId="2783210116" sldId="342"/>
            <ac:spMk id="33" creationId="{891F3C5B-8D2C-F6C1-3149-1B59C982E105}"/>
          </ac:spMkLst>
        </pc:spChg>
        <pc:spChg chg="mod">
          <ac:chgData name="Andrea Marcone" userId="650bfec5-dc8c-42e5-9303-c35eba02494d" providerId="ADAL" clId="{4CAABB25-AA6C-491B-BD71-ABCDB01E741B}" dt="2026-01-29T15:38:04.293" v="32139" actId="114"/>
          <ac:spMkLst>
            <pc:docMk/>
            <pc:sldMk cId="2783210116" sldId="342"/>
            <ac:spMk id="34" creationId="{62557F61-69E9-1E5B-AA03-6FA3AED8E936}"/>
          </ac:spMkLst>
        </pc:spChg>
        <pc:spChg chg="mod">
          <ac:chgData name="Andrea Marcone" userId="650bfec5-dc8c-42e5-9303-c35eba02494d" providerId="ADAL" clId="{4CAABB25-AA6C-491B-BD71-ABCDB01E741B}" dt="2026-02-05T17:12:57.070" v="32275" actId="14100"/>
          <ac:spMkLst>
            <pc:docMk/>
            <pc:sldMk cId="2783210116" sldId="342"/>
            <ac:spMk id="36" creationId="{2F6B6C38-21F6-BD30-0B50-9B545604FF14}"/>
          </ac:spMkLst>
        </pc:spChg>
      </pc:sldChg>
      <pc:sldChg chg="modSp add del mod modTransition">
        <pc:chgData name="Andrea Marcone" userId="650bfec5-dc8c-42e5-9303-c35eba02494d" providerId="ADAL" clId="{4CAABB25-AA6C-491B-BD71-ABCDB01E741B}" dt="2026-01-13T17:12:53.325" v="23831" actId="47"/>
        <pc:sldMkLst>
          <pc:docMk/>
          <pc:sldMk cId="734129582" sldId="343"/>
        </pc:sldMkLst>
      </pc:sldChg>
      <pc:sldChg chg="modSp mod">
        <pc:chgData name="Andrea Marcone" userId="650bfec5-dc8c-42e5-9303-c35eba02494d" providerId="ADAL" clId="{4CAABB25-AA6C-491B-BD71-ABCDB01E741B}" dt="2026-01-29T15:39:00.716" v="32164" actId="114"/>
        <pc:sldMkLst>
          <pc:docMk/>
          <pc:sldMk cId="3758641672" sldId="343"/>
        </pc:sldMkLst>
        <pc:spChg chg="mod">
          <ac:chgData name="Andrea Marcone" userId="650bfec5-dc8c-42e5-9303-c35eba02494d" providerId="ADAL" clId="{4CAABB25-AA6C-491B-BD71-ABCDB01E741B}" dt="2026-01-29T14:51:32.688" v="31820" actId="313"/>
          <ac:spMkLst>
            <pc:docMk/>
            <pc:sldMk cId="3758641672" sldId="343"/>
            <ac:spMk id="4" creationId="{2D485F0D-F923-2EF4-43E7-D262A016627E}"/>
          </ac:spMkLst>
        </pc:spChg>
        <pc:spChg chg="mod">
          <ac:chgData name="Andrea Marcone" userId="650bfec5-dc8c-42e5-9303-c35eba02494d" providerId="ADAL" clId="{4CAABB25-AA6C-491B-BD71-ABCDB01E741B}" dt="2026-01-29T15:38:31.422" v="32145" actId="114"/>
          <ac:spMkLst>
            <pc:docMk/>
            <pc:sldMk cId="3758641672" sldId="343"/>
            <ac:spMk id="6" creationId="{C8C3FFCC-58DA-2C01-ACCE-55E4A6515C43}"/>
          </ac:spMkLst>
        </pc:spChg>
        <pc:spChg chg="mod">
          <ac:chgData name="Andrea Marcone" userId="650bfec5-dc8c-42e5-9303-c35eba02494d" providerId="ADAL" clId="{4CAABB25-AA6C-491B-BD71-ABCDB01E741B}" dt="2026-01-29T15:39:00.716" v="32164" actId="114"/>
          <ac:spMkLst>
            <pc:docMk/>
            <pc:sldMk cId="3758641672" sldId="343"/>
            <ac:spMk id="7" creationId="{E566CB0E-91FD-FF90-C6C9-561B0EFDE8F3}"/>
          </ac:spMkLst>
        </pc:spChg>
        <pc:spChg chg="mod">
          <ac:chgData name="Andrea Marcone" userId="650bfec5-dc8c-42e5-9303-c35eba02494d" providerId="ADAL" clId="{4CAABB25-AA6C-491B-BD71-ABCDB01E741B}" dt="2026-01-29T15:38:37.897" v="32155" actId="20577"/>
          <ac:spMkLst>
            <pc:docMk/>
            <pc:sldMk cId="3758641672" sldId="343"/>
            <ac:spMk id="8" creationId="{AA844789-3288-E808-DC8D-BDF74F9D6600}"/>
          </ac:spMkLst>
        </pc:spChg>
        <pc:spChg chg="mod">
          <ac:chgData name="Andrea Marcone" userId="650bfec5-dc8c-42e5-9303-c35eba02494d" providerId="ADAL" clId="{4CAABB25-AA6C-491B-BD71-ABCDB01E741B}" dt="2026-01-29T15:38:54.266" v="32161" actId="114"/>
          <ac:spMkLst>
            <pc:docMk/>
            <pc:sldMk cId="3758641672" sldId="343"/>
            <ac:spMk id="10" creationId="{AE059139-690B-EF59-01CA-652203FE9FC2}"/>
          </ac:spMkLst>
        </pc:spChg>
      </pc:sldChg>
      <pc:sldChg chg="addSp delSp modSp add del mod modTransition">
        <pc:chgData name="Andrea Marcone" userId="650bfec5-dc8c-42e5-9303-c35eba02494d" providerId="ADAL" clId="{4CAABB25-AA6C-491B-BD71-ABCDB01E741B}" dt="2026-01-13T17:12:53.325" v="23831" actId="47"/>
        <pc:sldMkLst>
          <pc:docMk/>
          <pc:sldMk cId="3430817542" sldId="344"/>
        </pc:sldMkLst>
      </pc:sldChg>
      <pc:sldChg chg="addSp delSp modSp add del mod modTransition">
        <pc:chgData name="Andrea Marcone" userId="650bfec5-dc8c-42e5-9303-c35eba02494d" providerId="ADAL" clId="{4CAABB25-AA6C-491B-BD71-ABCDB01E741B}" dt="2026-01-13T17:12:53.325" v="23831" actId="47"/>
        <pc:sldMkLst>
          <pc:docMk/>
          <pc:sldMk cId="1920594644" sldId="345"/>
        </pc:sldMkLst>
      </pc:sldChg>
      <pc:sldChg chg="addSp delSp modSp add mod">
        <pc:chgData name="Andrea Marcone" userId="650bfec5-dc8c-42e5-9303-c35eba02494d" providerId="ADAL" clId="{4CAABB25-AA6C-491B-BD71-ABCDB01E741B}" dt="2026-02-02T11:42:02.967" v="32223"/>
        <pc:sldMkLst>
          <pc:docMk/>
          <pc:sldMk cId="2355481164" sldId="345"/>
        </pc:sldMkLst>
        <pc:spChg chg="add mod">
          <ac:chgData name="Andrea Marcone" userId="650bfec5-dc8c-42e5-9303-c35eba02494d" providerId="ADAL" clId="{4CAABB25-AA6C-491B-BD71-ABCDB01E741B}" dt="2026-02-02T11:42:02.967" v="32223"/>
          <ac:spMkLst>
            <pc:docMk/>
            <pc:sldMk cId="2355481164" sldId="345"/>
            <ac:spMk id="4" creationId="{DFE264B7-F06F-1F93-4A86-B35DD156C5F2}"/>
          </ac:spMkLst>
        </pc:spChg>
      </pc:sldChg>
      <pc:sldChg chg="addSp delSp modSp del mod modTransition">
        <pc:chgData name="Andrea Marcone" userId="650bfec5-dc8c-42e5-9303-c35eba02494d" providerId="ADAL" clId="{4CAABB25-AA6C-491B-BD71-ABCDB01E741B}" dt="2026-01-13T17:12:53.325" v="23831" actId="47"/>
        <pc:sldMkLst>
          <pc:docMk/>
          <pc:sldMk cId="4172746191" sldId="346"/>
        </pc:sldMkLst>
      </pc:sldChg>
      <pc:sldChg chg="addSp delSp modSp add mod">
        <pc:chgData name="Andrea Marcone" userId="650bfec5-dc8c-42e5-9303-c35eba02494d" providerId="ADAL" clId="{4CAABB25-AA6C-491B-BD71-ABCDB01E741B}" dt="2026-02-02T11:42:20.479" v="32229"/>
        <pc:sldMkLst>
          <pc:docMk/>
          <pc:sldMk cId="4257332602" sldId="346"/>
        </pc:sldMkLst>
        <pc:spChg chg="mod">
          <ac:chgData name="Andrea Marcone" userId="650bfec5-dc8c-42e5-9303-c35eba02494d" providerId="ADAL" clId="{4CAABB25-AA6C-491B-BD71-ABCDB01E741B}" dt="2026-01-29T15:32:21.555" v="32080" actId="1582"/>
          <ac:spMkLst>
            <pc:docMk/>
            <pc:sldMk cId="4257332602" sldId="346"/>
            <ac:spMk id="3" creationId="{8819A642-6C1D-89F6-03D9-4A9C7283FD58}"/>
          </ac:spMkLst>
        </pc:spChg>
        <pc:spChg chg="add mod">
          <ac:chgData name="Andrea Marcone" userId="650bfec5-dc8c-42e5-9303-c35eba02494d" providerId="ADAL" clId="{4CAABB25-AA6C-491B-BD71-ABCDB01E741B}" dt="2026-02-02T11:42:20.479" v="32229"/>
          <ac:spMkLst>
            <pc:docMk/>
            <pc:sldMk cId="4257332602" sldId="346"/>
            <ac:spMk id="5" creationId="{A3507F65-6597-4FC3-2ED2-EB3B47AD1B7C}"/>
          </ac:spMkLst>
        </pc:spChg>
      </pc:sldChg>
      <pc:sldChg chg="addSp modSp del mod modTransition">
        <pc:chgData name="Andrea Marcone" userId="650bfec5-dc8c-42e5-9303-c35eba02494d" providerId="ADAL" clId="{4CAABB25-AA6C-491B-BD71-ABCDB01E741B}" dt="2026-01-13T17:12:53.325" v="23831" actId="47"/>
        <pc:sldMkLst>
          <pc:docMk/>
          <pc:sldMk cId="2210911926" sldId="347"/>
        </pc:sldMkLst>
      </pc:sldChg>
      <pc:sldChg chg="modSp del mod modTransition">
        <pc:chgData name="Andrea Marcone" userId="650bfec5-dc8c-42e5-9303-c35eba02494d" providerId="ADAL" clId="{4CAABB25-AA6C-491B-BD71-ABCDB01E741B}" dt="2026-01-13T17:12:53.325" v="23831" actId="47"/>
        <pc:sldMkLst>
          <pc:docMk/>
          <pc:sldMk cId="2163337470" sldId="348"/>
        </pc:sldMkLst>
      </pc:sldChg>
      <pc:sldChg chg="modSp add del mod">
        <pc:chgData name="Andrea Marcone" userId="650bfec5-dc8c-42e5-9303-c35eba02494d" providerId="ADAL" clId="{4CAABB25-AA6C-491B-BD71-ABCDB01E741B}" dt="2026-01-13T17:12:53.325" v="23831" actId="47"/>
        <pc:sldMkLst>
          <pc:docMk/>
          <pc:sldMk cId="4213682622" sldId="349"/>
        </pc:sldMkLst>
      </pc:sldChg>
      <pc:sldChg chg="del">
        <pc:chgData name="Andrea Marcone" userId="650bfec5-dc8c-42e5-9303-c35eba02494d" providerId="ADAL" clId="{4CAABB25-AA6C-491B-BD71-ABCDB01E741B}" dt="2026-01-13T17:12:53.325" v="23831" actId="47"/>
        <pc:sldMkLst>
          <pc:docMk/>
          <pc:sldMk cId="2705075407" sldId="350"/>
        </pc:sldMkLst>
      </pc:sldChg>
      <pc:sldChg chg="del">
        <pc:chgData name="Andrea Marcone" userId="650bfec5-dc8c-42e5-9303-c35eba02494d" providerId="ADAL" clId="{4CAABB25-AA6C-491B-BD71-ABCDB01E741B}" dt="2026-01-13T17:12:53.325" v="23831" actId="47"/>
        <pc:sldMkLst>
          <pc:docMk/>
          <pc:sldMk cId="2337313469" sldId="351"/>
        </pc:sldMkLst>
      </pc:sldChg>
      <pc:sldChg chg="addSp delSp modSp add del mod">
        <pc:chgData name="Andrea Marcone" userId="650bfec5-dc8c-42e5-9303-c35eba02494d" providerId="ADAL" clId="{4CAABB25-AA6C-491B-BD71-ABCDB01E741B}" dt="2026-01-13T17:12:22.307" v="23828" actId="47"/>
        <pc:sldMkLst>
          <pc:docMk/>
          <pc:sldMk cId="2370767885" sldId="352"/>
        </pc:sldMkLst>
      </pc:sldChg>
      <pc:sldMasterChg chg="modTransition modSldLayout">
        <pc:chgData name="Andrea Marcone" userId="650bfec5-dc8c-42e5-9303-c35eba02494d" providerId="ADAL" clId="{4CAABB25-AA6C-491B-BD71-ABCDB01E741B}" dt="2025-11-11T11:09:19.505" v="23558"/>
        <pc:sldMasterMkLst>
          <pc:docMk/>
          <pc:sldMasterMk cId="3077373077" sldId="2147483684"/>
        </pc:sldMasterMkLst>
        <pc:sldLayoutChg chg="modTransition">
          <pc:chgData name="Andrea Marcone" userId="650bfec5-dc8c-42e5-9303-c35eba02494d" providerId="ADAL" clId="{4CAABB25-AA6C-491B-BD71-ABCDB01E741B}" dt="2025-11-11T11:09:19.505" v="23558"/>
          <pc:sldLayoutMkLst>
            <pc:docMk/>
            <pc:sldMasterMk cId="3077373077" sldId="2147483684"/>
            <pc:sldLayoutMk cId="2739379090" sldId="2147483685"/>
          </pc:sldLayoutMkLst>
        </pc:sldLayoutChg>
        <pc:sldLayoutChg chg="modTransition">
          <pc:chgData name="Andrea Marcone" userId="650bfec5-dc8c-42e5-9303-c35eba02494d" providerId="ADAL" clId="{4CAABB25-AA6C-491B-BD71-ABCDB01E741B}" dt="2025-11-11T11:09:19.505" v="23558"/>
          <pc:sldLayoutMkLst>
            <pc:docMk/>
            <pc:sldMasterMk cId="3077373077" sldId="2147483684"/>
            <pc:sldLayoutMk cId="3570330813" sldId="2147483686"/>
          </pc:sldLayoutMkLst>
        </pc:sldLayoutChg>
        <pc:sldLayoutChg chg="modTransition">
          <pc:chgData name="Andrea Marcone" userId="650bfec5-dc8c-42e5-9303-c35eba02494d" providerId="ADAL" clId="{4CAABB25-AA6C-491B-BD71-ABCDB01E741B}" dt="2025-11-11T11:09:19.505" v="23558"/>
          <pc:sldLayoutMkLst>
            <pc:docMk/>
            <pc:sldMasterMk cId="3077373077" sldId="2147483684"/>
            <pc:sldLayoutMk cId="581800991" sldId="2147483687"/>
          </pc:sldLayoutMkLst>
        </pc:sldLayoutChg>
        <pc:sldLayoutChg chg="modTransition">
          <pc:chgData name="Andrea Marcone" userId="650bfec5-dc8c-42e5-9303-c35eba02494d" providerId="ADAL" clId="{4CAABB25-AA6C-491B-BD71-ABCDB01E741B}" dt="2025-11-11T11:09:19.505" v="23558"/>
          <pc:sldLayoutMkLst>
            <pc:docMk/>
            <pc:sldMasterMk cId="3077373077" sldId="2147483684"/>
            <pc:sldLayoutMk cId="125006343" sldId="2147483688"/>
          </pc:sldLayoutMkLst>
        </pc:sldLayoutChg>
        <pc:sldLayoutChg chg="modTransition">
          <pc:chgData name="Andrea Marcone" userId="650bfec5-dc8c-42e5-9303-c35eba02494d" providerId="ADAL" clId="{4CAABB25-AA6C-491B-BD71-ABCDB01E741B}" dt="2025-11-11T11:09:19.505" v="23558"/>
          <pc:sldLayoutMkLst>
            <pc:docMk/>
            <pc:sldMasterMk cId="3077373077" sldId="2147483684"/>
            <pc:sldLayoutMk cId="2218665941" sldId="2147483689"/>
          </pc:sldLayoutMkLst>
        </pc:sldLayoutChg>
        <pc:sldLayoutChg chg="modTransition">
          <pc:chgData name="Andrea Marcone" userId="650bfec5-dc8c-42e5-9303-c35eba02494d" providerId="ADAL" clId="{4CAABB25-AA6C-491B-BD71-ABCDB01E741B}" dt="2025-11-11T11:09:19.505" v="23558"/>
          <pc:sldLayoutMkLst>
            <pc:docMk/>
            <pc:sldMasterMk cId="3077373077" sldId="2147483684"/>
            <pc:sldLayoutMk cId="3170223664" sldId="2147483690"/>
          </pc:sldLayoutMkLst>
        </pc:sldLayoutChg>
        <pc:sldLayoutChg chg="modTransition">
          <pc:chgData name="Andrea Marcone" userId="650bfec5-dc8c-42e5-9303-c35eba02494d" providerId="ADAL" clId="{4CAABB25-AA6C-491B-BD71-ABCDB01E741B}" dt="2025-11-11T11:09:19.505" v="23558"/>
          <pc:sldLayoutMkLst>
            <pc:docMk/>
            <pc:sldMasterMk cId="3077373077" sldId="2147483684"/>
            <pc:sldLayoutMk cId="2368135554" sldId="2147483691"/>
          </pc:sldLayoutMkLst>
        </pc:sldLayoutChg>
        <pc:sldLayoutChg chg="modTransition">
          <pc:chgData name="Andrea Marcone" userId="650bfec5-dc8c-42e5-9303-c35eba02494d" providerId="ADAL" clId="{4CAABB25-AA6C-491B-BD71-ABCDB01E741B}" dt="2025-11-11T11:09:19.505" v="23558"/>
          <pc:sldLayoutMkLst>
            <pc:docMk/>
            <pc:sldMasterMk cId="3077373077" sldId="2147483684"/>
            <pc:sldLayoutMk cId="548918040" sldId="2147483692"/>
          </pc:sldLayoutMkLst>
        </pc:sldLayoutChg>
        <pc:sldLayoutChg chg="modTransition">
          <pc:chgData name="Andrea Marcone" userId="650bfec5-dc8c-42e5-9303-c35eba02494d" providerId="ADAL" clId="{4CAABB25-AA6C-491B-BD71-ABCDB01E741B}" dt="2025-11-11T11:09:19.505" v="23558"/>
          <pc:sldLayoutMkLst>
            <pc:docMk/>
            <pc:sldMasterMk cId="3077373077" sldId="2147483684"/>
            <pc:sldLayoutMk cId="2681604719" sldId="2147483693"/>
          </pc:sldLayoutMkLst>
        </pc:sldLayoutChg>
        <pc:sldLayoutChg chg="modTransition">
          <pc:chgData name="Andrea Marcone" userId="650bfec5-dc8c-42e5-9303-c35eba02494d" providerId="ADAL" clId="{4CAABB25-AA6C-491B-BD71-ABCDB01E741B}" dt="2025-11-11T11:09:19.505" v="23558"/>
          <pc:sldLayoutMkLst>
            <pc:docMk/>
            <pc:sldMasterMk cId="3077373077" sldId="2147483684"/>
            <pc:sldLayoutMk cId="113829493" sldId="2147483694"/>
          </pc:sldLayoutMkLst>
        </pc:sldLayoutChg>
        <pc:sldLayoutChg chg="modTransition">
          <pc:chgData name="Andrea Marcone" userId="650bfec5-dc8c-42e5-9303-c35eba02494d" providerId="ADAL" clId="{4CAABB25-AA6C-491B-BD71-ABCDB01E741B}" dt="2025-11-11T11:09:19.505" v="23558"/>
          <pc:sldLayoutMkLst>
            <pc:docMk/>
            <pc:sldMasterMk cId="3077373077" sldId="2147483684"/>
            <pc:sldLayoutMk cId="2228996000" sldId="2147483695"/>
          </pc:sldLayoutMkLst>
        </pc:sldLayoutChg>
      </pc:sldMasterChg>
    </pc:docChg>
  </pc:docChgLst>
  <pc:docChgLst>
    <pc:chgData name="Andrea Marcone" userId="650bfec5-dc8c-42e5-9303-c35eba02494d" providerId="ADAL" clId="{8846BEE5-F45F-4F8C-859D-977E735B3BCB}"/>
    <pc:docChg chg="undo redo custSel addSld delSld modSld modMainMaster">
      <pc:chgData name="Andrea Marcone" userId="650bfec5-dc8c-42e5-9303-c35eba02494d" providerId="ADAL" clId="{8846BEE5-F45F-4F8C-859D-977E735B3BCB}" dt="2025-03-16T22:06:36.989" v="18613" actId="403"/>
      <pc:docMkLst>
        <pc:docMk/>
      </pc:docMkLst>
      <pc:sldChg chg="addSp modSp del mod">
        <pc:chgData name="Andrea Marcone" userId="650bfec5-dc8c-42e5-9303-c35eba02494d" providerId="ADAL" clId="{8846BEE5-F45F-4F8C-859D-977E735B3BCB}" dt="2025-03-10T21:15:43.551" v="5840" actId="47"/>
        <pc:sldMkLst>
          <pc:docMk/>
          <pc:sldMk cId="1747718322" sldId="256"/>
        </pc:sldMkLst>
      </pc:sldChg>
      <pc:sldChg chg="del">
        <pc:chgData name="Andrea Marcone" userId="650bfec5-dc8c-42e5-9303-c35eba02494d" providerId="ADAL" clId="{8846BEE5-F45F-4F8C-859D-977E735B3BCB}" dt="2025-03-07T14:58:43.450" v="1820" actId="47"/>
        <pc:sldMkLst>
          <pc:docMk/>
          <pc:sldMk cId="2562992899" sldId="257"/>
        </pc:sldMkLst>
      </pc:sldChg>
      <pc:sldChg chg="addSp delSp modSp mod">
        <pc:chgData name="Andrea Marcone" userId="650bfec5-dc8c-42e5-9303-c35eba02494d" providerId="ADAL" clId="{8846BEE5-F45F-4F8C-859D-977E735B3BCB}" dt="2025-03-16T10:18:51.309" v="17945"/>
        <pc:sldMkLst>
          <pc:docMk/>
          <pc:sldMk cId="3258127775" sldId="258"/>
        </pc:sldMkLst>
      </pc:sldChg>
      <pc:sldChg chg="del">
        <pc:chgData name="Andrea Marcone" userId="650bfec5-dc8c-42e5-9303-c35eba02494d" providerId="ADAL" clId="{8846BEE5-F45F-4F8C-859D-977E735B3BCB}" dt="2025-03-10T15:23:58.003" v="4122" actId="47"/>
        <pc:sldMkLst>
          <pc:docMk/>
          <pc:sldMk cId="2130146974" sldId="259"/>
        </pc:sldMkLst>
      </pc:sldChg>
      <pc:sldChg chg="del">
        <pc:chgData name="Andrea Marcone" userId="650bfec5-dc8c-42e5-9303-c35eba02494d" providerId="ADAL" clId="{8846BEE5-F45F-4F8C-859D-977E735B3BCB}" dt="2025-03-10T15:24:10.587" v="4123" actId="47"/>
        <pc:sldMkLst>
          <pc:docMk/>
          <pc:sldMk cId="863647739" sldId="260"/>
        </pc:sldMkLst>
      </pc:sldChg>
      <pc:sldChg chg="del">
        <pc:chgData name="Andrea Marcone" userId="650bfec5-dc8c-42e5-9303-c35eba02494d" providerId="ADAL" clId="{8846BEE5-F45F-4F8C-859D-977E735B3BCB}" dt="2025-03-10T15:24:11.389" v="4124" actId="47"/>
        <pc:sldMkLst>
          <pc:docMk/>
          <pc:sldMk cId="3413396272" sldId="261"/>
        </pc:sldMkLst>
      </pc:sldChg>
      <pc:sldChg chg="del">
        <pc:chgData name="Andrea Marcone" userId="650bfec5-dc8c-42e5-9303-c35eba02494d" providerId="ADAL" clId="{8846BEE5-F45F-4F8C-859D-977E735B3BCB}" dt="2025-03-10T15:24:12.022" v="4125" actId="47"/>
        <pc:sldMkLst>
          <pc:docMk/>
          <pc:sldMk cId="3883472677" sldId="262"/>
        </pc:sldMkLst>
      </pc:sldChg>
      <pc:sldChg chg="del">
        <pc:chgData name="Andrea Marcone" userId="650bfec5-dc8c-42e5-9303-c35eba02494d" providerId="ADAL" clId="{8846BEE5-F45F-4F8C-859D-977E735B3BCB}" dt="2025-03-10T15:24:12.914" v="4126" actId="47"/>
        <pc:sldMkLst>
          <pc:docMk/>
          <pc:sldMk cId="381477052" sldId="263"/>
        </pc:sldMkLst>
      </pc:sldChg>
      <pc:sldChg chg="del">
        <pc:chgData name="Andrea Marcone" userId="650bfec5-dc8c-42e5-9303-c35eba02494d" providerId="ADAL" clId="{8846BEE5-F45F-4F8C-859D-977E735B3BCB}" dt="2025-03-10T10:58:23.796" v="3312" actId="47"/>
        <pc:sldMkLst>
          <pc:docMk/>
          <pc:sldMk cId="189145009" sldId="264"/>
        </pc:sldMkLst>
      </pc:sldChg>
      <pc:sldChg chg="del">
        <pc:chgData name="Andrea Marcone" userId="650bfec5-dc8c-42e5-9303-c35eba02494d" providerId="ADAL" clId="{8846BEE5-F45F-4F8C-859D-977E735B3BCB}" dt="2025-03-10T10:58:25.651" v="3313" actId="47"/>
        <pc:sldMkLst>
          <pc:docMk/>
          <pc:sldMk cId="3793415629" sldId="265"/>
        </pc:sldMkLst>
      </pc:sldChg>
      <pc:sldChg chg="addSp delSp modSp new mod">
        <pc:chgData name="Andrea Marcone" userId="650bfec5-dc8c-42e5-9303-c35eba02494d" providerId="ADAL" clId="{8846BEE5-F45F-4F8C-859D-977E735B3BCB}" dt="2025-03-14T15:13:39.008" v="17939" actId="478"/>
        <pc:sldMkLst>
          <pc:docMk/>
          <pc:sldMk cId="3550625307" sldId="266"/>
        </pc:sldMkLst>
      </pc:sldChg>
      <pc:sldChg chg="modSp new mod">
        <pc:chgData name="Andrea Marcone" userId="650bfec5-dc8c-42e5-9303-c35eba02494d" providerId="ADAL" clId="{8846BEE5-F45F-4F8C-859D-977E735B3BCB}" dt="2025-03-13T09:29:31.475" v="13685" actId="27636"/>
        <pc:sldMkLst>
          <pc:docMk/>
          <pc:sldMk cId="619311590" sldId="267"/>
        </pc:sldMkLst>
      </pc:sldChg>
      <pc:sldChg chg="modSp new del mod">
        <pc:chgData name="Andrea Marcone" userId="650bfec5-dc8c-42e5-9303-c35eba02494d" providerId="ADAL" clId="{8846BEE5-F45F-4F8C-859D-977E735B3BCB}" dt="2025-03-10T10:59:02.755" v="3315" actId="47"/>
        <pc:sldMkLst>
          <pc:docMk/>
          <pc:sldMk cId="4110853754" sldId="268"/>
        </pc:sldMkLst>
      </pc:sldChg>
      <pc:sldChg chg="addSp modSp new mod">
        <pc:chgData name="Andrea Marcone" userId="650bfec5-dc8c-42e5-9303-c35eba02494d" providerId="ADAL" clId="{8846BEE5-F45F-4F8C-859D-977E735B3BCB}" dt="2025-03-16T10:49:54.838" v="18047" actId="1076"/>
        <pc:sldMkLst>
          <pc:docMk/>
          <pc:sldMk cId="2437134295" sldId="269"/>
        </pc:sldMkLst>
      </pc:sldChg>
      <pc:sldChg chg="addSp delSp modSp new mod">
        <pc:chgData name="Andrea Marcone" userId="650bfec5-dc8c-42e5-9303-c35eba02494d" providerId="ADAL" clId="{8846BEE5-F45F-4F8C-859D-977E735B3BCB}" dt="2025-03-16T10:52:43.757" v="18077" actId="1076"/>
        <pc:sldMkLst>
          <pc:docMk/>
          <pc:sldMk cId="2509059891" sldId="270"/>
        </pc:sldMkLst>
      </pc:sldChg>
      <pc:sldChg chg="addSp delSp modSp new mod">
        <pc:chgData name="Andrea Marcone" userId="650bfec5-dc8c-42e5-9303-c35eba02494d" providerId="ADAL" clId="{8846BEE5-F45F-4F8C-859D-977E735B3BCB}" dt="2025-03-13T13:38:56.759" v="13719" actId="6549"/>
        <pc:sldMkLst>
          <pc:docMk/>
          <pc:sldMk cId="3287263708" sldId="271"/>
        </pc:sldMkLst>
      </pc:sldChg>
      <pc:sldChg chg="addSp delSp modSp new mod modCm">
        <pc:chgData name="Andrea Marcone" userId="650bfec5-dc8c-42e5-9303-c35eba02494d" providerId="ADAL" clId="{8846BEE5-F45F-4F8C-859D-977E735B3BCB}" dt="2025-03-13T16:19:47.916" v="16619" actId="12788"/>
        <pc:sldMkLst>
          <pc:docMk/>
          <pc:sldMk cId="2324482013" sldId="272"/>
        </pc:sldMkLst>
      </pc:sldChg>
      <pc:sldChg chg="addSp delSp modSp new mod">
        <pc:chgData name="Andrea Marcone" userId="650bfec5-dc8c-42e5-9303-c35eba02494d" providerId="ADAL" clId="{8846BEE5-F45F-4F8C-859D-977E735B3BCB}" dt="2025-03-16T11:38:49.068" v="18111" actId="20577"/>
        <pc:sldMkLst>
          <pc:docMk/>
          <pc:sldMk cId="2608880731" sldId="273"/>
        </pc:sldMkLst>
      </pc:sldChg>
      <pc:sldChg chg="addSp delSp modSp new mod modCm">
        <pc:chgData name="Andrea Marcone" userId="650bfec5-dc8c-42e5-9303-c35eba02494d" providerId="ADAL" clId="{8846BEE5-F45F-4F8C-859D-977E735B3BCB}" dt="2025-03-14T10:28:40.448" v="17127" actId="1076"/>
        <pc:sldMkLst>
          <pc:docMk/>
          <pc:sldMk cId="3773226955" sldId="274"/>
        </pc:sldMkLst>
      </pc:sldChg>
      <pc:sldChg chg="addSp delSp modSp new mod">
        <pc:chgData name="Andrea Marcone" userId="650bfec5-dc8c-42e5-9303-c35eba02494d" providerId="ADAL" clId="{8846BEE5-F45F-4F8C-859D-977E735B3BCB}" dt="2025-03-16T12:07:28.348" v="18244" actId="1076"/>
        <pc:sldMkLst>
          <pc:docMk/>
          <pc:sldMk cId="3681524868" sldId="275"/>
        </pc:sldMkLst>
      </pc:sldChg>
      <pc:sldChg chg="modSp new mod">
        <pc:chgData name="Andrea Marcone" userId="650bfec5-dc8c-42e5-9303-c35eba02494d" providerId="ADAL" clId="{8846BEE5-F45F-4F8C-859D-977E735B3BCB}" dt="2025-03-10T21:15:18.031" v="5839" actId="404"/>
        <pc:sldMkLst>
          <pc:docMk/>
          <pc:sldMk cId="3107986695" sldId="276"/>
        </pc:sldMkLst>
      </pc:sldChg>
      <pc:sldChg chg="addSp delSp modSp new mod">
        <pc:chgData name="Andrea Marcone" userId="650bfec5-dc8c-42e5-9303-c35eba02494d" providerId="ADAL" clId="{8846BEE5-F45F-4F8C-859D-977E735B3BCB}" dt="2025-03-14T14:38:33.685" v="17463" actId="14100"/>
        <pc:sldMkLst>
          <pc:docMk/>
          <pc:sldMk cId="261557394" sldId="277"/>
        </pc:sldMkLst>
      </pc:sldChg>
      <pc:sldChg chg="addSp delSp modSp new del mod">
        <pc:chgData name="Andrea Marcone" userId="650bfec5-dc8c-42e5-9303-c35eba02494d" providerId="ADAL" clId="{8846BEE5-F45F-4F8C-859D-977E735B3BCB}" dt="2025-03-11T14:35:04.646" v="8671" actId="47"/>
        <pc:sldMkLst>
          <pc:docMk/>
          <pc:sldMk cId="2841224499" sldId="278"/>
        </pc:sldMkLst>
      </pc:sldChg>
      <pc:sldChg chg="addSp delSp modSp new mod">
        <pc:chgData name="Andrea Marcone" userId="650bfec5-dc8c-42e5-9303-c35eba02494d" providerId="ADAL" clId="{8846BEE5-F45F-4F8C-859D-977E735B3BCB}" dt="2025-03-16T12:11:36.853" v="18389" actId="1076"/>
        <pc:sldMkLst>
          <pc:docMk/>
          <pc:sldMk cId="3575379318" sldId="279"/>
        </pc:sldMkLst>
      </pc:sldChg>
      <pc:sldChg chg="addSp delSp modSp add mod">
        <pc:chgData name="Andrea Marcone" userId="650bfec5-dc8c-42e5-9303-c35eba02494d" providerId="ADAL" clId="{8846BEE5-F45F-4F8C-859D-977E735B3BCB}" dt="2025-03-13T13:44:38.269" v="13769" actId="121"/>
        <pc:sldMkLst>
          <pc:docMk/>
          <pc:sldMk cId="3629094481" sldId="280"/>
        </pc:sldMkLst>
      </pc:sldChg>
      <pc:sldChg chg="addSp delSp modSp new mod modCm">
        <pc:chgData name="Andrea Marcone" userId="650bfec5-dc8c-42e5-9303-c35eba02494d" providerId="ADAL" clId="{8846BEE5-F45F-4F8C-859D-977E735B3BCB}" dt="2025-03-14T14:55:54.227" v="17584" actId="20577"/>
        <pc:sldMkLst>
          <pc:docMk/>
          <pc:sldMk cId="3650618732" sldId="281"/>
        </pc:sldMkLst>
      </pc:sldChg>
      <pc:sldChg chg="addSp delSp modSp new mod">
        <pc:chgData name="Andrea Marcone" userId="650bfec5-dc8c-42e5-9303-c35eba02494d" providerId="ADAL" clId="{8846BEE5-F45F-4F8C-859D-977E735B3BCB}" dt="2025-03-13T16:11:39.291" v="16290" actId="208"/>
        <pc:sldMkLst>
          <pc:docMk/>
          <pc:sldMk cId="1380714505" sldId="282"/>
        </pc:sldMkLst>
      </pc:sldChg>
      <pc:sldChg chg="addSp delSp modSp new mod">
        <pc:chgData name="Andrea Marcone" userId="650bfec5-dc8c-42e5-9303-c35eba02494d" providerId="ADAL" clId="{8846BEE5-F45F-4F8C-859D-977E735B3BCB}" dt="2025-03-16T21:32:15.944" v="18423" actId="20577"/>
        <pc:sldMkLst>
          <pc:docMk/>
          <pc:sldMk cId="357882112" sldId="283"/>
        </pc:sldMkLst>
      </pc:sldChg>
      <pc:sldChg chg="addSp delSp modSp new mod">
        <pc:chgData name="Andrea Marcone" userId="650bfec5-dc8c-42e5-9303-c35eba02494d" providerId="ADAL" clId="{8846BEE5-F45F-4F8C-859D-977E735B3BCB}" dt="2025-03-16T21:39:54.982" v="18424" actId="1036"/>
        <pc:sldMkLst>
          <pc:docMk/>
          <pc:sldMk cId="4193959984" sldId="284"/>
        </pc:sldMkLst>
      </pc:sldChg>
      <pc:sldChg chg="addSp delSp modSp add mod">
        <pc:chgData name="Andrea Marcone" userId="650bfec5-dc8c-42e5-9303-c35eba02494d" providerId="ADAL" clId="{8846BEE5-F45F-4F8C-859D-977E735B3BCB}" dt="2025-03-12T16:01:04.452" v="12596" actId="1076"/>
        <pc:sldMkLst>
          <pc:docMk/>
          <pc:sldMk cId="2427871525" sldId="285"/>
        </pc:sldMkLst>
      </pc:sldChg>
      <pc:sldChg chg="addSp delSp modSp new mod modCm">
        <pc:chgData name="Andrea Marcone" userId="650bfec5-dc8c-42e5-9303-c35eba02494d" providerId="ADAL" clId="{8846BEE5-F45F-4F8C-859D-977E735B3BCB}" dt="2025-03-12T17:15:40.640" v="13163" actId="208"/>
        <pc:sldMkLst>
          <pc:docMk/>
          <pc:sldMk cId="2199609017" sldId="286"/>
        </pc:sldMkLst>
      </pc:sldChg>
      <pc:sldChg chg="addSp delSp modSp new mod">
        <pc:chgData name="Andrea Marcone" userId="650bfec5-dc8c-42e5-9303-c35eba02494d" providerId="ADAL" clId="{8846BEE5-F45F-4F8C-859D-977E735B3BCB}" dt="2025-03-14T20:24:40.433" v="17941" actId="114"/>
        <pc:sldMkLst>
          <pc:docMk/>
          <pc:sldMk cId="240784058" sldId="287"/>
        </pc:sldMkLst>
      </pc:sldChg>
      <pc:sldChg chg="addSp delSp modSp new del mod">
        <pc:chgData name="Andrea Marcone" userId="650bfec5-dc8c-42e5-9303-c35eba02494d" providerId="ADAL" clId="{8846BEE5-F45F-4F8C-859D-977E735B3BCB}" dt="2025-03-13T15:59:05.139" v="15906" actId="47"/>
        <pc:sldMkLst>
          <pc:docMk/>
          <pc:sldMk cId="3170110664" sldId="288"/>
        </pc:sldMkLst>
      </pc:sldChg>
      <pc:sldChg chg="modSp new mod modCm">
        <pc:chgData name="Andrea Marcone" userId="650bfec5-dc8c-42e5-9303-c35eba02494d" providerId="ADAL" clId="{8846BEE5-F45F-4F8C-859D-977E735B3BCB}" dt="2025-03-16T22:06:36.989" v="18613" actId="403"/>
        <pc:sldMkLst>
          <pc:docMk/>
          <pc:sldMk cId="2326524602" sldId="289"/>
        </pc:sldMkLst>
      </pc:sldChg>
      <pc:sldChg chg="delSp modSp new mod">
        <pc:chgData name="Andrea Marcone" userId="650bfec5-dc8c-42e5-9303-c35eba02494d" providerId="ADAL" clId="{8846BEE5-F45F-4F8C-859D-977E735B3BCB}" dt="2025-03-13T09:25:39.467" v="13430" actId="12788"/>
        <pc:sldMkLst>
          <pc:docMk/>
          <pc:sldMk cId="1653933529" sldId="290"/>
        </pc:sldMkLst>
      </pc:sldChg>
      <pc:sldChg chg="addSp delSp modSp add mod">
        <pc:chgData name="Andrea Marcone" userId="650bfec5-dc8c-42e5-9303-c35eba02494d" providerId="ADAL" clId="{8846BEE5-F45F-4F8C-859D-977E735B3BCB}" dt="2025-03-13T15:56:11.631" v="15872" actId="11529"/>
        <pc:sldMkLst>
          <pc:docMk/>
          <pc:sldMk cId="3607210029" sldId="291"/>
        </pc:sldMkLst>
      </pc:sldChg>
      <pc:sldChg chg="addSp delSp modSp add mod">
        <pc:chgData name="Andrea Marcone" userId="650bfec5-dc8c-42e5-9303-c35eba02494d" providerId="ADAL" clId="{8846BEE5-F45F-4F8C-859D-977E735B3BCB}" dt="2025-03-16T22:03:24.229" v="18464" actId="1076"/>
        <pc:sldMkLst>
          <pc:docMk/>
          <pc:sldMk cId="2783553942" sldId="292"/>
        </pc:sldMkLst>
      </pc:sldChg>
      <pc:sldMasterChg chg="addSp modSp mod modSldLayout">
        <pc:chgData name="Andrea Marcone" userId="650bfec5-dc8c-42e5-9303-c35eba02494d" providerId="ADAL" clId="{8846BEE5-F45F-4F8C-859D-977E735B3BCB}" dt="2025-03-10T21:17:09.023" v="5845"/>
        <pc:sldMasterMkLst>
          <pc:docMk/>
          <pc:sldMasterMk cId="3077373077" sldId="2147483684"/>
        </pc:sldMasterMkLst>
        <pc:sldLayoutChg chg="addSp modSp mod">
          <pc:chgData name="Andrea Marcone" userId="650bfec5-dc8c-42e5-9303-c35eba02494d" providerId="ADAL" clId="{8846BEE5-F45F-4F8C-859D-977E735B3BCB}" dt="2025-03-10T21:16:58.456" v="5844" actId="1076"/>
          <pc:sldLayoutMkLst>
            <pc:docMk/>
            <pc:sldMasterMk cId="3077373077" sldId="2147483684"/>
            <pc:sldLayoutMk cId="2739379090" sldId="2147483685"/>
          </pc:sldLayoutMkLst>
        </pc:sldLayoutChg>
        <pc:sldLayoutChg chg="modSp mod">
          <pc:chgData name="Andrea Marcone" userId="650bfec5-dc8c-42e5-9303-c35eba02494d" providerId="ADAL" clId="{8846BEE5-F45F-4F8C-859D-977E735B3BCB}" dt="2025-03-10T13:55:52.304" v="3638" actId="242"/>
          <pc:sldLayoutMkLst>
            <pc:docMk/>
            <pc:sldMasterMk cId="3077373077" sldId="2147483684"/>
            <pc:sldLayoutMk cId="3570330813" sldId="2147483686"/>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AF9D2FB-70D2-43E7-9793-86D8D2F82197}" type="datetimeFigureOut">
              <a:rPr lang="it-IT" smtClean="0"/>
              <a:t>03/04/2026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523EE2E-00BE-4915-814B-9DFB879BD837}" type="slidenum">
              <a:rPr lang="it-IT" smtClean="0"/>
              <a:t>‹N›</a:t>
            </a:fld>
            <a:endParaRPr lang="it-IT"/>
          </a:p>
        </p:txBody>
      </p:sp>
    </p:spTree>
    <p:extLst>
      <p:ext uri="{BB962C8B-B14F-4D97-AF65-F5344CB8AC3E}">
        <p14:creationId xmlns:p14="http://schemas.microsoft.com/office/powerpoint/2010/main" val="31742067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a titolo">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it-IT"/>
              <a:t>Fare clic per modificare lo stile del titolo dello schema</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it-IT"/>
              <a:t>Fare clic per modificare lo stile del sottotitolo dello schema</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12B2C755-0381-446C-8FF6-9D93CC4F5EBA}" type="datetimeFigureOut">
              <a:rPr lang="it-IT" smtClean="0"/>
              <a:t>03/04/2026</a:t>
            </a:fld>
            <a:endParaRPr lang="it-IT"/>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it-IT"/>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0D2A41A9-829E-41DE-95F4-FDFCDAFA6EDA}" type="slidenum">
              <a:rPr lang="it-IT" smtClean="0"/>
              <a:t>‹N›</a:t>
            </a:fld>
            <a:endParaRPr lang="it-IT"/>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pic>
        <p:nvPicPr>
          <p:cNvPr id="8" name="Immagine 7">
            <a:extLst>
              <a:ext uri="{FF2B5EF4-FFF2-40B4-BE49-F238E27FC236}">
                <a16:creationId xmlns:a16="http://schemas.microsoft.com/office/drawing/2014/main" id="{38F71D59-A2A4-47AB-022A-957ECDAB7D2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450512" y="365760"/>
            <a:ext cx="1572324" cy="1605308"/>
          </a:xfrm>
          <a:prstGeom prst="rect">
            <a:avLst/>
          </a:prstGeom>
        </p:spPr>
      </p:pic>
    </p:spTree>
    <p:extLst>
      <p:ext uri="{BB962C8B-B14F-4D97-AF65-F5344CB8AC3E}">
        <p14:creationId xmlns:p14="http://schemas.microsoft.com/office/powerpoint/2010/main" val="2739379090"/>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le 1"/>
          <p:cNvSpPr>
            <a:spLocks noGrp="1"/>
          </p:cNvSpPr>
          <p:nvPr>
            <p:ph type="title"/>
          </p:nvPr>
        </p:nvSpPr>
        <p:spPr>
          <a:xfrm>
            <a:off x="642745" y="289560"/>
            <a:ext cx="9625203" cy="1234440"/>
          </a:xfrm>
        </p:spPr>
        <p:txBody>
          <a:bodyPr anchor="t"/>
          <a:lstStyle/>
          <a:p>
            <a:r>
              <a:rPr lang="it-IT" dirty="0"/>
              <a:t>Fare clic per modificare lo stile del titolo dello schema</a:t>
            </a:r>
            <a:endParaRPr lang="en-US" dirty="0"/>
          </a:p>
        </p:txBody>
      </p:sp>
      <p:sp>
        <p:nvSpPr>
          <p:cNvPr id="3" name="Content Placeholder 2"/>
          <p:cNvSpPr>
            <a:spLocks noGrp="1"/>
          </p:cNvSpPr>
          <p:nvPr>
            <p:ph idx="1"/>
          </p:nvPr>
        </p:nvSpPr>
        <p:spPr>
          <a:xfrm>
            <a:off x="642746" y="1714500"/>
            <a:ext cx="9625203" cy="4502149"/>
          </a:xfrm>
        </p:spPr>
        <p:txBody>
          <a:body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endParaRPr lang="en-US" dirty="0"/>
          </a:p>
        </p:txBody>
      </p:sp>
      <p:sp>
        <p:nvSpPr>
          <p:cNvPr id="4" name="Date Placeholder 3"/>
          <p:cNvSpPr>
            <a:spLocks noGrp="1"/>
          </p:cNvSpPr>
          <p:nvPr>
            <p:ph type="dt" sz="half" idx="10"/>
          </p:nvPr>
        </p:nvSpPr>
        <p:spPr>
          <a:xfrm rot="16200000">
            <a:off x="10340340" y="4951412"/>
            <a:ext cx="1904999" cy="365125"/>
          </a:xfrm>
        </p:spPr>
        <p:txBody>
          <a:bodyPr/>
          <a:lstStyle/>
          <a:p>
            <a:fld id="{12B2C755-0381-446C-8FF6-9D93CC4F5EBA}" type="datetimeFigureOut">
              <a:rPr lang="it-IT" smtClean="0"/>
              <a:t>03/04/2026</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a:xfrm>
            <a:off x="11129356" y="6216649"/>
            <a:ext cx="914400" cy="593725"/>
          </a:xfrm>
        </p:spPr>
        <p:txBody>
          <a:bodyPr/>
          <a:lstStyle/>
          <a:p>
            <a:fld id="{0D2A41A9-829E-41DE-95F4-FDFCDAFA6EDA}" type="slidenum">
              <a:rPr lang="it-IT" smtClean="0"/>
              <a:t>‹N›</a:t>
            </a:fld>
            <a:endParaRPr lang="it-IT" dirty="0"/>
          </a:p>
        </p:txBody>
      </p:sp>
    </p:spTree>
    <p:extLst>
      <p:ext uri="{BB962C8B-B14F-4D97-AF65-F5344CB8AC3E}">
        <p14:creationId xmlns:p14="http://schemas.microsoft.com/office/powerpoint/2010/main" val="3570330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Fare clic per modificare gli stili del testo dello schema</a:t>
            </a:r>
          </a:p>
        </p:txBody>
      </p:sp>
      <p:sp>
        <p:nvSpPr>
          <p:cNvPr id="4" name="Date Placeholder 3"/>
          <p:cNvSpPr>
            <a:spLocks noGrp="1"/>
          </p:cNvSpPr>
          <p:nvPr>
            <p:ph type="dt" sz="half" idx="10"/>
          </p:nvPr>
        </p:nvSpPr>
        <p:spPr/>
        <p:txBody>
          <a:bodyPr/>
          <a:lstStyle/>
          <a:p>
            <a:fld id="{12B2C755-0381-446C-8FF6-9D93CC4F5EBA}" type="datetimeFigureOut">
              <a:rPr lang="it-IT" smtClean="0"/>
              <a:t>03/04/2026</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0D2A41A9-829E-41DE-95F4-FDFCDAFA6EDA}" type="slidenum">
              <a:rPr lang="it-IT" smtClean="0"/>
              <a:t>‹N›</a:t>
            </a:fld>
            <a:endParaRPr lang="it-IT"/>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5818009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Date Placeholder 4"/>
          <p:cNvSpPr>
            <a:spLocks noGrp="1"/>
          </p:cNvSpPr>
          <p:nvPr>
            <p:ph type="dt" sz="half" idx="10"/>
          </p:nvPr>
        </p:nvSpPr>
        <p:spPr/>
        <p:txBody>
          <a:bodyPr/>
          <a:lstStyle/>
          <a:p>
            <a:fld id="{12B2C755-0381-446C-8FF6-9D93CC4F5EBA}" type="datetimeFigureOut">
              <a:rPr lang="it-IT" smtClean="0"/>
              <a:t>03/04/2026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0D2A41A9-829E-41DE-95F4-FDFCDAFA6EDA}" type="slidenum">
              <a:rPr lang="it-IT" smtClean="0"/>
              <a:t>‹N›</a:t>
            </a:fld>
            <a:endParaRPr lang="it-IT"/>
          </a:p>
        </p:txBody>
      </p:sp>
    </p:spTree>
    <p:extLst>
      <p:ext uri="{BB962C8B-B14F-4D97-AF65-F5344CB8AC3E}">
        <p14:creationId xmlns:p14="http://schemas.microsoft.com/office/powerpoint/2010/main" val="1250063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it-IT"/>
              <a:t>Fare clic per modificare lo stile del titolo dello schema</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it-IT"/>
              <a:t>Fare clic per modificare gli stili del testo dello schema</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7" name="Date Placeholder 6"/>
          <p:cNvSpPr>
            <a:spLocks noGrp="1"/>
          </p:cNvSpPr>
          <p:nvPr>
            <p:ph type="dt" sz="half" idx="10"/>
          </p:nvPr>
        </p:nvSpPr>
        <p:spPr/>
        <p:txBody>
          <a:bodyPr/>
          <a:lstStyle/>
          <a:p>
            <a:fld id="{12B2C755-0381-446C-8FF6-9D93CC4F5EBA}" type="datetimeFigureOut">
              <a:rPr lang="it-IT" smtClean="0"/>
              <a:t>03/04/2026</a:t>
            </a:fld>
            <a:endParaRPr lang="it-IT"/>
          </a:p>
        </p:txBody>
      </p:sp>
      <p:sp>
        <p:nvSpPr>
          <p:cNvPr id="8" name="Footer Placeholder 7"/>
          <p:cNvSpPr>
            <a:spLocks noGrp="1"/>
          </p:cNvSpPr>
          <p:nvPr>
            <p:ph type="ftr" sz="quarter" idx="11"/>
          </p:nvPr>
        </p:nvSpPr>
        <p:spPr/>
        <p:txBody>
          <a:bodyPr/>
          <a:lstStyle/>
          <a:p>
            <a:endParaRPr lang="it-IT"/>
          </a:p>
        </p:txBody>
      </p:sp>
      <p:sp>
        <p:nvSpPr>
          <p:cNvPr id="9" name="Slide Number Placeholder 8"/>
          <p:cNvSpPr>
            <a:spLocks noGrp="1"/>
          </p:cNvSpPr>
          <p:nvPr>
            <p:ph type="sldNum" sz="quarter" idx="12"/>
          </p:nvPr>
        </p:nvSpPr>
        <p:spPr/>
        <p:txBody>
          <a:bodyPr/>
          <a:lstStyle/>
          <a:p>
            <a:fld id="{0D2A41A9-829E-41DE-95F4-FDFCDAFA6EDA}" type="slidenum">
              <a:rPr lang="it-IT" smtClean="0"/>
              <a:t>‹N›</a:t>
            </a:fld>
            <a:endParaRPr lang="it-IT"/>
          </a:p>
        </p:txBody>
      </p:sp>
    </p:spTree>
    <p:extLst>
      <p:ext uri="{BB962C8B-B14F-4D97-AF65-F5344CB8AC3E}">
        <p14:creationId xmlns:p14="http://schemas.microsoft.com/office/powerpoint/2010/main" val="22186659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it-IT"/>
              <a:t>Fare clic per modificare lo stile del titolo dello schema</a:t>
            </a:r>
            <a:endParaRPr lang="en-US" dirty="0"/>
          </a:p>
        </p:txBody>
      </p:sp>
      <p:sp>
        <p:nvSpPr>
          <p:cNvPr id="3" name="Date Placeholder 2"/>
          <p:cNvSpPr>
            <a:spLocks noGrp="1"/>
          </p:cNvSpPr>
          <p:nvPr>
            <p:ph type="dt" sz="half" idx="10"/>
          </p:nvPr>
        </p:nvSpPr>
        <p:spPr/>
        <p:txBody>
          <a:bodyPr/>
          <a:lstStyle/>
          <a:p>
            <a:fld id="{12B2C755-0381-446C-8FF6-9D93CC4F5EBA}" type="datetimeFigureOut">
              <a:rPr lang="it-IT" smtClean="0"/>
              <a:t>03/04/2026</a:t>
            </a:fld>
            <a:endParaRPr lang="it-IT"/>
          </a:p>
        </p:txBody>
      </p:sp>
      <p:sp>
        <p:nvSpPr>
          <p:cNvPr id="4" name="Footer Placeholder 3"/>
          <p:cNvSpPr>
            <a:spLocks noGrp="1"/>
          </p:cNvSpPr>
          <p:nvPr>
            <p:ph type="ftr" sz="quarter" idx="11"/>
          </p:nvPr>
        </p:nvSpPr>
        <p:spPr/>
        <p:txBody>
          <a:bodyPr/>
          <a:lstStyle/>
          <a:p>
            <a:endParaRPr lang="it-IT"/>
          </a:p>
        </p:txBody>
      </p:sp>
      <p:sp>
        <p:nvSpPr>
          <p:cNvPr id="5" name="Slide Number Placeholder 4"/>
          <p:cNvSpPr>
            <a:spLocks noGrp="1"/>
          </p:cNvSpPr>
          <p:nvPr>
            <p:ph type="sldNum" sz="quarter" idx="12"/>
          </p:nvPr>
        </p:nvSpPr>
        <p:spPr/>
        <p:txBody>
          <a:bodyPr/>
          <a:lstStyle/>
          <a:p>
            <a:fld id="{0D2A41A9-829E-41DE-95F4-FDFCDAFA6EDA}" type="slidenum">
              <a:rPr lang="it-IT" smtClean="0"/>
              <a:t>‹N›</a:t>
            </a:fld>
            <a:endParaRPr lang="it-IT"/>
          </a:p>
        </p:txBody>
      </p:sp>
    </p:spTree>
    <p:extLst>
      <p:ext uri="{BB962C8B-B14F-4D97-AF65-F5344CB8AC3E}">
        <p14:creationId xmlns:p14="http://schemas.microsoft.com/office/powerpoint/2010/main" val="31702236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2B2C755-0381-446C-8FF6-9D93CC4F5EBA}" type="datetimeFigureOut">
              <a:rPr lang="it-IT" smtClean="0"/>
              <a:t>03/04/2026</a:t>
            </a:fld>
            <a:endParaRPr lang="it-IT"/>
          </a:p>
        </p:txBody>
      </p:sp>
      <p:sp>
        <p:nvSpPr>
          <p:cNvPr id="3" name="Footer Placeholder 2"/>
          <p:cNvSpPr>
            <a:spLocks noGrp="1"/>
          </p:cNvSpPr>
          <p:nvPr>
            <p:ph type="ftr" sz="quarter" idx="11"/>
          </p:nvPr>
        </p:nvSpPr>
        <p:spPr/>
        <p:txBody>
          <a:bodyPr/>
          <a:lstStyle/>
          <a:p>
            <a:endParaRPr lang="it-IT"/>
          </a:p>
        </p:txBody>
      </p:sp>
      <p:sp>
        <p:nvSpPr>
          <p:cNvPr id="4" name="Slide Number Placeholder 3"/>
          <p:cNvSpPr>
            <a:spLocks noGrp="1"/>
          </p:cNvSpPr>
          <p:nvPr>
            <p:ph type="sldNum" sz="quarter" idx="12"/>
          </p:nvPr>
        </p:nvSpPr>
        <p:spPr/>
        <p:txBody>
          <a:bodyPr/>
          <a:lstStyle/>
          <a:p>
            <a:fld id="{0D2A41A9-829E-41DE-95F4-FDFCDAFA6EDA}" type="slidenum">
              <a:rPr lang="it-IT" smtClean="0"/>
              <a:t>‹N›</a:t>
            </a:fld>
            <a:endParaRPr lang="it-IT"/>
          </a:p>
        </p:txBody>
      </p:sp>
    </p:spTree>
    <p:extLst>
      <p:ext uri="{BB962C8B-B14F-4D97-AF65-F5344CB8AC3E}">
        <p14:creationId xmlns:p14="http://schemas.microsoft.com/office/powerpoint/2010/main" val="23681355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it-IT"/>
              <a:t>Fare clic per modificare lo stile del titolo dello schema</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12B2C755-0381-446C-8FF6-9D93CC4F5EBA}" type="datetimeFigureOut">
              <a:rPr lang="it-IT" smtClean="0"/>
              <a:t>03/04/2026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0D2A41A9-829E-41DE-95F4-FDFCDAFA6EDA}" type="slidenum">
              <a:rPr lang="it-IT" smtClean="0"/>
              <a:t>‹N›</a:t>
            </a:fld>
            <a:endParaRPr lang="it-IT"/>
          </a:p>
        </p:txBody>
      </p:sp>
    </p:spTree>
    <p:extLst>
      <p:ext uri="{BB962C8B-B14F-4D97-AF65-F5344CB8AC3E}">
        <p14:creationId xmlns:p14="http://schemas.microsoft.com/office/powerpoint/2010/main" val="5489180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it-IT"/>
              <a:t>Fare clic sull'icona per inserire un'immagine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Fare clic per modificare gli stili del testo dello schema</a:t>
            </a:r>
          </a:p>
        </p:txBody>
      </p:sp>
      <p:sp>
        <p:nvSpPr>
          <p:cNvPr id="5" name="Date Placeholder 4"/>
          <p:cNvSpPr>
            <a:spLocks noGrp="1"/>
          </p:cNvSpPr>
          <p:nvPr>
            <p:ph type="dt" sz="half" idx="10"/>
          </p:nvPr>
        </p:nvSpPr>
        <p:spPr/>
        <p:txBody>
          <a:bodyPr/>
          <a:lstStyle/>
          <a:p>
            <a:fld id="{12B2C755-0381-446C-8FF6-9D93CC4F5EBA}" type="datetimeFigureOut">
              <a:rPr lang="it-IT" smtClean="0"/>
              <a:t>03/04/2026</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0D2A41A9-829E-41DE-95F4-FDFCDAFA6EDA}" type="slidenum">
              <a:rPr lang="it-IT" smtClean="0"/>
              <a:t>‹N›</a:t>
            </a:fld>
            <a:endParaRPr lang="it-IT"/>
          </a:p>
        </p:txBody>
      </p:sp>
    </p:spTree>
    <p:extLst>
      <p:ext uri="{BB962C8B-B14F-4D97-AF65-F5344CB8AC3E}">
        <p14:creationId xmlns:p14="http://schemas.microsoft.com/office/powerpoint/2010/main" val="26816047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12B2C755-0381-446C-8FF6-9D93CC4F5EBA}" type="datetimeFigureOut">
              <a:rPr lang="it-IT" smtClean="0"/>
              <a:t>03/04/2026</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0D2A41A9-829E-41DE-95F4-FDFCDAFA6EDA}" type="slidenum">
              <a:rPr lang="it-IT" smtClean="0"/>
              <a:t>‹N›</a:t>
            </a:fld>
            <a:endParaRPr lang="it-IT"/>
          </a:p>
        </p:txBody>
      </p:sp>
    </p:spTree>
    <p:extLst>
      <p:ext uri="{BB962C8B-B14F-4D97-AF65-F5344CB8AC3E}">
        <p14:creationId xmlns:p14="http://schemas.microsoft.com/office/powerpoint/2010/main" val="1138294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12B2C755-0381-446C-8FF6-9D93CC4F5EBA}" type="datetimeFigureOut">
              <a:rPr lang="it-IT" smtClean="0"/>
              <a:t>03/04/2026</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0D2A41A9-829E-41DE-95F4-FDFCDAFA6EDA}" type="slidenum">
              <a:rPr lang="it-IT" smtClean="0"/>
              <a:t>‹N›</a:t>
            </a:fld>
            <a:endParaRPr lang="it-IT"/>
          </a:p>
        </p:txBody>
      </p:sp>
    </p:spTree>
    <p:extLst>
      <p:ext uri="{BB962C8B-B14F-4D97-AF65-F5344CB8AC3E}">
        <p14:creationId xmlns:p14="http://schemas.microsoft.com/office/powerpoint/2010/main" val="22289960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0939272" y="0"/>
            <a:ext cx="1252728"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2" name="Title Placeholder 1"/>
          <p:cNvSpPr>
            <a:spLocks noGrp="1"/>
          </p:cNvSpPr>
          <p:nvPr>
            <p:ph type="title"/>
          </p:nvPr>
        </p:nvSpPr>
        <p:spPr>
          <a:xfrm>
            <a:off x="627888" y="249299"/>
            <a:ext cx="9520428" cy="1325562"/>
          </a:xfrm>
          <a:prstGeom prst="rect">
            <a:avLst/>
          </a:prstGeom>
        </p:spPr>
        <p:txBody>
          <a:bodyPr vert="horz" lIns="91440" tIns="45720" rIns="91440" bIns="45720" rtlCol="0" anchor="b">
            <a:normAutofit/>
          </a:bodyPr>
          <a:lstStyle/>
          <a:p>
            <a:r>
              <a:rPr lang="it-IT" dirty="0"/>
              <a:t>Fare clic per modificare lo stile del titolo dello schema</a:t>
            </a:r>
            <a:endParaRPr lang="en-US" dirty="0"/>
          </a:p>
        </p:txBody>
      </p:sp>
      <p:sp>
        <p:nvSpPr>
          <p:cNvPr id="3" name="Text Placeholder 2"/>
          <p:cNvSpPr>
            <a:spLocks noGrp="1"/>
          </p:cNvSpPr>
          <p:nvPr>
            <p:ph type="body" idx="1"/>
          </p:nvPr>
        </p:nvSpPr>
        <p:spPr>
          <a:xfrm>
            <a:off x="627888" y="1828800"/>
            <a:ext cx="8595360" cy="4351337"/>
          </a:xfrm>
          <a:prstGeom prst="rect">
            <a:avLst/>
          </a:prstGeom>
        </p:spPr>
        <p:txBody>
          <a:bodyPr vert="horz" lIns="91440" tIns="45720" rIns="91440" bIns="45720" rtlCol="0">
            <a:normAutofit/>
          </a:body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endParaRPr lang="en-US" dirty="0"/>
          </a:p>
        </p:txBody>
      </p:sp>
      <p:sp>
        <p:nvSpPr>
          <p:cNvPr id="4" name="Date Placeholder 3"/>
          <p:cNvSpPr>
            <a:spLocks noGrp="1"/>
          </p:cNvSpPr>
          <p:nvPr>
            <p:ph type="dt" sz="half" idx="2"/>
          </p:nvPr>
        </p:nvSpPr>
        <p:spPr>
          <a:xfrm rot="16200000">
            <a:off x="10338499" y="4884738"/>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defRPr>
            </a:lvl1pPr>
          </a:lstStyle>
          <a:p>
            <a:fld id="{12B2C755-0381-446C-8FF6-9D93CC4F5EBA}" type="datetimeFigureOut">
              <a:rPr lang="it-IT" smtClean="0"/>
              <a:t>03/04/2026</a:t>
            </a:fld>
            <a:endParaRPr lang="it-IT" dirty="0"/>
          </a:p>
        </p:txBody>
      </p:sp>
      <p:sp>
        <p:nvSpPr>
          <p:cNvPr id="5" name="Footer Placeholder 4"/>
          <p:cNvSpPr>
            <a:spLocks noGrp="1"/>
          </p:cNvSpPr>
          <p:nvPr>
            <p:ph type="ftr" sz="quarter" idx="3"/>
          </p:nvPr>
        </p:nvSpPr>
        <p:spPr>
          <a:xfrm rot="16200000">
            <a:off x="10049574"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defRPr>
            </a:lvl1pPr>
          </a:lstStyle>
          <a:p>
            <a:endParaRPr lang="it-IT" dirty="0"/>
          </a:p>
        </p:txBody>
      </p:sp>
      <p:sp>
        <p:nvSpPr>
          <p:cNvPr id="6" name="Slide Number Placeholder 5"/>
          <p:cNvSpPr>
            <a:spLocks noGrp="1"/>
          </p:cNvSpPr>
          <p:nvPr>
            <p:ph type="sldNum" sz="quarter" idx="4"/>
          </p:nvPr>
        </p:nvSpPr>
        <p:spPr>
          <a:xfrm>
            <a:off x="11108436" y="6180137"/>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defRPr>
            </a:lvl1pPr>
          </a:lstStyle>
          <a:p>
            <a:fld id="{0D2A41A9-829E-41DE-95F4-FDFCDAFA6EDA}" type="slidenum">
              <a:rPr lang="it-IT" smtClean="0"/>
              <a:t>‹N›</a:t>
            </a:fld>
            <a:endParaRPr lang="it-IT" dirty="0"/>
          </a:p>
        </p:txBody>
      </p:sp>
      <p:pic>
        <p:nvPicPr>
          <p:cNvPr id="8" name="Immagine 7">
            <a:extLst>
              <a:ext uri="{FF2B5EF4-FFF2-40B4-BE49-F238E27FC236}">
                <a16:creationId xmlns:a16="http://schemas.microsoft.com/office/drawing/2014/main" id="{D42861BD-9DC5-016B-1ADB-AEF74F6AD8C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11026810" y="474602"/>
            <a:ext cx="1077652" cy="1100259"/>
          </a:xfrm>
          <a:prstGeom prst="rect">
            <a:avLst/>
          </a:prstGeom>
        </p:spPr>
      </p:pic>
      <p:sp>
        <p:nvSpPr>
          <p:cNvPr id="9" name="Rectangle 6">
            <a:extLst>
              <a:ext uri="{FF2B5EF4-FFF2-40B4-BE49-F238E27FC236}">
                <a16:creationId xmlns:a16="http://schemas.microsoft.com/office/drawing/2014/main" id="{1518D2D3-37F3-0147-A735-D588BB5FE221}"/>
              </a:ext>
            </a:extLst>
          </p:cNvPr>
          <p:cNvSpPr/>
          <p:nvPr userDrawn="1"/>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3077373077"/>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30.pn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1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4.png"/><Relationship Id="rId1" Type="http://schemas.openxmlformats.org/officeDocument/2006/relationships/slideLayout" Target="../slideLayouts/slideLayout2.xml"/><Relationship Id="rId5" Type="http://schemas.openxmlformats.org/officeDocument/2006/relationships/image" Target="../media/image39.png"/><Relationship Id="rId4" Type="http://schemas.openxmlformats.org/officeDocument/2006/relationships/image" Target="../media/image38.png"/></Relationships>
</file>

<file path=ppt/slides/_rels/slide1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 Id="rId5" Type="http://schemas.openxmlformats.org/officeDocument/2006/relationships/image" Target="../media/image43.png"/><Relationship Id="rId4" Type="http://schemas.openxmlformats.org/officeDocument/2006/relationships/image" Target="../media/image42.png"/></Relationships>
</file>

<file path=ppt/slides/_rels/slide1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0.png"/><Relationship Id="rId1" Type="http://schemas.openxmlformats.org/officeDocument/2006/relationships/slideLayout" Target="../slideLayouts/slideLayout2.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3.png"/></Relationships>
</file>

<file path=ppt/slides/_rels/slide1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1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7.png"/><Relationship Id="rId1" Type="http://schemas.openxmlformats.org/officeDocument/2006/relationships/slideLayout" Target="../slideLayouts/slideLayout2.xml"/><Relationship Id="rId5" Type="http://schemas.openxmlformats.org/officeDocument/2006/relationships/image" Target="../media/image48.png"/><Relationship Id="rId4" Type="http://schemas.openxmlformats.org/officeDocument/2006/relationships/image" Target="../media/image51.png"/></Relationships>
</file>

<file path=ppt/slides/_rels/slide1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2.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4.png"/></Relationships>
</file>

<file path=ppt/slides/_rels/slide17.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AB874EF-619D-2C34-0013-46873B3EAC81}"/>
              </a:ext>
            </a:extLst>
          </p:cNvPr>
          <p:cNvSpPr>
            <a:spLocks noGrp="1"/>
          </p:cNvSpPr>
          <p:nvPr>
            <p:ph type="ctrTitle"/>
          </p:nvPr>
        </p:nvSpPr>
        <p:spPr>
          <a:xfrm>
            <a:off x="722616" y="1325367"/>
            <a:ext cx="10746768" cy="3228654"/>
          </a:xfrm>
        </p:spPr>
        <p:txBody>
          <a:bodyPr>
            <a:normAutofit/>
          </a:bodyPr>
          <a:lstStyle/>
          <a:p>
            <a:r>
              <a:rPr lang="en-US" sz="8000" b="1" noProof="0" dirty="0"/>
              <a:t>Gamma-ray burst classification</a:t>
            </a:r>
          </a:p>
        </p:txBody>
      </p:sp>
      <p:sp>
        <p:nvSpPr>
          <p:cNvPr id="3" name="Sottotitolo 2">
            <a:extLst>
              <a:ext uri="{FF2B5EF4-FFF2-40B4-BE49-F238E27FC236}">
                <a16:creationId xmlns:a16="http://schemas.microsoft.com/office/drawing/2014/main" id="{9DAFED88-6635-CB19-69E5-B65243D7A9F5}"/>
              </a:ext>
            </a:extLst>
          </p:cNvPr>
          <p:cNvSpPr>
            <a:spLocks noGrp="1"/>
          </p:cNvSpPr>
          <p:nvPr>
            <p:ph type="subTitle" idx="1"/>
          </p:nvPr>
        </p:nvSpPr>
        <p:spPr>
          <a:xfrm>
            <a:off x="722616" y="4746661"/>
            <a:ext cx="11113213" cy="2062537"/>
          </a:xfrm>
        </p:spPr>
        <p:txBody>
          <a:bodyPr>
            <a:normAutofit/>
          </a:bodyPr>
          <a:lstStyle/>
          <a:p>
            <a:r>
              <a:rPr lang="en-US" noProof="0" dirty="0">
                <a:solidFill>
                  <a:schemeClr val="tx1">
                    <a:lumMod val="95000"/>
                  </a:schemeClr>
                </a:solidFill>
              </a:rPr>
              <a:t>Andrea Marcone</a:t>
            </a:r>
          </a:p>
          <a:p>
            <a:r>
              <a:rPr lang="en-US" noProof="0" dirty="0">
                <a:solidFill>
                  <a:schemeClr val="tx1">
                    <a:lumMod val="95000"/>
                  </a:schemeClr>
                </a:solidFill>
              </a:rPr>
              <a:t>Introduction to Bayesian probability theory</a:t>
            </a:r>
          </a:p>
          <a:p>
            <a:r>
              <a:rPr lang="en-US" noProof="0" dirty="0">
                <a:solidFill>
                  <a:schemeClr val="tx1">
                    <a:lumMod val="95000"/>
                  </a:schemeClr>
                </a:solidFill>
              </a:rPr>
              <a:t>21/04/2026</a:t>
            </a:r>
          </a:p>
        </p:txBody>
      </p:sp>
    </p:spTree>
    <p:extLst>
      <p:ext uri="{BB962C8B-B14F-4D97-AF65-F5344CB8AC3E}">
        <p14:creationId xmlns:p14="http://schemas.microsoft.com/office/powerpoint/2010/main" val="31079866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943C3F2-F536-F013-B216-38CF3DABAE28}"/>
              </a:ext>
            </a:extLst>
          </p:cNvPr>
          <p:cNvSpPr>
            <a:spLocks noGrp="1"/>
          </p:cNvSpPr>
          <p:nvPr>
            <p:ph type="title"/>
          </p:nvPr>
        </p:nvSpPr>
        <p:spPr/>
        <p:txBody>
          <a:bodyPr anchor="t"/>
          <a:lstStyle/>
          <a:p>
            <a:r>
              <a:rPr lang="en-US" noProof="0" dirty="0"/>
              <a:t>Index</a:t>
            </a:r>
          </a:p>
        </p:txBody>
      </p:sp>
      <mc:AlternateContent xmlns:mc="http://schemas.openxmlformats.org/markup-compatibility/2006">
        <mc:Choice xmlns:a14="http://schemas.microsoft.com/office/drawing/2010/main" Requires="a14">
          <p:sp>
            <p:nvSpPr>
              <p:cNvPr id="5" name="Segnaposto contenuto 4">
                <a:extLst>
                  <a:ext uri="{FF2B5EF4-FFF2-40B4-BE49-F238E27FC236}">
                    <a16:creationId xmlns:a16="http://schemas.microsoft.com/office/drawing/2014/main" id="{8D3D01E5-0746-01AC-6919-1BB1484336D3}"/>
                  </a:ext>
                </a:extLst>
              </p:cNvPr>
              <p:cNvSpPr>
                <a:spLocks noGrp="1"/>
              </p:cNvSpPr>
              <p:nvPr>
                <p:ph idx="1"/>
              </p:nvPr>
            </p:nvSpPr>
            <p:spPr/>
            <p:txBody>
              <a:bodyPr>
                <a:normAutofit/>
              </a:bodyPr>
              <a:lstStyle/>
              <a:p>
                <a:pPr>
                  <a:buSzPct val="90000"/>
                  <a:buFont typeface="Wingdings" panose="05000000000000000000" pitchFamily="2" charset="2"/>
                  <a:buChar char="Ø"/>
                </a:pPr>
                <a:r>
                  <a:rPr lang="en-US" sz="2400" noProof="0" dirty="0"/>
                  <a:t> The Gamma Ray Bursts (GRBs)</a:t>
                </a:r>
              </a:p>
              <a:p>
                <a:pPr>
                  <a:buSzPct val="90000"/>
                  <a:buFont typeface="Wingdings" panose="05000000000000000000" pitchFamily="2" charset="2"/>
                  <a:buChar char="Ø"/>
                </a:pPr>
                <a:r>
                  <a:rPr lang="en-US" sz="2400" noProof="0" dirty="0"/>
                  <a:t> Classification on </a:t>
                </a:r>
                <a14:m>
                  <m:oMath xmlns:m="http://schemas.openxmlformats.org/officeDocument/2006/math">
                    <m:func>
                      <m:funcPr>
                        <m:ctrlPr>
                          <a:rPr lang="en-US" sz="2400" b="0" i="1" noProof="0" smtClean="0">
                            <a:latin typeface="Cambria Math" panose="02040503050406030204" pitchFamily="18" charset="0"/>
                          </a:rPr>
                        </m:ctrlPr>
                      </m:funcPr>
                      <m:fName>
                        <m:r>
                          <m:rPr>
                            <m:sty m:val="p"/>
                          </m:rPr>
                          <a:rPr lang="en-US" sz="2400" b="0" i="0" noProof="0" smtClean="0">
                            <a:latin typeface="Cambria Math" panose="02040503050406030204" pitchFamily="18" charset="0"/>
                          </a:rPr>
                          <m:t>log</m:t>
                        </m:r>
                      </m:fName>
                      <m:e>
                        <m:d>
                          <m:dPr>
                            <m:ctrlPr>
                              <a:rPr lang="en-US" sz="2400" b="0" i="1" noProof="0" smtClean="0">
                                <a:latin typeface="Cambria Math" panose="02040503050406030204" pitchFamily="18" charset="0"/>
                              </a:rPr>
                            </m:ctrlPr>
                          </m:dPr>
                          <m:e>
                            <m:sSub>
                              <m:sSubPr>
                                <m:ctrlPr>
                                  <a:rPr lang="en-US" sz="2400" b="0" i="1" noProof="0" smtClean="0">
                                    <a:latin typeface="Cambria Math" panose="02040503050406030204" pitchFamily="18" charset="0"/>
                                  </a:rPr>
                                </m:ctrlPr>
                              </m:sSubPr>
                              <m:e>
                                <m:r>
                                  <a:rPr lang="en-US" sz="2400" i="1" noProof="0" smtClean="0">
                                    <a:latin typeface="Cambria Math" panose="02040503050406030204" pitchFamily="18" charset="0"/>
                                  </a:rPr>
                                  <m:t>𝑇</m:t>
                                </m:r>
                              </m:e>
                              <m:sub>
                                <m:r>
                                  <a:rPr lang="en-US" sz="2400" i="1" noProof="0" smtClean="0">
                                    <a:latin typeface="Cambria Math" panose="02040503050406030204" pitchFamily="18" charset="0"/>
                                  </a:rPr>
                                  <m:t>9</m:t>
                                </m:r>
                                <m:r>
                                  <a:rPr lang="en-US" sz="2400" b="0" i="1" noProof="0" smtClean="0">
                                    <a:latin typeface="Cambria Math" panose="02040503050406030204" pitchFamily="18" charset="0"/>
                                  </a:rPr>
                                  <m:t>0</m:t>
                                </m:r>
                              </m:sub>
                            </m:sSub>
                          </m:e>
                        </m:d>
                      </m:e>
                    </m:func>
                  </m:oMath>
                </a14:m>
                <a:r>
                  <a:rPr lang="en-US" sz="2400" noProof="0" dirty="0"/>
                  <a:t> </a:t>
                </a:r>
              </a:p>
              <a:p>
                <a:pPr>
                  <a:buSzPct val="90000"/>
                  <a:buFont typeface="Wingdings" panose="05000000000000000000" pitchFamily="2" charset="2"/>
                  <a:buChar char="Ø"/>
                </a:pPr>
                <a:r>
                  <a:rPr lang="en-US" sz="2400" noProof="0" dirty="0"/>
                  <a:t> The parameters</a:t>
                </a:r>
              </a:p>
              <a:p>
                <a:pPr>
                  <a:buSzPct val="90000"/>
                  <a:buFont typeface="Wingdings" panose="05000000000000000000" pitchFamily="2" charset="2"/>
                  <a:buChar char="Ø"/>
                </a:pPr>
                <a:r>
                  <a:rPr lang="en-US" sz="2400" noProof="0" dirty="0"/>
                  <a:t> Classifying a GRB </a:t>
                </a:r>
              </a:p>
              <a:p>
                <a:pPr>
                  <a:buSzPct val="90000"/>
                  <a:buFont typeface="Wingdings" panose="05000000000000000000" pitchFamily="2" charset="2"/>
                  <a:buChar char="Ø"/>
                </a:pPr>
                <a:r>
                  <a:rPr lang="en-US" sz="2400" noProof="0" dirty="0"/>
                  <a:t> Probabilities of Short and Long GRB</a:t>
                </a:r>
              </a:p>
              <a:p>
                <a:pPr>
                  <a:buSzPct val="90000"/>
                  <a:buFont typeface="Wingdings" panose="05000000000000000000" pitchFamily="2" charset="2"/>
                  <a:buChar char="Ø"/>
                </a:pPr>
                <a:r>
                  <a:rPr lang="en-US" sz="2400" noProof="0" dirty="0"/>
                  <a:t> The intermediate class</a:t>
                </a:r>
              </a:p>
              <a:p>
                <a:pPr>
                  <a:buSzPct val="90000"/>
                  <a:buFont typeface="Wingdings" panose="05000000000000000000" pitchFamily="2" charset="2"/>
                  <a:buChar char="Ø"/>
                </a:pPr>
                <a:r>
                  <a:rPr lang="en-US" sz="2400" noProof="0" dirty="0"/>
                  <a:t> Classification in the </a:t>
                </a:r>
                <a14:m>
                  <m:oMath xmlns:m="http://schemas.openxmlformats.org/officeDocument/2006/math">
                    <m:func>
                      <m:funcPr>
                        <m:ctrlPr>
                          <a:rPr lang="en-US" sz="2400" i="1" noProof="0" smtClean="0">
                            <a:latin typeface="Cambria Math" panose="02040503050406030204" pitchFamily="18" charset="0"/>
                          </a:rPr>
                        </m:ctrlPr>
                      </m:funcPr>
                      <m:fName>
                        <m:r>
                          <m:rPr>
                            <m:sty m:val="p"/>
                          </m:rPr>
                          <a:rPr lang="en-US" sz="2400" i="0" noProof="0" smtClean="0">
                            <a:latin typeface="Cambria Math" panose="02040503050406030204" pitchFamily="18" charset="0"/>
                          </a:rPr>
                          <m:t>log</m:t>
                        </m:r>
                      </m:fName>
                      <m:e>
                        <m:d>
                          <m:dPr>
                            <m:ctrlPr>
                              <a:rPr lang="en-US" sz="2400" i="1" noProof="0" smtClean="0">
                                <a:latin typeface="Cambria Math" panose="02040503050406030204" pitchFamily="18" charset="0"/>
                              </a:rPr>
                            </m:ctrlPr>
                          </m:dPr>
                          <m:e>
                            <m:sSub>
                              <m:sSubPr>
                                <m:ctrlPr>
                                  <a:rPr lang="en-US" sz="2400" i="1" noProof="0" smtClean="0">
                                    <a:latin typeface="Cambria Math" panose="02040503050406030204" pitchFamily="18" charset="0"/>
                                  </a:rPr>
                                </m:ctrlPr>
                              </m:sSubPr>
                              <m:e>
                                <m:r>
                                  <a:rPr lang="en-US" sz="2400" i="1" noProof="0" smtClean="0">
                                    <a:latin typeface="Cambria Math" panose="02040503050406030204" pitchFamily="18" charset="0"/>
                                  </a:rPr>
                                  <m:t>𝑇</m:t>
                                </m:r>
                              </m:e>
                              <m:sub>
                                <m:r>
                                  <a:rPr lang="en-US" sz="2400" i="1" noProof="0" smtClean="0">
                                    <a:latin typeface="Cambria Math" panose="02040503050406030204" pitchFamily="18" charset="0"/>
                                  </a:rPr>
                                  <m:t>90</m:t>
                                </m:r>
                              </m:sub>
                            </m:sSub>
                          </m:e>
                        </m:d>
                      </m:e>
                    </m:func>
                    <m:r>
                      <a:rPr lang="en-US" sz="2400" i="1" noProof="0" smtClean="0">
                        <a:latin typeface="Cambria Math" panose="02040503050406030204" pitchFamily="18" charset="0"/>
                      </a:rPr>
                      <m:t>−</m:t>
                    </m:r>
                    <m:func>
                      <m:funcPr>
                        <m:ctrlPr>
                          <a:rPr lang="en-US" sz="2400" i="1" noProof="0" smtClean="0">
                            <a:latin typeface="Cambria Math" panose="02040503050406030204" pitchFamily="18" charset="0"/>
                          </a:rPr>
                        </m:ctrlPr>
                      </m:funcPr>
                      <m:fName>
                        <m:r>
                          <m:rPr>
                            <m:sty m:val="p"/>
                          </m:rPr>
                          <a:rPr lang="en-US" sz="2400" i="0" noProof="0" smtClean="0">
                            <a:latin typeface="Cambria Math" panose="02040503050406030204" pitchFamily="18" charset="0"/>
                          </a:rPr>
                          <m:t>log</m:t>
                        </m:r>
                      </m:fName>
                      <m:e>
                        <m:d>
                          <m:dPr>
                            <m:ctrlPr>
                              <a:rPr lang="en-US" sz="2400" i="1" noProof="0" smtClean="0">
                                <a:latin typeface="Cambria Math" panose="02040503050406030204" pitchFamily="18" charset="0"/>
                              </a:rPr>
                            </m:ctrlPr>
                          </m:dPr>
                          <m:e>
                            <m:r>
                              <a:rPr lang="en-US" sz="2400" i="1" noProof="0" smtClean="0">
                                <a:latin typeface="Cambria Math" panose="02040503050406030204" pitchFamily="18" charset="0"/>
                              </a:rPr>
                              <m:t>𝐻𝑅</m:t>
                            </m:r>
                          </m:e>
                        </m:d>
                      </m:e>
                    </m:func>
                  </m:oMath>
                </a14:m>
                <a:r>
                  <a:rPr lang="en-US" sz="2400" noProof="0" dirty="0"/>
                  <a:t> plane</a:t>
                </a:r>
              </a:p>
            </p:txBody>
          </p:sp>
        </mc:Choice>
        <mc:Fallback>
          <p:sp>
            <p:nvSpPr>
              <p:cNvPr id="5" name="Segnaposto contenuto 4">
                <a:extLst>
                  <a:ext uri="{FF2B5EF4-FFF2-40B4-BE49-F238E27FC236}">
                    <a16:creationId xmlns:a16="http://schemas.microsoft.com/office/drawing/2014/main" id="{8D3D01E5-0746-01AC-6919-1BB1484336D3}"/>
                  </a:ext>
                </a:extLst>
              </p:cNvPr>
              <p:cNvSpPr>
                <a:spLocks noGrp="1" noRot="1" noChangeAspect="1" noMove="1" noResize="1" noEditPoints="1" noAdjustHandles="1" noChangeArrowheads="1" noChangeShapeType="1" noTextEdit="1"/>
              </p:cNvSpPr>
              <p:nvPr>
                <p:ph idx="1"/>
              </p:nvPr>
            </p:nvSpPr>
            <p:spPr>
              <a:blipFill>
                <a:blip r:embed="rId2"/>
                <a:stretch>
                  <a:fillRect l="-633" t="-1488"/>
                </a:stretch>
              </a:blipFill>
            </p:spPr>
            <p:txBody>
              <a:bodyPr/>
              <a:lstStyle/>
              <a:p>
                <a:r>
                  <a:rPr lang="it-IT">
                    <a:noFill/>
                  </a:rPr>
                  <a:t> </a:t>
                </a:r>
              </a:p>
            </p:txBody>
          </p:sp>
        </mc:Fallback>
      </mc:AlternateContent>
    </p:spTree>
    <p:extLst>
      <p:ext uri="{BB962C8B-B14F-4D97-AF65-F5344CB8AC3E}">
        <p14:creationId xmlns:p14="http://schemas.microsoft.com/office/powerpoint/2010/main" val="6193115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9AD7BEB3-6D2B-0567-B22E-4109DDB135B7}"/>
              </a:ext>
            </a:extLst>
          </p:cNvPr>
          <p:cNvSpPr>
            <a:spLocks noGrp="1"/>
          </p:cNvSpPr>
          <p:nvPr>
            <p:ph type="title"/>
          </p:nvPr>
        </p:nvSpPr>
        <p:spPr/>
        <p:txBody>
          <a:bodyPr/>
          <a:lstStyle/>
          <a:p>
            <a:r>
              <a:rPr lang="en-US" noProof="0" dirty="0"/>
              <a:t>The Gamma Ray Bursts (GRBs)</a:t>
            </a:r>
          </a:p>
        </p:txBody>
      </p:sp>
      <p:sp>
        <p:nvSpPr>
          <p:cNvPr id="4" name="CasellaDiTesto 3">
            <a:extLst>
              <a:ext uri="{FF2B5EF4-FFF2-40B4-BE49-F238E27FC236}">
                <a16:creationId xmlns:a16="http://schemas.microsoft.com/office/drawing/2014/main" id="{E9487CD5-9F21-E979-7C7C-1BEBF46BF2B3}"/>
              </a:ext>
            </a:extLst>
          </p:cNvPr>
          <p:cNvSpPr txBox="1"/>
          <p:nvPr/>
        </p:nvSpPr>
        <p:spPr>
          <a:xfrm>
            <a:off x="642745" y="1524000"/>
            <a:ext cx="5453255" cy="646331"/>
          </a:xfrm>
          <a:prstGeom prst="rect">
            <a:avLst/>
          </a:prstGeom>
          <a:noFill/>
        </p:spPr>
        <p:txBody>
          <a:bodyPr wrap="square" rtlCol="0">
            <a:spAutoFit/>
          </a:bodyPr>
          <a:lstStyle/>
          <a:p>
            <a:r>
              <a:rPr lang="en-US" noProof="0" dirty="0"/>
              <a:t>They are transient events of high energy photons and extragalactic origin, discovered in 1973</a:t>
            </a:r>
          </a:p>
        </p:txBody>
      </p:sp>
      <mc:AlternateContent xmlns:mc="http://schemas.openxmlformats.org/markup-compatibility/2006">
        <mc:Choice xmlns:a14="http://schemas.microsoft.com/office/drawing/2010/main" Requires="a14">
          <p:sp>
            <p:nvSpPr>
              <p:cNvPr id="5" name="CasellaDiTesto 4">
                <a:extLst>
                  <a:ext uri="{FF2B5EF4-FFF2-40B4-BE49-F238E27FC236}">
                    <a16:creationId xmlns:a16="http://schemas.microsoft.com/office/drawing/2014/main" id="{BB2D5997-D077-E740-00D6-9083B5BB979E}"/>
                  </a:ext>
                </a:extLst>
              </p:cNvPr>
              <p:cNvSpPr txBox="1"/>
              <p:nvPr/>
            </p:nvSpPr>
            <p:spPr>
              <a:xfrm>
                <a:off x="965769" y="4088602"/>
                <a:ext cx="3955552" cy="923330"/>
              </a:xfrm>
              <a:prstGeom prst="rect">
                <a:avLst/>
              </a:prstGeom>
              <a:noFill/>
            </p:spPr>
            <p:txBody>
              <a:bodyPr wrap="square" rtlCol="0">
                <a:spAutoFit/>
              </a:bodyPr>
              <a:lstStyle/>
              <a:p>
                <a:pPr marL="285750" indent="-285750">
                  <a:buClr>
                    <a:schemeClr val="accent1"/>
                  </a:buClr>
                  <a:buFont typeface="Arial" panose="020B0604020202020204" pitchFamily="34" charset="0"/>
                  <a:buChar char="•"/>
                </a:pPr>
                <a:r>
                  <a:rPr lang="en-US" noProof="0" dirty="0"/>
                  <a:t>The </a:t>
                </a:r>
                <a14:m>
                  <m:oMath xmlns:m="http://schemas.openxmlformats.org/officeDocument/2006/math">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𝑇</m:t>
                        </m:r>
                      </m:e>
                      <m:sub>
                        <m:r>
                          <a:rPr lang="en-US" i="1" noProof="0" smtClean="0">
                            <a:latin typeface="Cambria Math" panose="02040503050406030204" pitchFamily="18" charset="0"/>
                          </a:rPr>
                          <m:t>90</m:t>
                        </m:r>
                      </m:sub>
                    </m:sSub>
                  </m:oMath>
                </a14:m>
                <a:r>
                  <a:rPr lang="en-US" noProof="0" dirty="0"/>
                  <a:t>: the time needed to pass from </a:t>
                </a:r>
                <a14:m>
                  <m:oMath xmlns:m="http://schemas.openxmlformats.org/officeDocument/2006/math">
                    <m:r>
                      <a:rPr lang="en-US" i="1" noProof="0" smtClean="0">
                        <a:latin typeface="Cambria Math" panose="02040503050406030204" pitchFamily="18" charset="0"/>
                      </a:rPr>
                      <m:t>5%</m:t>
                    </m:r>
                  </m:oMath>
                </a14:m>
                <a:r>
                  <a:rPr lang="en-US" noProof="0" dirty="0"/>
                  <a:t> to </a:t>
                </a:r>
                <a14:m>
                  <m:oMath xmlns:m="http://schemas.openxmlformats.org/officeDocument/2006/math">
                    <m:r>
                      <a:rPr lang="en-US" i="1" noProof="0" smtClean="0">
                        <a:latin typeface="Cambria Math" panose="02040503050406030204" pitchFamily="18" charset="0"/>
                      </a:rPr>
                      <m:t>95%</m:t>
                    </m:r>
                  </m:oMath>
                </a14:m>
                <a:r>
                  <a:rPr lang="en-US" noProof="0" dirty="0"/>
                  <a:t> of the total flux of the prompt emission</a:t>
                </a:r>
              </a:p>
            </p:txBody>
          </p:sp>
        </mc:Choice>
        <mc:Fallback>
          <p:sp>
            <p:nvSpPr>
              <p:cNvPr id="5" name="CasellaDiTesto 4">
                <a:extLst>
                  <a:ext uri="{FF2B5EF4-FFF2-40B4-BE49-F238E27FC236}">
                    <a16:creationId xmlns:a16="http://schemas.microsoft.com/office/drawing/2014/main" id="{BB2D5997-D077-E740-00D6-9083B5BB979E}"/>
                  </a:ext>
                </a:extLst>
              </p:cNvPr>
              <p:cNvSpPr txBox="1">
                <a:spLocks noRot="1" noChangeAspect="1" noMove="1" noResize="1" noEditPoints="1" noAdjustHandles="1" noChangeArrowheads="1" noChangeShapeType="1" noTextEdit="1"/>
              </p:cNvSpPr>
              <p:nvPr/>
            </p:nvSpPr>
            <p:spPr>
              <a:xfrm>
                <a:off x="965769" y="4088602"/>
                <a:ext cx="3955552" cy="923330"/>
              </a:xfrm>
              <a:prstGeom prst="rect">
                <a:avLst/>
              </a:prstGeom>
              <a:blipFill>
                <a:blip r:embed="rId2"/>
                <a:stretch>
                  <a:fillRect l="-924" t="-3974" r="-924" b="-9934"/>
                </a:stretch>
              </a:blipFill>
            </p:spPr>
            <p:txBody>
              <a:bodyPr/>
              <a:lstStyle/>
              <a:p>
                <a:r>
                  <a:rPr lang="it-IT">
                    <a:noFill/>
                  </a:rPr>
                  <a:t> </a:t>
                </a:r>
              </a:p>
            </p:txBody>
          </p:sp>
        </mc:Fallback>
      </mc:AlternateContent>
      <p:sp>
        <p:nvSpPr>
          <p:cNvPr id="3" name="CasellaDiTesto 2">
            <a:extLst>
              <a:ext uri="{FF2B5EF4-FFF2-40B4-BE49-F238E27FC236}">
                <a16:creationId xmlns:a16="http://schemas.microsoft.com/office/drawing/2014/main" id="{F62D1E21-4A41-BCD1-B17D-D2C980FCA663}"/>
              </a:ext>
            </a:extLst>
          </p:cNvPr>
          <p:cNvSpPr txBox="1"/>
          <p:nvPr/>
        </p:nvSpPr>
        <p:spPr>
          <a:xfrm>
            <a:off x="6725046" y="5585992"/>
            <a:ext cx="3400746" cy="646331"/>
          </a:xfrm>
          <a:prstGeom prst="rect">
            <a:avLst/>
          </a:prstGeom>
          <a:noFill/>
        </p:spPr>
        <p:txBody>
          <a:bodyPr wrap="square" rtlCol="0">
            <a:spAutoFit/>
          </a:bodyPr>
          <a:lstStyle/>
          <a:p>
            <a:r>
              <a:rPr lang="en-US" noProof="0" dirty="0" err="1"/>
              <a:t>Tipical</a:t>
            </a:r>
            <a:r>
              <a:rPr lang="en-US" noProof="0" dirty="0"/>
              <a:t> light curve of a GRB? Or artistic representation?</a:t>
            </a:r>
          </a:p>
        </p:txBody>
      </p:sp>
      <p:sp>
        <p:nvSpPr>
          <p:cNvPr id="7" name="CasellaDiTesto 6">
            <a:extLst>
              <a:ext uri="{FF2B5EF4-FFF2-40B4-BE49-F238E27FC236}">
                <a16:creationId xmlns:a16="http://schemas.microsoft.com/office/drawing/2014/main" id="{6BDDFA3F-58E9-A49B-FECA-682E57562B2A}"/>
              </a:ext>
            </a:extLst>
          </p:cNvPr>
          <p:cNvSpPr txBox="1"/>
          <p:nvPr/>
        </p:nvSpPr>
        <p:spPr>
          <a:xfrm>
            <a:off x="642744" y="3534824"/>
            <a:ext cx="4936123" cy="369332"/>
          </a:xfrm>
          <a:prstGeom prst="rect">
            <a:avLst/>
          </a:prstGeom>
          <a:noFill/>
        </p:spPr>
        <p:txBody>
          <a:bodyPr wrap="square" rtlCol="0">
            <a:spAutoFit/>
          </a:bodyPr>
          <a:lstStyle/>
          <a:p>
            <a:r>
              <a:rPr lang="en-US" noProof="0" dirty="0"/>
              <a:t>We will use two proprieties to classify them:</a:t>
            </a:r>
          </a:p>
        </p:txBody>
      </p:sp>
      <mc:AlternateContent xmlns:mc="http://schemas.openxmlformats.org/markup-compatibility/2006">
        <mc:Choice xmlns:a14="http://schemas.microsoft.com/office/drawing/2010/main" Requires="a14">
          <p:sp>
            <p:nvSpPr>
              <p:cNvPr id="8" name="CasellaDiTesto 7">
                <a:extLst>
                  <a:ext uri="{FF2B5EF4-FFF2-40B4-BE49-F238E27FC236}">
                    <a16:creationId xmlns:a16="http://schemas.microsoft.com/office/drawing/2014/main" id="{B0D7A5BB-1798-EFB1-5B5A-5A00218FC24F}"/>
                  </a:ext>
                </a:extLst>
              </p:cNvPr>
              <p:cNvSpPr txBox="1"/>
              <p:nvPr/>
            </p:nvSpPr>
            <p:spPr>
              <a:xfrm>
                <a:off x="965768" y="5473377"/>
                <a:ext cx="3955551" cy="646331"/>
              </a:xfrm>
              <a:prstGeom prst="rect">
                <a:avLst/>
              </a:prstGeom>
              <a:noFill/>
            </p:spPr>
            <p:txBody>
              <a:bodyPr wrap="square" rtlCol="0">
                <a:spAutoFit/>
              </a:bodyPr>
              <a:lstStyle/>
              <a:p>
                <a:pPr marL="285750" indent="-285750">
                  <a:buClr>
                    <a:schemeClr val="accent1"/>
                  </a:buClr>
                  <a:buFont typeface="Arial" panose="020B0604020202020204" pitchFamily="34" charset="0"/>
                  <a:buChar char="•"/>
                </a:pPr>
                <a:r>
                  <a:rPr lang="en-US" noProof="0" dirty="0"/>
                  <a:t>The </a:t>
                </a:r>
                <a14:m>
                  <m:oMath xmlns:m="http://schemas.openxmlformats.org/officeDocument/2006/math">
                    <m:r>
                      <a:rPr lang="en-US" b="0" i="1" noProof="0" smtClean="0">
                        <a:latin typeface="Cambria Math" panose="02040503050406030204" pitchFamily="18" charset="0"/>
                      </a:rPr>
                      <m:t>𝐻𝑅</m:t>
                    </m:r>
                  </m:oMath>
                </a14:m>
                <a:r>
                  <a:rPr lang="en-US" noProof="0" dirty="0"/>
                  <a:t>: the ratio between fluxes in different energy bands</a:t>
                </a:r>
              </a:p>
            </p:txBody>
          </p:sp>
        </mc:Choice>
        <mc:Fallback>
          <p:sp>
            <p:nvSpPr>
              <p:cNvPr id="8" name="CasellaDiTesto 7">
                <a:extLst>
                  <a:ext uri="{FF2B5EF4-FFF2-40B4-BE49-F238E27FC236}">
                    <a16:creationId xmlns:a16="http://schemas.microsoft.com/office/drawing/2014/main" id="{B0D7A5BB-1798-EFB1-5B5A-5A00218FC24F}"/>
                  </a:ext>
                </a:extLst>
              </p:cNvPr>
              <p:cNvSpPr txBox="1">
                <a:spLocks noRot="1" noChangeAspect="1" noMove="1" noResize="1" noEditPoints="1" noAdjustHandles="1" noChangeArrowheads="1" noChangeShapeType="1" noTextEdit="1"/>
              </p:cNvSpPr>
              <p:nvPr/>
            </p:nvSpPr>
            <p:spPr>
              <a:xfrm>
                <a:off x="965768" y="5473377"/>
                <a:ext cx="3955551" cy="646331"/>
              </a:xfrm>
              <a:prstGeom prst="rect">
                <a:avLst/>
              </a:prstGeom>
              <a:blipFill>
                <a:blip r:embed="rId3"/>
                <a:stretch>
                  <a:fillRect l="-924" t="-5660" r="-2311" b="-14151"/>
                </a:stretch>
              </a:blipFill>
            </p:spPr>
            <p:txBody>
              <a:bodyPr/>
              <a:lstStyle/>
              <a:p>
                <a:r>
                  <a:rPr lang="it-IT">
                    <a:noFill/>
                  </a:rPr>
                  <a:t> </a:t>
                </a:r>
              </a:p>
            </p:txBody>
          </p:sp>
        </mc:Fallback>
      </mc:AlternateContent>
      <p:sp>
        <p:nvSpPr>
          <p:cNvPr id="10" name="CasellaDiTesto 9">
            <a:extLst>
              <a:ext uri="{FF2B5EF4-FFF2-40B4-BE49-F238E27FC236}">
                <a16:creationId xmlns:a16="http://schemas.microsoft.com/office/drawing/2014/main" id="{F9891193-D7DB-F948-D66F-30644481FCA7}"/>
              </a:ext>
            </a:extLst>
          </p:cNvPr>
          <p:cNvSpPr txBox="1"/>
          <p:nvPr/>
        </p:nvSpPr>
        <p:spPr>
          <a:xfrm>
            <a:off x="5455346" y="2447220"/>
            <a:ext cx="5453255" cy="646331"/>
          </a:xfrm>
          <a:prstGeom prst="rect">
            <a:avLst/>
          </a:prstGeom>
          <a:noFill/>
        </p:spPr>
        <p:txBody>
          <a:bodyPr wrap="square">
            <a:spAutoFit/>
          </a:bodyPr>
          <a:lstStyle/>
          <a:p>
            <a:r>
              <a:rPr lang="en-US" noProof="0" dirty="0"/>
              <a:t>They are usually composed of a first peak (prompt emission) and then an afterglow  </a:t>
            </a:r>
          </a:p>
        </p:txBody>
      </p:sp>
    </p:spTree>
    <p:extLst>
      <p:ext uri="{BB962C8B-B14F-4D97-AF65-F5344CB8AC3E}">
        <p14:creationId xmlns:p14="http://schemas.microsoft.com/office/powerpoint/2010/main" val="8291686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magine 10">
            <a:extLst>
              <a:ext uri="{FF2B5EF4-FFF2-40B4-BE49-F238E27FC236}">
                <a16:creationId xmlns:a16="http://schemas.microsoft.com/office/drawing/2014/main" id="{FFD638B5-9A04-E267-39AF-A853241D261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84678" y="2258771"/>
            <a:ext cx="6132305" cy="4599229"/>
          </a:xfrm>
          <a:prstGeom prst="rect">
            <a:avLst/>
          </a:prstGeom>
        </p:spPr>
      </p:pic>
      <mc:AlternateContent xmlns:mc="http://schemas.openxmlformats.org/markup-compatibility/2006">
        <mc:Choice xmlns:a14="http://schemas.microsoft.com/office/drawing/2010/main" Requires="a14">
          <p:sp>
            <p:nvSpPr>
              <p:cNvPr id="2" name="Titolo 1">
                <a:extLst>
                  <a:ext uri="{FF2B5EF4-FFF2-40B4-BE49-F238E27FC236}">
                    <a16:creationId xmlns:a16="http://schemas.microsoft.com/office/drawing/2014/main" id="{9C89BA0E-7680-4FE7-9BEB-DDCCF940FCCE}"/>
                  </a:ext>
                </a:extLst>
              </p:cNvPr>
              <p:cNvSpPr>
                <a:spLocks noGrp="1"/>
              </p:cNvSpPr>
              <p:nvPr>
                <p:ph type="title"/>
              </p:nvPr>
            </p:nvSpPr>
            <p:spPr/>
            <p:txBody>
              <a:bodyPr/>
              <a:lstStyle/>
              <a:p>
                <a:r>
                  <a:rPr lang="en-US" noProof="0" dirty="0"/>
                  <a:t>Classification on </a:t>
                </a:r>
                <a14:m>
                  <m:oMath xmlns:m="http://schemas.openxmlformats.org/officeDocument/2006/math">
                    <m:func>
                      <m:funcPr>
                        <m:ctrlPr>
                          <a:rPr lang="en-US" i="1" noProof="0" smtClean="0">
                            <a:latin typeface="Cambria Math" panose="02040503050406030204" pitchFamily="18" charset="0"/>
                          </a:rPr>
                        </m:ctrlPr>
                      </m:funcPr>
                      <m:fName>
                        <m:r>
                          <m:rPr>
                            <m:sty m:val="p"/>
                          </m:rPr>
                          <a:rPr lang="en-US" noProof="0" smtClean="0">
                            <a:latin typeface="Cambria Math" panose="02040503050406030204" pitchFamily="18" charset="0"/>
                          </a:rPr>
                          <m:t>log</m:t>
                        </m:r>
                      </m:fName>
                      <m:e>
                        <m:d>
                          <m:dPr>
                            <m:ctrlPr>
                              <a:rPr lang="en-US" i="1" noProof="0" smtClean="0">
                                <a:latin typeface="Cambria Math" panose="02040503050406030204" pitchFamily="18" charset="0"/>
                              </a:rPr>
                            </m:ctrlPr>
                          </m:dPr>
                          <m:e>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𝑇</m:t>
                                </m:r>
                              </m:e>
                              <m:sub>
                                <m:r>
                                  <a:rPr lang="en-US" i="1" noProof="0" smtClean="0">
                                    <a:latin typeface="Cambria Math" panose="02040503050406030204" pitchFamily="18" charset="0"/>
                                  </a:rPr>
                                  <m:t>90</m:t>
                                </m:r>
                              </m:sub>
                            </m:sSub>
                          </m:e>
                        </m:d>
                      </m:e>
                    </m:func>
                  </m:oMath>
                </a14:m>
                <a:r>
                  <a:rPr lang="en-US" noProof="0" dirty="0"/>
                  <a:t>: data</a:t>
                </a:r>
              </a:p>
            </p:txBody>
          </p:sp>
        </mc:Choice>
        <mc:Fallback>
          <p:sp>
            <p:nvSpPr>
              <p:cNvPr id="2" name="Titolo 1">
                <a:extLst>
                  <a:ext uri="{FF2B5EF4-FFF2-40B4-BE49-F238E27FC236}">
                    <a16:creationId xmlns:a16="http://schemas.microsoft.com/office/drawing/2014/main" id="{9C89BA0E-7680-4FE7-9BEB-DDCCF940FCCE}"/>
                  </a:ext>
                </a:extLst>
              </p:cNvPr>
              <p:cNvSpPr>
                <a:spLocks noGrp="1" noRot="1" noChangeAspect="1" noMove="1" noResize="1" noEditPoints="1" noAdjustHandles="1" noChangeArrowheads="1" noChangeShapeType="1" noTextEdit="1"/>
              </p:cNvSpPr>
              <p:nvPr>
                <p:ph type="title"/>
              </p:nvPr>
            </p:nvSpPr>
            <p:spPr>
              <a:blipFill>
                <a:blip r:embed="rId3"/>
                <a:stretch>
                  <a:fillRect l="-2533" t="-15842"/>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4" name="CasellaDiTesto 3">
                <a:extLst>
                  <a:ext uri="{FF2B5EF4-FFF2-40B4-BE49-F238E27FC236}">
                    <a16:creationId xmlns:a16="http://schemas.microsoft.com/office/drawing/2014/main" id="{701492C6-3F60-DF36-DDD4-AC4C7F5E5308}"/>
                  </a:ext>
                </a:extLst>
              </p:cNvPr>
              <p:cNvSpPr txBox="1"/>
              <p:nvPr/>
            </p:nvSpPr>
            <p:spPr>
              <a:xfrm>
                <a:off x="642744" y="1335441"/>
                <a:ext cx="5234074" cy="646331"/>
              </a:xfrm>
              <a:prstGeom prst="rect">
                <a:avLst/>
              </a:prstGeom>
              <a:noFill/>
            </p:spPr>
            <p:txBody>
              <a:bodyPr wrap="square" rtlCol="0">
                <a:spAutoFit/>
              </a:bodyPr>
              <a:lstStyle/>
              <a:p>
                <a:r>
                  <a:rPr lang="en-US" noProof="0" dirty="0"/>
                  <a:t>Dataset: 1932 burst seen by BATSE with the recorded </a:t>
                </a:r>
                <a14:m>
                  <m:oMath xmlns:m="http://schemas.openxmlformats.org/officeDocument/2006/math">
                    <m:func>
                      <m:funcPr>
                        <m:ctrlPr>
                          <a:rPr lang="en-US" i="1" noProof="0" smtClean="0">
                            <a:latin typeface="Cambria Math" panose="02040503050406030204" pitchFamily="18" charset="0"/>
                          </a:rPr>
                        </m:ctrlPr>
                      </m:funcPr>
                      <m:fName>
                        <m:r>
                          <m:rPr>
                            <m:sty m:val="p"/>
                          </m:rPr>
                          <a:rPr lang="en-US" i="0" noProof="0" smtClean="0">
                            <a:latin typeface="Cambria Math" panose="02040503050406030204" pitchFamily="18" charset="0"/>
                          </a:rPr>
                          <m:t>log</m:t>
                        </m:r>
                      </m:fName>
                      <m:e>
                        <m:d>
                          <m:dPr>
                            <m:ctrlPr>
                              <a:rPr lang="en-US" i="1" noProof="0" smtClean="0">
                                <a:latin typeface="Cambria Math" panose="02040503050406030204" pitchFamily="18" charset="0"/>
                              </a:rPr>
                            </m:ctrlPr>
                          </m:dPr>
                          <m:e>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𝑇</m:t>
                                </m:r>
                              </m:e>
                              <m:sub>
                                <m:r>
                                  <a:rPr lang="en-US" i="1" noProof="0" smtClean="0">
                                    <a:latin typeface="Cambria Math" panose="02040503050406030204" pitchFamily="18" charset="0"/>
                                  </a:rPr>
                                  <m:t>90</m:t>
                                </m:r>
                              </m:sub>
                            </m:sSub>
                          </m:e>
                        </m:d>
                      </m:e>
                    </m:func>
                  </m:oMath>
                </a14:m>
                <a:r>
                  <a:rPr lang="en-US" noProof="0" dirty="0"/>
                  <a:t>, associated error and </a:t>
                </a:r>
                <a14:m>
                  <m:oMath xmlns:m="http://schemas.openxmlformats.org/officeDocument/2006/math">
                    <m:func>
                      <m:funcPr>
                        <m:ctrlPr>
                          <a:rPr lang="en-US" i="1" noProof="0" smtClean="0">
                            <a:latin typeface="Cambria Math" panose="02040503050406030204" pitchFamily="18" charset="0"/>
                          </a:rPr>
                        </m:ctrlPr>
                      </m:funcPr>
                      <m:fName>
                        <m:r>
                          <m:rPr>
                            <m:sty m:val="p"/>
                          </m:rPr>
                          <a:rPr lang="en-US" i="0" noProof="0" smtClean="0">
                            <a:latin typeface="Cambria Math" panose="02040503050406030204" pitchFamily="18" charset="0"/>
                          </a:rPr>
                          <m:t>log</m:t>
                        </m:r>
                      </m:fName>
                      <m:e>
                        <m:d>
                          <m:dPr>
                            <m:ctrlPr>
                              <a:rPr lang="en-US" i="1" noProof="0" smtClean="0">
                                <a:latin typeface="Cambria Math" panose="02040503050406030204" pitchFamily="18" charset="0"/>
                              </a:rPr>
                            </m:ctrlPr>
                          </m:dPr>
                          <m:e>
                            <m:r>
                              <a:rPr lang="en-US" i="1" noProof="0" smtClean="0">
                                <a:latin typeface="Cambria Math" panose="02040503050406030204" pitchFamily="18" charset="0"/>
                              </a:rPr>
                              <m:t>𝐻𝑅</m:t>
                            </m:r>
                          </m:e>
                        </m:d>
                      </m:e>
                    </m:func>
                  </m:oMath>
                </a14:m>
                <a:endParaRPr lang="en-US" noProof="0" dirty="0"/>
              </a:p>
            </p:txBody>
          </p:sp>
        </mc:Choice>
        <mc:Fallback>
          <p:sp>
            <p:nvSpPr>
              <p:cNvPr id="4" name="CasellaDiTesto 3">
                <a:extLst>
                  <a:ext uri="{FF2B5EF4-FFF2-40B4-BE49-F238E27FC236}">
                    <a16:creationId xmlns:a16="http://schemas.microsoft.com/office/drawing/2014/main" id="{701492C6-3F60-DF36-DDD4-AC4C7F5E5308}"/>
                  </a:ext>
                </a:extLst>
              </p:cNvPr>
              <p:cNvSpPr txBox="1">
                <a:spLocks noRot="1" noChangeAspect="1" noMove="1" noResize="1" noEditPoints="1" noAdjustHandles="1" noChangeArrowheads="1" noChangeShapeType="1" noTextEdit="1"/>
              </p:cNvSpPr>
              <p:nvPr/>
            </p:nvSpPr>
            <p:spPr>
              <a:xfrm>
                <a:off x="642744" y="1335441"/>
                <a:ext cx="5234074" cy="646331"/>
              </a:xfrm>
              <a:prstGeom prst="rect">
                <a:avLst/>
              </a:prstGeom>
              <a:blipFill>
                <a:blip r:embed="rId4"/>
                <a:stretch>
                  <a:fillRect l="-931" t="-4717" b="-14151"/>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5" name="CasellaDiTesto 4">
                <a:extLst>
                  <a:ext uri="{FF2B5EF4-FFF2-40B4-BE49-F238E27FC236}">
                    <a16:creationId xmlns:a16="http://schemas.microsoft.com/office/drawing/2014/main" id="{C264A17A-540E-8BCE-C181-51A3B66A61CB}"/>
                  </a:ext>
                </a:extLst>
              </p:cNvPr>
              <p:cNvSpPr txBox="1"/>
              <p:nvPr/>
            </p:nvSpPr>
            <p:spPr>
              <a:xfrm>
                <a:off x="642743" y="3227598"/>
                <a:ext cx="2938409" cy="646331"/>
              </a:xfrm>
              <a:prstGeom prst="rect">
                <a:avLst/>
              </a:prstGeom>
              <a:noFill/>
            </p:spPr>
            <p:txBody>
              <a:bodyPr wrap="square" rtlCol="0">
                <a:spAutoFit/>
              </a:bodyPr>
              <a:lstStyle/>
              <a:p>
                <a:r>
                  <a:rPr lang="en-US" noProof="0" dirty="0"/>
                  <a:t>Smallest value: </a:t>
                </a:r>
                <a14:m>
                  <m:oMath xmlns:m="http://schemas.openxmlformats.org/officeDocument/2006/math">
                    <m:r>
                      <a:rPr lang="en-US" i="1" noProof="0" smtClean="0">
                        <a:latin typeface="Cambria Math" panose="02040503050406030204" pitchFamily="18" charset="0"/>
                      </a:rPr>
                      <m:t>∼−3.7</m:t>
                    </m:r>
                  </m:oMath>
                </a14:m>
                <a:r>
                  <a:rPr lang="en-US" noProof="0" dirty="0"/>
                  <a:t> Biggest value: </a:t>
                </a:r>
                <a14:m>
                  <m:oMath xmlns:m="http://schemas.openxmlformats.org/officeDocument/2006/math">
                    <m:r>
                      <a:rPr lang="en-US" i="1" noProof="0" smtClean="0">
                        <a:latin typeface="Cambria Math" panose="02040503050406030204" pitchFamily="18" charset="0"/>
                      </a:rPr>
                      <m:t>∼6.5</m:t>
                    </m:r>
                  </m:oMath>
                </a14:m>
                <a:r>
                  <a:rPr lang="en-US" noProof="0" dirty="0"/>
                  <a:t> </a:t>
                </a:r>
              </a:p>
            </p:txBody>
          </p:sp>
        </mc:Choice>
        <mc:Fallback>
          <p:sp>
            <p:nvSpPr>
              <p:cNvPr id="5" name="CasellaDiTesto 4">
                <a:extLst>
                  <a:ext uri="{FF2B5EF4-FFF2-40B4-BE49-F238E27FC236}">
                    <a16:creationId xmlns:a16="http://schemas.microsoft.com/office/drawing/2014/main" id="{C264A17A-540E-8BCE-C181-51A3B66A61CB}"/>
                  </a:ext>
                </a:extLst>
              </p:cNvPr>
              <p:cNvSpPr txBox="1">
                <a:spLocks noRot="1" noChangeAspect="1" noMove="1" noResize="1" noEditPoints="1" noAdjustHandles="1" noChangeArrowheads="1" noChangeShapeType="1" noTextEdit="1"/>
              </p:cNvSpPr>
              <p:nvPr/>
            </p:nvSpPr>
            <p:spPr>
              <a:xfrm>
                <a:off x="642743" y="3227598"/>
                <a:ext cx="2938409" cy="646331"/>
              </a:xfrm>
              <a:prstGeom prst="rect">
                <a:avLst/>
              </a:prstGeom>
              <a:blipFill>
                <a:blip r:embed="rId5"/>
                <a:stretch>
                  <a:fillRect l="-1660" t="-4717" b="-14151"/>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6" name="CasellaDiTesto 5">
                <a:extLst>
                  <a:ext uri="{FF2B5EF4-FFF2-40B4-BE49-F238E27FC236}">
                    <a16:creationId xmlns:a16="http://schemas.microsoft.com/office/drawing/2014/main" id="{3910B501-7F17-4A45-1D5F-65D744EF586B}"/>
                  </a:ext>
                </a:extLst>
              </p:cNvPr>
              <p:cNvSpPr txBox="1"/>
              <p:nvPr/>
            </p:nvSpPr>
            <p:spPr>
              <a:xfrm>
                <a:off x="909870" y="4357066"/>
                <a:ext cx="2404153" cy="369332"/>
              </a:xfrm>
              <a:prstGeom prst="rect">
                <a:avLst/>
              </a:prstGeom>
              <a:noFill/>
            </p:spPr>
            <p:txBody>
              <a:bodyPr wrap="square" rtlCol="0">
                <a:spAutoFit/>
              </a:bodyPr>
              <a:lstStyle/>
              <a:p>
                <a14:m>
                  <m:oMath xmlns:m="http://schemas.openxmlformats.org/officeDocument/2006/math">
                    <m:r>
                      <a:rPr lang="en-US" i="1" noProof="0" smtClean="0">
                        <a:latin typeface="Cambria Math" panose="02040503050406030204" pitchFamily="18" charset="0"/>
                      </a:rPr>
                      <m:t>50</m:t>
                    </m:r>
                  </m:oMath>
                </a14:m>
                <a:r>
                  <a:rPr lang="en-US" noProof="0" dirty="0"/>
                  <a:t> bins from </a:t>
                </a:r>
                <a14:m>
                  <m:oMath xmlns:m="http://schemas.openxmlformats.org/officeDocument/2006/math">
                    <m:r>
                      <a:rPr lang="en-US" i="1" noProof="0" smtClean="0">
                        <a:latin typeface="Cambria Math" panose="02040503050406030204" pitchFamily="18" charset="0"/>
                      </a:rPr>
                      <m:t>−4</m:t>
                    </m:r>
                    <m:r>
                      <a:rPr lang="en-US" b="0" i="1" noProof="0" smtClean="0">
                        <a:latin typeface="Cambria Math" panose="02040503050406030204" pitchFamily="18" charset="0"/>
                      </a:rPr>
                      <m:t> </m:t>
                    </m:r>
                  </m:oMath>
                </a14:m>
                <a:r>
                  <a:rPr lang="en-US" noProof="0" dirty="0"/>
                  <a:t>to </a:t>
                </a:r>
                <a14:m>
                  <m:oMath xmlns:m="http://schemas.openxmlformats.org/officeDocument/2006/math">
                    <m:r>
                      <a:rPr lang="en-US" i="1" noProof="0" smtClean="0">
                        <a:latin typeface="Cambria Math" panose="02040503050406030204" pitchFamily="18" charset="0"/>
                      </a:rPr>
                      <m:t>7</m:t>
                    </m:r>
                  </m:oMath>
                </a14:m>
                <a:endParaRPr lang="en-US" noProof="0" dirty="0"/>
              </a:p>
            </p:txBody>
          </p:sp>
        </mc:Choice>
        <mc:Fallback>
          <p:sp>
            <p:nvSpPr>
              <p:cNvPr id="6" name="CasellaDiTesto 5">
                <a:extLst>
                  <a:ext uri="{FF2B5EF4-FFF2-40B4-BE49-F238E27FC236}">
                    <a16:creationId xmlns:a16="http://schemas.microsoft.com/office/drawing/2014/main" id="{3910B501-7F17-4A45-1D5F-65D744EF586B}"/>
                  </a:ext>
                </a:extLst>
              </p:cNvPr>
              <p:cNvSpPr txBox="1">
                <a:spLocks noRot="1" noChangeAspect="1" noMove="1" noResize="1" noEditPoints="1" noAdjustHandles="1" noChangeArrowheads="1" noChangeShapeType="1" noTextEdit="1"/>
              </p:cNvSpPr>
              <p:nvPr/>
            </p:nvSpPr>
            <p:spPr>
              <a:xfrm>
                <a:off x="909870" y="4357066"/>
                <a:ext cx="2404153" cy="369332"/>
              </a:xfrm>
              <a:prstGeom prst="rect">
                <a:avLst/>
              </a:prstGeom>
              <a:blipFill>
                <a:blip r:embed="rId6"/>
                <a:stretch>
                  <a:fillRect t="-10000" b="-26667"/>
                </a:stretch>
              </a:blipFill>
            </p:spPr>
            <p:txBody>
              <a:bodyPr/>
              <a:lstStyle/>
              <a:p>
                <a:r>
                  <a:rPr lang="it-IT">
                    <a:noFill/>
                  </a:rPr>
                  <a:t> </a:t>
                </a:r>
              </a:p>
            </p:txBody>
          </p:sp>
        </mc:Fallback>
      </mc:AlternateContent>
      <p:sp>
        <p:nvSpPr>
          <p:cNvPr id="3" name="CasellaDiTesto 2">
            <a:extLst>
              <a:ext uri="{FF2B5EF4-FFF2-40B4-BE49-F238E27FC236}">
                <a16:creationId xmlns:a16="http://schemas.microsoft.com/office/drawing/2014/main" id="{6DBAA5E6-9546-A078-A564-895CA5AD8E69}"/>
              </a:ext>
            </a:extLst>
          </p:cNvPr>
          <p:cNvSpPr txBox="1"/>
          <p:nvPr/>
        </p:nvSpPr>
        <p:spPr>
          <a:xfrm>
            <a:off x="909870" y="5322013"/>
            <a:ext cx="2938409" cy="923330"/>
          </a:xfrm>
          <a:prstGeom prst="rect">
            <a:avLst/>
          </a:prstGeom>
          <a:noFill/>
        </p:spPr>
        <p:txBody>
          <a:bodyPr wrap="square" rtlCol="0">
            <a:spAutoFit/>
          </a:bodyPr>
          <a:lstStyle/>
          <a:p>
            <a:r>
              <a:rPr lang="en-US" noProof="0" dirty="0"/>
              <a:t>Mean error is: 0.174</a:t>
            </a:r>
          </a:p>
          <a:p>
            <a:r>
              <a:rPr lang="en-US" noProof="0" dirty="0"/>
              <a:t>Median error is: 0.0919</a:t>
            </a:r>
          </a:p>
          <a:p>
            <a:r>
              <a:rPr lang="en-US" noProof="0" dirty="0"/>
              <a:t>A bin is large 0.224</a:t>
            </a:r>
          </a:p>
        </p:txBody>
      </p:sp>
      <mc:AlternateContent xmlns:mc="http://schemas.openxmlformats.org/markup-compatibility/2006">
        <mc:Choice xmlns:a14="http://schemas.microsoft.com/office/drawing/2010/main" Requires="a14">
          <p:sp>
            <p:nvSpPr>
              <p:cNvPr id="12" name="CasellaDiTesto 11">
                <a:extLst>
                  <a:ext uri="{FF2B5EF4-FFF2-40B4-BE49-F238E27FC236}">
                    <a16:creationId xmlns:a16="http://schemas.microsoft.com/office/drawing/2014/main" id="{3B042079-1B72-A929-0EA8-DD1E101F076D}"/>
                  </a:ext>
                </a:extLst>
              </p:cNvPr>
              <p:cNvSpPr txBox="1"/>
              <p:nvPr/>
            </p:nvSpPr>
            <p:spPr>
              <a:xfrm>
                <a:off x="642743" y="2505331"/>
                <a:ext cx="2938409" cy="400110"/>
              </a:xfrm>
              <a:prstGeom prst="rect">
                <a:avLst/>
              </a:prstGeom>
              <a:noFill/>
            </p:spPr>
            <p:txBody>
              <a:bodyPr wrap="square" rtlCol="0">
                <a:spAutoFit/>
              </a:bodyPr>
              <a:lstStyle/>
              <a:p>
                <a:r>
                  <a:rPr lang="en-US" sz="2000" noProof="0" dirty="0"/>
                  <a:t>Histogram on </a:t>
                </a:r>
                <a14:m>
                  <m:oMath xmlns:m="http://schemas.openxmlformats.org/officeDocument/2006/math">
                    <m:func>
                      <m:funcPr>
                        <m:ctrlPr>
                          <a:rPr lang="en-US" sz="2000" i="1" noProof="0" smtClean="0">
                            <a:latin typeface="Cambria Math" panose="02040503050406030204" pitchFamily="18" charset="0"/>
                          </a:rPr>
                        </m:ctrlPr>
                      </m:funcPr>
                      <m:fName>
                        <m:r>
                          <m:rPr>
                            <m:sty m:val="p"/>
                          </m:rPr>
                          <a:rPr lang="en-US" sz="2000" i="0" noProof="0" smtClean="0">
                            <a:latin typeface="Cambria Math" panose="02040503050406030204" pitchFamily="18" charset="0"/>
                          </a:rPr>
                          <m:t>log</m:t>
                        </m:r>
                      </m:fName>
                      <m:e>
                        <m:d>
                          <m:dPr>
                            <m:ctrlPr>
                              <a:rPr lang="en-US" sz="2000" i="1" noProof="0" smtClean="0">
                                <a:latin typeface="Cambria Math" panose="02040503050406030204" pitchFamily="18" charset="0"/>
                              </a:rPr>
                            </m:ctrlPr>
                          </m:dPr>
                          <m:e>
                            <m:sSub>
                              <m:sSubPr>
                                <m:ctrlPr>
                                  <a:rPr lang="en-US" sz="2000" i="1" noProof="0" smtClean="0">
                                    <a:latin typeface="Cambria Math" panose="02040503050406030204" pitchFamily="18" charset="0"/>
                                  </a:rPr>
                                </m:ctrlPr>
                              </m:sSubPr>
                              <m:e>
                                <m:r>
                                  <a:rPr lang="en-US" sz="2000" i="1" noProof="0" smtClean="0">
                                    <a:latin typeface="Cambria Math" panose="02040503050406030204" pitchFamily="18" charset="0"/>
                                  </a:rPr>
                                  <m:t>𝑇</m:t>
                                </m:r>
                              </m:e>
                              <m:sub>
                                <m:r>
                                  <a:rPr lang="en-US" sz="2000" i="1" noProof="0" smtClean="0">
                                    <a:latin typeface="Cambria Math" panose="02040503050406030204" pitchFamily="18" charset="0"/>
                                  </a:rPr>
                                  <m:t>90</m:t>
                                </m:r>
                              </m:sub>
                            </m:sSub>
                          </m:e>
                        </m:d>
                      </m:e>
                    </m:func>
                  </m:oMath>
                </a14:m>
                <a:endParaRPr lang="en-US" sz="2000" noProof="0" dirty="0"/>
              </a:p>
            </p:txBody>
          </p:sp>
        </mc:Choice>
        <mc:Fallback>
          <p:sp>
            <p:nvSpPr>
              <p:cNvPr id="12" name="CasellaDiTesto 11">
                <a:extLst>
                  <a:ext uri="{FF2B5EF4-FFF2-40B4-BE49-F238E27FC236}">
                    <a16:creationId xmlns:a16="http://schemas.microsoft.com/office/drawing/2014/main" id="{3B042079-1B72-A929-0EA8-DD1E101F076D}"/>
                  </a:ext>
                </a:extLst>
              </p:cNvPr>
              <p:cNvSpPr txBox="1">
                <a:spLocks noRot="1" noChangeAspect="1" noMove="1" noResize="1" noEditPoints="1" noAdjustHandles="1" noChangeArrowheads="1" noChangeShapeType="1" noTextEdit="1"/>
              </p:cNvSpPr>
              <p:nvPr/>
            </p:nvSpPr>
            <p:spPr>
              <a:xfrm>
                <a:off x="642743" y="2505331"/>
                <a:ext cx="2938409" cy="400110"/>
              </a:xfrm>
              <a:prstGeom prst="rect">
                <a:avLst/>
              </a:prstGeom>
              <a:blipFill>
                <a:blip r:embed="rId7"/>
                <a:stretch>
                  <a:fillRect l="-2075" t="-9091" b="-25758"/>
                </a:stretch>
              </a:blipFill>
            </p:spPr>
            <p:txBody>
              <a:bodyPr/>
              <a:lstStyle/>
              <a:p>
                <a:r>
                  <a:rPr lang="it-IT">
                    <a:noFill/>
                  </a:rPr>
                  <a:t> </a:t>
                </a:r>
              </a:p>
            </p:txBody>
          </p:sp>
        </mc:Fallback>
      </mc:AlternateContent>
      <p:cxnSp>
        <p:nvCxnSpPr>
          <p:cNvPr id="14" name="Connettore 2 13">
            <a:extLst>
              <a:ext uri="{FF2B5EF4-FFF2-40B4-BE49-F238E27FC236}">
                <a16:creationId xmlns:a16="http://schemas.microsoft.com/office/drawing/2014/main" id="{2B42DA42-449E-C8BD-986D-A8EBCCE58BE1}"/>
              </a:ext>
            </a:extLst>
          </p:cNvPr>
          <p:cNvCxnSpPr>
            <a:stCxn id="5" idx="2"/>
            <a:endCxn id="6" idx="0"/>
          </p:cNvCxnSpPr>
          <p:nvPr/>
        </p:nvCxnSpPr>
        <p:spPr>
          <a:xfrm flipH="1">
            <a:off x="2111947" y="3873929"/>
            <a:ext cx="1" cy="48313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23145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itolo 1">
                <a:extLst>
                  <a:ext uri="{FF2B5EF4-FFF2-40B4-BE49-F238E27FC236}">
                    <a16:creationId xmlns:a16="http://schemas.microsoft.com/office/drawing/2014/main" id="{9F9FF888-399B-E4A9-9147-32AD6AD3E6D0}"/>
                  </a:ext>
                </a:extLst>
              </p:cNvPr>
              <p:cNvSpPr>
                <a:spLocks noGrp="1"/>
              </p:cNvSpPr>
              <p:nvPr>
                <p:ph type="title"/>
              </p:nvPr>
            </p:nvSpPr>
            <p:spPr>
              <a:xfrm>
                <a:off x="642938" y="288925"/>
                <a:ext cx="9625012" cy="1235075"/>
              </a:xfrm>
            </p:spPr>
            <p:txBody>
              <a:bodyPr/>
              <a:lstStyle/>
              <a:p>
                <a:r>
                  <a:rPr lang="en-US" noProof="0" dirty="0"/>
                  <a:t>Classification on </a:t>
                </a:r>
                <a14:m>
                  <m:oMath xmlns:m="http://schemas.openxmlformats.org/officeDocument/2006/math">
                    <m:func>
                      <m:funcPr>
                        <m:ctrlPr>
                          <a:rPr lang="en-US" i="1" noProof="0" smtClean="0">
                            <a:latin typeface="Cambria Math" panose="02040503050406030204" pitchFamily="18" charset="0"/>
                          </a:rPr>
                        </m:ctrlPr>
                      </m:funcPr>
                      <m:fName>
                        <m:r>
                          <m:rPr>
                            <m:sty m:val="p"/>
                          </m:rPr>
                          <a:rPr lang="en-US" noProof="0" smtClean="0">
                            <a:latin typeface="Cambria Math" panose="02040503050406030204" pitchFamily="18" charset="0"/>
                          </a:rPr>
                          <m:t>log</m:t>
                        </m:r>
                      </m:fName>
                      <m:e>
                        <m:d>
                          <m:dPr>
                            <m:ctrlPr>
                              <a:rPr lang="en-US" i="1" noProof="0" smtClean="0">
                                <a:latin typeface="Cambria Math" panose="02040503050406030204" pitchFamily="18" charset="0"/>
                              </a:rPr>
                            </m:ctrlPr>
                          </m:dPr>
                          <m:e>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𝑇</m:t>
                                </m:r>
                              </m:e>
                              <m:sub>
                                <m:r>
                                  <a:rPr lang="en-US" i="1" noProof="0" smtClean="0">
                                    <a:latin typeface="Cambria Math" panose="02040503050406030204" pitchFamily="18" charset="0"/>
                                  </a:rPr>
                                  <m:t>90</m:t>
                                </m:r>
                              </m:sub>
                            </m:sSub>
                          </m:e>
                        </m:d>
                      </m:e>
                    </m:func>
                  </m:oMath>
                </a14:m>
                <a:r>
                  <a:rPr lang="en-US" noProof="0" dirty="0"/>
                  <a:t>: model</a:t>
                </a:r>
              </a:p>
            </p:txBody>
          </p:sp>
        </mc:Choice>
        <mc:Fallback>
          <p:sp>
            <p:nvSpPr>
              <p:cNvPr id="4" name="Titolo 1">
                <a:extLst>
                  <a:ext uri="{FF2B5EF4-FFF2-40B4-BE49-F238E27FC236}">
                    <a16:creationId xmlns:a16="http://schemas.microsoft.com/office/drawing/2014/main" id="{9F9FF888-399B-E4A9-9147-32AD6AD3E6D0}"/>
                  </a:ext>
                </a:extLst>
              </p:cNvPr>
              <p:cNvSpPr>
                <a:spLocks noGrp="1" noRot="1" noChangeAspect="1" noMove="1" noResize="1" noEditPoints="1" noAdjustHandles="1" noChangeArrowheads="1" noChangeShapeType="1" noTextEdit="1"/>
              </p:cNvSpPr>
              <p:nvPr>
                <p:ph type="title"/>
              </p:nvPr>
            </p:nvSpPr>
            <p:spPr>
              <a:xfrm>
                <a:off x="642938" y="288925"/>
                <a:ext cx="9625012" cy="1235075"/>
              </a:xfrm>
              <a:blipFill>
                <a:blip r:embed="rId2"/>
                <a:stretch>
                  <a:fillRect l="-2533" t="-15271"/>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5" name="CasellaDiTesto 4">
                <a:extLst>
                  <a:ext uri="{FF2B5EF4-FFF2-40B4-BE49-F238E27FC236}">
                    <a16:creationId xmlns:a16="http://schemas.microsoft.com/office/drawing/2014/main" id="{CD6AA39C-E2F8-5ED9-1A96-4FD70A92E291}"/>
                  </a:ext>
                </a:extLst>
              </p:cNvPr>
              <p:cNvSpPr txBox="1"/>
              <p:nvPr/>
            </p:nvSpPr>
            <p:spPr>
              <a:xfrm>
                <a:off x="1458930" y="2712377"/>
                <a:ext cx="8733034"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i="1" noProof="0" smtClean="0">
                          <a:latin typeface="Cambria Math" panose="02040503050406030204" pitchFamily="18" charset="0"/>
                        </a:rPr>
                        <m:t>𝑝</m:t>
                      </m:r>
                      <m:d>
                        <m:dPr>
                          <m:ctrlPr>
                            <a:rPr lang="en-US" sz="2400" i="1" noProof="0" smtClean="0">
                              <a:latin typeface="Cambria Math" panose="02040503050406030204" pitchFamily="18" charset="0"/>
                            </a:rPr>
                          </m:ctrlPr>
                        </m:dPr>
                        <m:e>
                          <m:func>
                            <m:funcPr>
                              <m:ctrlPr>
                                <a:rPr lang="en-US" sz="2400" i="1" noProof="0" smtClean="0">
                                  <a:latin typeface="Cambria Math" panose="02040503050406030204" pitchFamily="18" charset="0"/>
                                </a:rPr>
                              </m:ctrlPr>
                            </m:funcPr>
                            <m:fName>
                              <m:r>
                                <m:rPr>
                                  <m:sty m:val="p"/>
                                </m:rPr>
                                <a:rPr lang="en-US" sz="2400" i="0" noProof="0" smtClean="0">
                                  <a:latin typeface="Cambria Math" panose="02040503050406030204" pitchFamily="18" charset="0"/>
                                </a:rPr>
                                <m:t>log</m:t>
                              </m:r>
                            </m:fName>
                            <m:e>
                              <m:d>
                                <m:dPr>
                                  <m:ctrlPr>
                                    <a:rPr lang="en-US" sz="2400" i="1" noProof="0" smtClean="0">
                                      <a:latin typeface="Cambria Math" panose="02040503050406030204" pitchFamily="18" charset="0"/>
                                    </a:rPr>
                                  </m:ctrlPr>
                                </m:dPr>
                                <m:e>
                                  <m:sSub>
                                    <m:sSubPr>
                                      <m:ctrlPr>
                                        <a:rPr lang="en-US" sz="2400" i="1" noProof="0" smtClean="0">
                                          <a:latin typeface="Cambria Math" panose="02040503050406030204" pitchFamily="18" charset="0"/>
                                        </a:rPr>
                                      </m:ctrlPr>
                                    </m:sSubPr>
                                    <m:e>
                                      <m:r>
                                        <a:rPr lang="en-US" sz="2400" i="1" noProof="0" smtClean="0">
                                          <a:latin typeface="Cambria Math" panose="02040503050406030204" pitchFamily="18" charset="0"/>
                                        </a:rPr>
                                        <m:t>𝑇</m:t>
                                      </m:r>
                                    </m:e>
                                    <m:sub>
                                      <m:r>
                                        <a:rPr lang="en-US" sz="2400" i="1" noProof="0" smtClean="0">
                                          <a:latin typeface="Cambria Math" panose="02040503050406030204" pitchFamily="18" charset="0"/>
                                        </a:rPr>
                                        <m:t>90</m:t>
                                      </m:r>
                                    </m:sub>
                                  </m:sSub>
                                </m:e>
                              </m:d>
                            </m:e>
                          </m:func>
                        </m:e>
                      </m:d>
                      <m:r>
                        <a:rPr lang="en-US" sz="2400" i="1" noProof="0" smtClean="0">
                          <a:latin typeface="Cambria Math" panose="02040503050406030204" pitchFamily="18" charset="0"/>
                        </a:rPr>
                        <m:t>=</m:t>
                      </m:r>
                      <m:r>
                        <a:rPr lang="en-US" sz="2400" i="1" noProof="0" smtClean="0">
                          <a:latin typeface="Cambria Math" panose="02040503050406030204" pitchFamily="18" charset="0"/>
                        </a:rPr>
                        <m:t>𝑤</m:t>
                      </m:r>
                      <m:r>
                        <a:rPr lang="en-US" sz="2400" b="0" i="1" noProof="0" smtClean="0">
                          <a:latin typeface="Cambria Math" panose="02040503050406030204" pitchFamily="18" charset="0"/>
                        </a:rPr>
                        <m:t> </m:t>
                      </m:r>
                      <m:r>
                        <a:rPr lang="en-US" sz="2400" i="1" noProof="0" smtClean="0">
                          <a:latin typeface="Cambria Math" panose="02040503050406030204" pitchFamily="18" charset="0"/>
                        </a:rPr>
                        <m:t>𝑁</m:t>
                      </m:r>
                      <m:d>
                        <m:dPr>
                          <m:ctrlPr>
                            <a:rPr lang="en-US" sz="2400" i="1" noProof="0" smtClean="0">
                              <a:latin typeface="Cambria Math" panose="02040503050406030204" pitchFamily="18" charset="0"/>
                            </a:rPr>
                          </m:ctrlPr>
                        </m:dPr>
                        <m:e>
                          <m:func>
                            <m:funcPr>
                              <m:ctrlPr>
                                <a:rPr lang="en-US" sz="2400" i="1" noProof="0" smtClean="0">
                                  <a:latin typeface="Cambria Math" panose="02040503050406030204" pitchFamily="18" charset="0"/>
                                </a:rPr>
                              </m:ctrlPr>
                            </m:funcPr>
                            <m:fName>
                              <m:r>
                                <m:rPr>
                                  <m:sty m:val="p"/>
                                </m:rPr>
                                <a:rPr lang="en-US" sz="2400" i="0" noProof="0" smtClean="0">
                                  <a:latin typeface="Cambria Math" panose="02040503050406030204" pitchFamily="18" charset="0"/>
                                </a:rPr>
                                <m:t>log</m:t>
                              </m:r>
                            </m:fName>
                            <m:e>
                              <m:d>
                                <m:dPr>
                                  <m:ctrlPr>
                                    <a:rPr lang="en-US" sz="2400" i="1" noProof="0" smtClean="0">
                                      <a:latin typeface="Cambria Math" panose="02040503050406030204" pitchFamily="18" charset="0"/>
                                    </a:rPr>
                                  </m:ctrlPr>
                                </m:dPr>
                                <m:e>
                                  <m:sSub>
                                    <m:sSubPr>
                                      <m:ctrlPr>
                                        <a:rPr lang="en-US" sz="2400" i="1" noProof="0" smtClean="0">
                                          <a:latin typeface="Cambria Math" panose="02040503050406030204" pitchFamily="18" charset="0"/>
                                        </a:rPr>
                                      </m:ctrlPr>
                                    </m:sSubPr>
                                    <m:e>
                                      <m:r>
                                        <a:rPr lang="en-US" sz="2400" i="1" noProof="0" smtClean="0">
                                          <a:latin typeface="Cambria Math" panose="02040503050406030204" pitchFamily="18" charset="0"/>
                                        </a:rPr>
                                        <m:t>𝑇</m:t>
                                      </m:r>
                                    </m:e>
                                    <m:sub>
                                      <m:r>
                                        <a:rPr lang="en-US" sz="2400" i="1" noProof="0" smtClean="0">
                                          <a:latin typeface="Cambria Math" panose="02040503050406030204" pitchFamily="18" charset="0"/>
                                        </a:rPr>
                                        <m:t>90</m:t>
                                      </m:r>
                                    </m:sub>
                                  </m:sSub>
                                </m:e>
                              </m:d>
                            </m:e>
                          </m:func>
                        </m:e>
                        <m:e>
                          <m:sSub>
                            <m:sSubPr>
                              <m:ctrlPr>
                                <a:rPr lang="en-US" sz="2400" i="1" noProof="0" smtClean="0">
                                  <a:latin typeface="Cambria Math" panose="02040503050406030204" pitchFamily="18" charset="0"/>
                                </a:rPr>
                              </m:ctrlPr>
                            </m:sSubPr>
                            <m:e>
                              <m:r>
                                <a:rPr lang="en-US" sz="2400" i="1" noProof="0" smtClean="0">
                                  <a:latin typeface="Cambria Math" panose="02040503050406030204" pitchFamily="18" charset="0"/>
                                </a:rPr>
                                <m:t>𝜇</m:t>
                              </m:r>
                            </m:e>
                            <m:sub>
                              <m:r>
                                <a:rPr lang="en-US" sz="2400" i="1" noProof="0" smtClean="0">
                                  <a:latin typeface="Cambria Math" panose="02040503050406030204" pitchFamily="18" charset="0"/>
                                </a:rPr>
                                <m:t>1</m:t>
                              </m:r>
                            </m:sub>
                          </m:sSub>
                          <m:sSub>
                            <m:sSubPr>
                              <m:ctrlPr>
                                <a:rPr lang="en-US" sz="2400" i="1" noProof="0" smtClean="0">
                                  <a:latin typeface="Cambria Math" panose="02040503050406030204" pitchFamily="18" charset="0"/>
                                </a:rPr>
                              </m:ctrlPr>
                            </m:sSubPr>
                            <m:e>
                              <m:r>
                                <a:rPr lang="en-US" sz="2400" i="1" noProof="0" smtClean="0">
                                  <a:latin typeface="Cambria Math" panose="02040503050406030204" pitchFamily="18" charset="0"/>
                                </a:rPr>
                                <m:t>𝜎</m:t>
                              </m:r>
                            </m:e>
                            <m:sub>
                              <m:r>
                                <a:rPr lang="en-US" sz="2400" i="1" noProof="0" smtClean="0">
                                  <a:latin typeface="Cambria Math" panose="02040503050406030204" pitchFamily="18" charset="0"/>
                                </a:rPr>
                                <m:t>1</m:t>
                              </m:r>
                            </m:sub>
                          </m:sSub>
                        </m:e>
                      </m:d>
                      <m:r>
                        <a:rPr lang="en-US" sz="2400" i="1" noProof="0" smtClean="0">
                          <a:latin typeface="Cambria Math" panose="02040503050406030204" pitchFamily="18" charset="0"/>
                        </a:rPr>
                        <m:t>+</m:t>
                      </m:r>
                      <m:d>
                        <m:dPr>
                          <m:ctrlPr>
                            <a:rPr lang="en-US" sz="2400" i="1" noProof="0" smtClean="0">
                              <a:latin typeface="Cambria Math" panose="02040503050406030204" pitchFamily="18" charset="0"/>
                            </a:rPr>
                          </m:ctrlPr>
                        </m:dPr>
                        <m:e>
                          <m:r>
                            <a:rPr lang="en-US" sz="2400" i="1" noProof="0" smtClean="0">
                              <a:latin typeface="Cambria Math" panose="02040503050406030204" pitchFamily="18" charset="0"/>
                            </a:rPr>
                            <m:t>1−</m:t>
                          </m:r>
                          <m:r>
                            <a:rPr lang="en-US" sz="2400" i="1" noProof="0" smtClean="0">
                              <a:latin typeface="Cambria Math" panose="02040503050406030204" pitchFamily="18" charset="0"/>
                            </a:rPr>
                            <m:t>𝑤</m:t>
                          </m:r>
                        </m:e>
                      </m:d>
                      <m:r>
                        <a:rPr lang="en-US" sz="2400" b="0" i="1" noProof="0" smtClean="0">
                          <a:latin typeface="Cambria Math" panose="02040503050406030204" pitchFamily="18" charset="0"/>
                        </a:rPr>
                        <m:t> </m:t>
                      </m:r>
                      <m:r>
                        <a:rPr lang="en-US" sz="2400" i="1" noProof="0" smtClean="0">
                          <a:latin typeface="Cambria Math" panose="02040503050406030204" pitchFamily="18" charset="0"/>
                        </a:rPr>
                        <m:t>𝑁</m:t>
                      </m:r>
                      <m:d>
                        <m:dPr>
                          <m:ctrlPr>
                            <a:rPr lang="en-US" sz="2400" i="1" noProof="0" smtClean="0">
                              <a:latin typeface="Cambria Math" panose="02040503050406030204" pitchFamily="18" charset="0"/>
                            </a:rPr>
                          </m:ctrlPr>
                        </m:dPr>
                        <m:e>
                          <m:func>
                            <m:funcPr>
                              <m:ctrlPr>
                                <a:rPr lang="en-US" sz="2400" i="1" noProof="0" smtClean="0">
                                  <a:latin typeface="Cambria Math" panose="02040503050406030204" pitchFamily="18" charset="0"/>
                                </a:rPr>
                              </m:ctrlPr>
                            </m:funcPr>
                            <m:fName>
                              <m:r>
                                <m:rPr>
                                  <m:sty m:val="p"/>
                                </m:rPr>
                                <a:rPr lang="en-US" sz="2400" i="0" noProof="0" smtClean="0">
                                  <a:latin typeface="Cambria Math" panose="02040503050406030204" pitchFamily="18" charset="0"/>
                                </a:rPr>
                                <m:t>log</m:t>
                              </m:r>
                            </m:fName>
                            <m:e>
                              <m:d>
                                <m:dPr>
                                  <m:ctrlPr>
                                    <a:rPr lang="en-US" sz="2400" i="1" noProof="0" smtClean="0">
                                      <a:latin typeface="Cambria Math" panose="02040503050406030204" pitchFamily="18" charset="0"/>
                                    </a:rPr>
                                  </m:ctrlPr>
                                </m:dPr>
                                <m:e>
                                  <m:sSub>
                                    <m:sSubPr>
                                      <m:ctrlPr>
                                        <a:rPr lang="en-US" sz="2400" i="1" noProof="0" smtClean="0">
                                          <a:latin typeface="Cambria Math" panose="02040503050406030204" pitchFamily="18" charset="0"/>
                                        </a:rPr>
                                      </m:ctrlPr>
                                    </m:sSubPr>
                                    <m:e>
                                      <m:r>
                                        <a:rPr lang="en-US" sz="2400" i="1" noProof="0" smtClean="0">
                                          <a:latin typeface="Cambria Math" panose="02040503050406030204" pitchFamily="18" charset="0"/>
                                        </a:rPr>
                                        <m:t>𝑇</m:t>
                                      </m:r>
                                    </m:e>
                                    <m:sub>
                                      <m:r>
                                        <a:rPr lang="en-US" sz="2400" i="1" noProof="0" smtClean="0">
                                          <a:latin typeface="Cambria Math" panose="02040503050406030204" pitchFamily="18" charset="0"/>
                                        </a:rPr>
                                        <m:t>90</m:t>
                                      </m:r>
                                    </m:sub>
                                  </m:sSub>
                                </m:e>
                              </m:d>
                            </m:e>
                          </m:func>
                        </m:e>
                        <m:e>
                          <m:sSub>
                            <m:sSubPr>
                              <m:ctrlPr>
                                <a:rPr lang="en-US" sz="2400" i="1" noProof="0" smtClean="0">
                                  <a:latin typeface="Cambria Math" panose="02040503050406030204" pitchFamily="18" charset="0"/>
                                </a:rPr>
                              </m:ctrlPr>
                            </m:sSubPr>
                            <m:e>
                              <m:r>
                                <a:rPr lang="en-US" sz="2400" i="1" noProof="0" smtClean="0">
                                  <a:latin typeface="Cambria Math" panose="02040503050406030204" pitchFamily="18" charset="0"/>
                                </a:rPr>
                                <m:t>𝜇</m:t>
                              </m:r>
                            </m:e>
                            <m:sub>
                              <m:r>
                                <a:rPr lang="en-US" sz="2400" i="1" noProof="0" smtClean="0">
                                  <a:latin typeface="Cambria Math" panose="02040503050406030204" pitchFamily="18" charset="0"/>
                                </a:rPr>
                                <m:t>2</m:t>
                              </m:r>
                            </m:sub>
                          </m:sSub>
                          <m:sSub>
                            <m:sSubPr>
                              <m:ctrlPr>
                                <a:rPr lang="en-US" sz="2400" i="1" noProof="0" smtClean="0">
                                  <a:latin typeface="Cambria Math" panose="02040503050406030204" pitchFamily="18" charset="0"/>
                                </a:rPr>
                              </m:ctrlPr>
                            </m:sSubPr>
                            <m:e>
                              <m:r>
                                <a:rPr lang="en-US" sz="2400" i="1" noProof="0" smtClean="0">
                                  <a:latin typeface="Cambria Math" panose="02040503050406030204" pitchFamily="18" charset="0"/>
                                </a:rPr>
                                <m:t>𝜎</m:t>
                              </m:r>
                            </m:e>
                            <m:sub>
                              <m:r>
                                <a:rPr lang="en-US" sz="2400" i="1" noProof="0" smtClean="0">
                                  <a:latin typeface="Cambria Math" panose="02040503050406030204" pitchFamily="18" charset="0"/>
                                </a:rPr>
                                <m:t>2</m:t>
                              </m:r>
                            </m:sub>
                          </m:sSub>
                        </m:e>
                      </m:d>
                    </m:oMath>
                  </m:oMathPara>
                </a14:m>
                <a:endParaRPr lang="en-US" sz="2400" noProof="0" dirty="0"/>
              </a:p>
            </p:txBody>
          </p:sp>
        </mc:Choice>
        <mc:Fallback>
          <p:sp>
            <p:nvSpPr>
              <p:cNvPr id="5" name="CasellaDiTesto 4">
                <a:extLst>
                  <a:ext uri="{FF2B5EF4-FFF2-40B4-BE49-F238E27FC236}">
                    <a16:creationId xmlns:a16="http://schemas.microsoft.com/office/drawing/2014/main" id="{CD6AA39C-E2F8-5ED9-1A96-4FD70A92E291}"/>
                  </a:ext>
                </a:extLst>
              </p:cNvPr>
              <p:cNvSpPr txBox="1">
                <a:spLocks noRot="1" noChangeAspect="1" noMove="1" noResize="1" noEditPoints="1" noAdjustHandles="1" noChangeArrowheads="1" noChangeShapeType="1" noTextEdit="1"/>
              </p:cNvSpPr>
              <p:nvPr/>
            </p:nvSpPr>
            <p:spPr>
              <a:xfrm>
                <a:off x="1458930" y="2712377"/>
                <a:ext cx="8733034" cy="461665"/>
              </a:xfrm>
              <a:prstGeom prst="rect">
                <a:avLst/>
              </a:prstGeom>
              <a:blipFill>
                <a:blip r:embed="rId3"/>
                <a:stretch>
                  <a:fillRect b="-19737"/>
                </a:stretch>
              </a:blipFill>
            </p:spPr>
            <p:txBody>
              <a:bodyPr/>
              <a:lstStyle/>
              <a:p>
                <a:r>
                  <a:rPr lang="it-IT">
                    <a:noFill/>
                  </a:rPr>
                  <a:t> </a:t>
                </a:r>
              </a:p>
            </p:txBody>
          </p:sp>
        </mc:Fallback>
      </mc:AlternateContent>
      <p:sp>
        <p:nvSpPr>
          <p:cNvPr id="6" name="CasellaDiTesto 5">
            <a:extLst>
              <a:ext uri="{FF2B5EF4-FFF2-40B4-BE49-F238E27FC236}">
                <a16:creationId xmlns:a16="http://schemas.microsoft.com/office/drawing/2014/main" id="{E3327CF4-E749-119D-06C7-DB09F6EAFDB6}"/>
              </a:ext>
            </a:extLst>
          </p:cNvPr>
          <p:cNvSpPr txBox="1"/>
          <p:nvPr/>
        </p:nvSpPr>
        <p:spPr>
          <a:xfrm>
            <a:off x="642938" y="1524000"/>
            <a:ext cx="4798031" cy="923330"/>
          </a:xfrm>
          <a:prstGeom prst="rect">
            <a:avLst/>
          </a:prstGeom>
          <a:noFill/>
        </p:spPr>
        <p:txBody>
          <a:bodyPr wrap="square" rtlCol="0">
            <a:spAutoFit/>
          </a:bodyPr>
          <a:lstStyle/>
          <a:p>
            <a:r>
              <a:rPr lang="en-US" noProof="0" dirty="0"/>
              <a:t>The model for the classification is the weighted sum of two log normal distribution  </a:t>
            </a:r>
          </a:p>
        </p:txBody>
      </p:sp>
      <mc:AlternateContent xmlns:mc="http://schemas.openxmlformats.org/markup-compatibility/2006">
        <mc:Choice xmlns:a14="http://schemas.microsoft.com/office/drawing/2010/main" Requires="a14">
          <p:sp>
            <p:nvSpPr>
              <p:cNvPr id="7" name="CasellaDiTesto 6">
                <a:extLst>
                  <a:ext uri="{FF2B5EF4-FFF2-40B4-BE49-F238E27FC236}">
                    <a16:creationId xmlns:a16="http://schemas.microsoft.com/office/drawing/2014/main" id="{CDD0485A-7078-3B2B-9348-8405DC659998}"/>
                  </a:ext>
                </a:extLst>
              </p:cNvPr>
              <p:cNvSpPr txBox="1"/>
              <p:nvPr/>
            </p:nvSpPr>
            <p:spPr>
              <a:xfrm>
                <a:off x="893852" y="3842535"/>
                <a:ext cx="4547117" cy="646331"/>
              </a:xfrm>
              <a:prstGeom prst="rect">
                <a:avLst/>
              </a:prstGeom>
              <a:noFill/>
            </p:spPr>
            <p:txBody>
              <a:bodyPr wrap="square" rtlCol="0">
                <a:spAutoFit/>
              </a:bodyPr>
              <a:lstStyle/>
              <a:p>
                <a:r>
                  <a:rPr lang="en-US" noProof="0" dirty="0"/>
                  <a:t>So we have 5 parameters to estimate, we will call them </a:t>
                </a:r>
                <a14:m>
                  <m:oMath xmlns:m="http://schemas.openxmlformats.org/officeDocument/2006/math">
                    <m:r>
                      <a:rPr lang="en-US" i="1" noProof="0" smtClean="0">
                        <a:latin typeface="Cambria Math" panose="02040503050406030204" pitchFamily="18" charset="0"/>
                      </a:rPr>
                      <m:t>𝜃</m:t>
                    </m:r>
                    <m:r>
                      <a:rPr lang="en-US" i="1" noProof="0" smtClean="0">
                        <a:latin typeface="Cambria Math" panose="02040503050406030204" pitchFamily="18" charset="0"/>
                      </a:rPr>
                      <m:t>≡</m:t>
                    </m:r>
                    <m:d>
                      <m:dPr>
                        <m:begChr m:val="["/>
                        <m:endChr m:val="]"/>
                        <m:ctrlPr>
                          <a:rPr lang="en-US" i="1" noProof="0" smtClean="0">
                            <a:latin typeface="Cambria Math" panose="02040503050406030204" pitchFamily="18" charset="0"/>
                          </a:rPr>
                        </m:ctrlPr>
                      </m:dPr>
                      <m:e>
                        <m:r>
                          <a:rPr lang="en-US" i="1" noProof="0" smtClean="0">
                            <a:latin typeface="Cambria Math" panose="02040503050406030204" pitchFamily="18" charset="0"/>
                          </a:rPr>
                          <m:t>𝑤</m:t>
                        </m:r>
                        <m:r>
                          <a:rPr lang="en-US" i="1" noProof="0" smtClean="0">
                            <a:latin typeface="Cambria Math" panose="02040503050406030204" pitchFamily="18" charset="0"/>
                          </a:rPr>
                          <m:t>,</m:t>
                        </m:r>
                        <m:r>
                          <m:rPr>
                            <m:lit/>
                          </m:rPr>
                          <a:rPr lang="en-US" i="1" noProof="0" smtClean="0">
                            <a:latin typeface="Cambria Math" panose="02040503050406030204" pitchFamily="18" charset="0"/>
                          </a:rPr>
                          <m:t> </m:t>
                        </m:r>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𝜇</m:t>
                            </m:r>
                          </m:e>
                          <m:sub>
                            <m:r>
                              <a:rPr lang="en-US" i="1" noProof="0" smtClean="0">
                                <a:latin typeface="Cambria Math" panose="02040503050406030204" pitchFamily="18" charset="0"/>
                              </a:rPr>
                              <m:t>1</m:t>
                            </m:r>
                          </m:sub>
                        </m:sSub>
                        <m:r>
                          <a:rPr lang="en-US" i="1" noProof="0" smtClean="0">
                            <a:latin typeface="Cambria Math" panose="02040503050406030204" pitchFamily="18" charset="0"/>
                          </a:rPr>
                          <m:t>,</m:t>
                        </m:r>
                        <m:r>
                          <m:rPr>
                            <m:lit/>
                          </m:rPr>
                          <a:rPr lang="en-US" i="1" noProof="0" smtClean="0">
                            <a:latin typeface="Cambria Math" panose="02040503050406030204" pitchFamily="18" charset="0"/>
                          </a:rPr>
                          <m:t> </m:t>
                        </m:r>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𝜎</m:t>
                            </m:r>
                          </m:e>
                          <m:sub>
                            <m:r>
                              <a:rPr lang="en-US" i="1" noProof="0" smtClean="0">
                                <a:latin typeface="Cambria Math" panose="02040503050406030204" pitchFamily="18" charset="0"/>
                              </a:rPr>
                              <m:t>1</m:t>
                            </m:r>
                          </m:sub>
                        </m:sSub>
                        <m:r>
                          <a:rPr lang="en-US" i="1" noProof="0" smtClean="0">
                            <a:latin typeface="Cambria Math" panose="02040503050406030204" pitchFamily="18" charset="0"/>
                          </a:rPr>
                          <m:t>,</m:t>
                        </m:r>
                        <m:r>
                          <m:rPr>
                            <m:lit/>
                          </m:rPr>
                          <a:rPr lang="en-US" i="1" noProof="0" smtClean="0">
                            <a:latin typeface="Cambria Math" panose="02040503050406030204" pitchFamily="18" charset="0"/>
                          </a:rPr>
                          <m:t> </m:t>
                        </m:r>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𝜇</m:t>
                            </m:r>
                          </m:e>
                          <m:sub>
                            <m:r>
                              <a:rPr lang="en-US" i="1" noProof="0" smtClean="0">
                                <a:latin typeface="Cambria Math" panose="02040503050406030204" pitchFamily="18" charset="0"/>
                              </a:rPr>
                              <m:t>2</m:t>
                            </m:r>
                          </m:sub>
                        </m:sSub>
                        <m:r>
                          <a:rPr lang="en-US" i="1" noProof="0" smtClean="0">
                            <a:latin typeface="Cambria Math" panose="02040503050406030204" pitchFamily="18" charset="0"/>
                          </a:rPr>
                          <m:t>,</m:t>
                        </m:r>
                        <m:r>
                          <m:rPr>
                            <m:lit/>
                          </m:rPr>
                          <a:rPr lang="en-US" i="1" noProof="0" smtClean="0">
                            <a:latin typeface="Cambria Math" panose="02040503050406030204" pitchFamily="18" charset="0"/>
                          </a:rPr>
                          <m:t> </m:t>
                        </m:r>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𝜎</m:t>
                            </m:r>
                          </m:e>
                          <m:sub>
                            <m:r>
                              <a:rPr lang="en-US" i="1" noProof="0" smtClean="0">
                                <a:latin typeface="Cambria Math" panose="02040503050406030204" pitchFamily="18" charset="0"/>
                              </a:rPr>
                              <m:t>2</m:t>
                            </m:r>
                          </m:sub>
                        </m:sSub>
                      </m:e>
                    </m:d>
                  </m:oMath>
                </a14:m>
                <a:endParaRPr lang="en-US" noProof="0" dirty="0"/>
              </a:p>
            </p:txBody>
          </p:sp>
        </mc:Choice>
        <mc:Fallback>
          <p:sp>
            <p:nvSpPr>
              <p:cNvPr id="7" name="CasellaDiTesto 6">
                <a:extLst>
                  <a:ext uri="{FF2B5EF4-FFF2-40B4-BE49-F238E27FC236}">
                    <a16:creationId xmlns:a16="http://schemas.microsoft.com/office/drawing/2014/main" id="{CDD0485A-7078-3B2B-9348-8405DC659998}"/>
                  </a:ext>
                </a:extLst>
              </p:cNvPr>
              <p:cNvSpPr txBox="1">
                <a:spLocks noRot="1" noChangeAspect="1" noMove="1" noResize="1" noEditPoints="1" noAdjustHandles="1" noChangeArrowheads="1" noChangeShapeType="1" noTextEdit="1"/>
              </p:cNvSpPr>
              <p:nvPr/>
            </p:nvSpPr>
            <p:spPr>
              <a:xfrm>
                <a:off x="893852" y="3842535"/>
                <a:ext cx="4547117" cy="646331"/>
              </a:xfrm>
              <a:prstGeom prst="rect">
                <a:avLst/>
              </a:prstGeom>
              <a:blipFill>
                <a:blip r:embed="rId4"/>
                <a:stretch>
                  <a:fillRect l="-1206" t="-4717" r="-1340" b="-14151"/>
                </a:stretch>
              </a:blipFill>
            </p:spPr>
            <p:txBody>
              <a:bodyPr/>
              <a:lstStyle/>
              <a:p>
                <a:r>
                  <a:rPr lang="it-IT">
                    <a:noFill/>
                  </a:rPr>
                  <a:t> </a:t>
                </a:r>
              </a:p>
            </p:txBody>
          </p:sp>
        </mc:Fallback>
      </mc:AlternateContent>
    </p:spTree>
    <p:extLst>
      <p:ext uri="{BB962C8B-B14F-4D97-AF65-F5344CB8AC3E}">
        <p14:creationId xmlns:p14="http://schemas.microsoft.com/office/powerpoint/2010/main" val="32568068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57BF9-546A-71AE-8100-CC8345FE88E7}"/>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itolo 1">
                <a:extLst>
                  <a:ext uri="{FF2B5EF4-FFF2-40B4-BE49-F238E27FC236}">
                    <a16:creationId xmlns:a16="http://schemas.microsoft.com/office/drawing/2014/main" id="{94DDD25E-CB13-0D4B-8B7F-FCF923ABCCF5}"/>
                  </a:ext>
                </a:extLst>
              </p:cNvPr>
              <p:cNvSpPr>
                <a:spLocks noGrp="1"/>
              </p:cNvSpPr>
              <p:nvPr>
                <p:ph type="title"/>
              </p:nvPr>
            </p:nvSpPr>
            <p:spPr>
              <a:xfrm>
                <a:off x="642938" y="288925"/>
                <a:ext cx="10227120" cy="1235075"/>
              </a:xfrm>
            </p:spPr>
            <p:txBody>
              <a:bodyPr>
                <a:normAutofit fontScale="90000"/>
              </a:bodyPr>
              <a:lstStyle/>
              <a:p>
                <a:r>
                  <a:rPr lang="en-US" noProof="0" dirty="0"/>
                  <a:t>Classification on </a:t>
                </a:r>
                <a14:m>
                  <m:oMath xmlns:m="http://schemas.openxmlformats.org/officeDocument/2006/math">
                    <m:func>
                      <m:funcPr>
                        <m:ctrlPr>
                          <a:rPr lang="en-US" i="1" noProof="0" smtClean="0">
                            <a:latin typeface="Cambria Math" panose="02040503050406030204" pitchFamily="18" charset="0"/>
                          </a:rPr>
                        </m:ctrlPr>
                      </m:funcPr>
                      <m:fName>
                        <m:r>
                          <m:rPr>
                            <m:sty m:val="p"/>
                          </m:rPr>
                          <a:rPr lang="en-US" noProof="0" smtClean="0">
                            <a:latin typeface="Cambria Math" panose="02040503050406030204" pitchFamily="18" charset="0"/>
                          </a:rPr>
                          <m:t>log</m:t>
                        </m:r>
                      </m:fName>
                      <m:e>
                        <m:d>
                          <m:dPr>
                            <m:ctrlPr>
                              <a:rPr lang="en-US" i="1" noProof="0" smtClean="0">
                                <a:latin typeface="Cambria Math" panose="02040503050406030204" pitchFamily="18" charset="0"/>
                              </a:rPr>
                            </m:ctrlPr>
                          </m:dPr>
                          <m:e>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𝑇</m:t>
                                </m:r>
                              </m:e>
                              <m:sub>
                                <m:r>
                                  <a:rPr lang="en-US" i="1" noProof="0" smtClean="0">
                                    <a:latin typeface="Cambria Math" panose="02040503050406030204" pitchFamily="18" charset="0"/>
                                  </a:rPr>
                                  <m:t>90</m:t>
                                </m:r>
                              </m:sub>
                            </m:sSub>
                          </m:e>
                        </m:d>
                      </m:e>
                    </m:func>
                  </m:oMath>
                </a14:m>
                <a:r>
                  <a:rPr lang="en-US" noProof="0" dirty="0"/>
                  <a:t>: Bayes theorem</a:t>
                </a:r>
              </a:p>
            </p:txBody>
          </p:sp>
        </mc:Choice>
        <mc:Fallback>
          <p:sp>
            <p:nvSpPr>
              <p:cNvPr id="4" name="Titolo 1">
                <a:extLst>
                  <a:ext uri="{FF2B5EF4-FFF2-40B4-BE49-F238E27FC236}">
                    <a16:creationId xmlns:a16="http://schemas.microsoft.com/office/drawing/2014/main" id="{94DDD25E-CB13-0D4B-8B7F-FCF923ABCCF5}"/>
                  </a:ext>
                </a:extLst>
              </p:cNvPr>
              <p:cNvSpPr>
                <a:spLocks noGrp="1" noRot="1" noChangeAspect="1" noMove="1" noResize="1" noEditPoints="1" noAdjustHandles="1" noChangeArrowheads="1" noChangeShapeType="1" noTextEdit="1"/>
              </p:cNvSpPr>
              <p:nvPr>
                <p:ph type="title"/>
              </p:nvPr>
            </p:nvSpPr>
            <p:spPr>
              <a:xfrm>
                <a:off x="642938" y="288925"/>
                <a:ext cx="10227120" cy="1235075"/>
              </a:xfrm>
              <a:blipFill>
                <a:blip r:embed="rId2"/>
                <a:stretch>
                  <a:fillRect l="-2086" t="-13793"/>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2" name="CasellaDiTesto 1">
                <a:extLst>
                  <a:ext uri="{FF2B5EF4-FFF2-40B4-BE49-F238E27FC236}">
                    <a16:creationId xmlns:a16="http://schemas.microsoft.com/office/drawing/2014/main" id="{52A3BC6C-6ADD-66CC-2D52-87B80EEC55AA}"/>
                  </a:ext>
                </a:extLst>
              </p:cNvPr>
              <p:cNvSpPr txBox="1"/>
              <p:nvPr/>
            </p:nvSpPr>
            <p:spPr>
              <a:xfrm>
                <a:off x="4993238" y="1494942"/>
                <a:ext cx="5702158" cy="1200329"/>
              </a:xfrm>
              <a:prstGeom prst="rect">
                <a:avLst/>
              </a:prstGeom>
              <a:noFill/>
            </p:spPr>
            <p:txBody>
              <a:bodyPr wrap="square" rtlCol="0">
                <a:spAutoFit/>
              </a:bodyPr>
              <a:lstStyle/>
              <a:p>
                <a:pPr marL="285750" indent="-285750">
                  <a:buClr>
                    <a:schemeClr val="accent1"/>
                  </a:buClr>
                  <a:buFont typeface="Arial" panose="020B0604020202020204" pitchFamily="34" charset="0"/>
                  <a:buChar char="•"/>
                </a:pPr>
                <a14:m>
                  <m:oMath xmlns:m="http://schemas.openxmlformats.org/officeDocument/2006/math">
                    <m:r>
                      <a:rPr lang="en-US" i="1" noProof="0" smtClean="0">
                        <a:latin typeface="Cambria Math" panose="02040503050406030204" pitchFamily="18" charset="0"/>
                      </a:rPr>
                      <m:t>𝜃</m:t>
                    </m:r>
                    <m:r>
                      <a:rPr lang="en-US" b="0" i="1" noProof="0" smtClean="0">
                        <a:latin typeface="Cambria Math" panose="02040503050406030204" pitchFamily="18" charset="0"/>
                      </a:rPr>
                      <m:t> </m:t>
                    </m:r>
                  </m:oMath>
                </a14:m>
                <a:r>
                  <a:rPr lang="en-US" noProof="0" dirty="0"/>
                  <a:t>= «The set of parameters is </a:t>
                </a:r>
                <a14:m>
                  <m:oMath xmlns:m="http://schemas.openxmlformats.org/officeDocument/2006/math">
                    <m:r>
                      <a:rPr lang="en-US" i="1" noProof="0" smtClean="0">
                        <a:latin typeface="Cambria Math" panose="02040503050406030204" pitchFamily="18" charset="0"/>
                      </a:rPr>
                      <m:t>𝜃</m:t>
                    </m:r>
                  </m:oMath>
                </a14:m>
                <a:r>
                  <a:rPr lang="en-US" noProof="0" dirty="0"/>
                  <a:t>»</a:t>
                </a:r>
              </a:p>
              <a:p>
                <a:pPr marL="285750" indent="-285750">
                  <a:buClr>
                    <a:schemeClr val="accent1"/>
                  </a:buClr>
                  <a:buFont typeface="Arial" panose="020B0604020202020204" pitchFamily="34" charset="0"/>
                  <a:buChar char="•"/>
                </a:pPr>
                <a14:m>
                  <m:oMath xmlns:m="http://schemas.openxmlformats.org/officeDocument/2006/math">
                    <m:r>
                      <a:rPr lang="en-US" i="1" noProof="0" smtClean="0">
                        <a:latin typeface="Cambria Math" panose="02040503050406030204" pitchFamily="18" charset="0"/>
                      </a:rPr>
                      <m:t>𝐷</m:t>
                    </m:r>
                    <m:r>
                      <a:rPr lang="en-US" b="0" i="1" noProof="0" smtClean="0">
                        <a:latin typeface="Cambria Math" panose="02040503050406030204" pitchFamily="18" charset="0"/>
                      </a:rPr>
                      <m:t> </m:t>
                    </m:r>
                  </m:oMath>
                </a14:m>
                <a:r>
                  <a:rPr lang="en-US" noProof="0" dirty="0"/>
                  <a:t>= «The dataset we are </a:t>
                </a:r>
                <a:r>
                  <a:rPr lang="en-US" noProof="0" dirty="0" err="1"/>
                  <a:t>analysing</a:t>
                </a:r>
                <a:r>
                  <a:rPr lang="en-US" noProof="0" dirty="0"/>
                  <a:t>»</a:t>
                </a:r>
              </a:p>
              <a:p>
                <a:pPr marL="285750" indent="-285750">
                  <a:buClr>
                    <a:schemeClr val="accent1"/>
                  </a:buClr>
                  <a:buFont typeface="Arial" panose="020B0604020202020204" pitchFamily="34" charset="0"/>
                  <a:buChar char="•"/>
                </a:pPr>
                <a14:m>
                  <m:oMath xmlns:m="http://schemas.openxmlformats.org/officeDocument/2006/math">
                    <m:r>
                      <a:rPr lang="en-US" i="1" noProof="0" smtClean="0">
                        <a:latin typeface="Cambria Math" panose="02040503050406030204" pitchFamily="18" charset="0"/>
                      </a:rPr>
                      <m:t>𝐻</m:t>
                    </m:r>
                  </m:oMath>
                </a14:m>
                <a:r>
                  <a:rPr lang="en-US" noProof="0" dirty="0"/>
                  <a:t> = «Model of the two weighted sum log normal»</a:t>
                </a:r>
              </a:p>
              <a:p>
                <a:pPr marL="285750" indent="-285750">
                  <a:buClr>
                    <a:schemeClr val="accent1"/>
                  </a:buClr>
                  <a:buFont typeface="Arial" panose="020B0604020202020204" pitchFamily="34" charset="0"/>
                  <a:buChar char="•"/>
                </a:pPr>
                <a14:m>
                  <m:oMath xmlns:m="http://schemas.openxmlformats.org/officeDocument/2006/math">
                    <m:r>
                      <a:rPr lang="en-US" i="1" noProof="0" smtClean="0">
                        <a:latin typeface="Cambria Math" panose="02040503050406030204" pitchFamily="18" charset="0"/>
                      </a:rPr>
                      <m:t>𝐼</m:t>
                    </m:r>
                  </m:oMath>
                </a14:m>
                <a:r>
                  <a:rPr lang="en-US" noProof="0" dirty="0"/>
                  <a:t> = «All the background information on GRBs»</a:t>
                </a:r>
              </a:p>
            </p:txBody>
          </p:sp>
        </mc:Choice>
        <mc:Fallback>
          <p:sp>
            <p:nvSpPr>
              <p:cNvPr id="2" name="CasellaDiTesto 1">
                <a:extLst>
                  <a:ext uri="{FF2B5EF4-FFF2-40B4-BE49-F238E27FC236}">
                    <a16:creationId xmlns:a16="http://schemas.microsoft.com/office/drawing/2014/main" id="{52A3BC6C-6ADD-66CC-2D52-87B80EEC55AA}"/>
                  </a:ext>
                </a:extLst>
              </p:cNvPr>
              <p:cNvSpPr txBox="1">
                <a:spLocks noRot="1" noChangeAspect="1" noMove="1" noResize="1" noEditPoints="1" noAdjustHandles="1" noChangeArrowheads="1" noChangeShapeType="1" noTextEdit="1"/>
              </p:cNvSpPr>
              <p:nvPr/>
            </p:nvSpPr>
            <p:spPr>
              <a:xfrm>
                <a:off x="4993238" y="1494942"/>
                <a:ext cx="5702158" cy="1200329"/>
              </a:xfrm>
              <a:prstGeom prst="rect">
                <a:avLst/>
              </a:prstGeom>
              <a:blipFill>
                <a:blip r:embed="rId3"/>
                <a:stretch>
                  <a:fillRect l="-642" t="-2538" b="-7107"/>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3" name="CasellaDiTesto 2">
                <a:extLst>
                  <a:ext uri="{FF2B5EF4-FFF2-40B4-BE49-F238E27FC236}">
                    <a16:creationId xmlns:a16="http://schemas.microsoft.com/office/drawing/2014/main" id="{1712026B-937A-C87F-79A1-73D5369C0880}"/>
                  </a:ext>
                </a:extLst>
              </p:cNvPr>
              <p:cNvSpPr txBox="1"/>
              <p:nvPr/>
            </p:nvSpPr>
            <p:spPr>
              <a:xfrm>
                <a:off x="3703833" y="3235717"/>
                <a:ext cx="4448710" cy="861326"/>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i="1" noProof="0" smtClean="0">
                          <a:latin typeface="Cambria Math" panose="02040503050406030204" pitchFamily="18" charset="0"/>
                        </a:rPr>
                        <m:t>𝑃</m:t>
                      </m:r>
                      <m:d>
                        <m:dPr>
                          <m:ctrlPr>
                            <a:rPr lang="en-US" sz="2400" i="1" noProof="0" smtClean="0">
                              <a:latin typeface="Cambria Math" panose="02040503050406030204" pitchFamily="18" charset="0"/>
                            </a:rPr>
                          </m:ctrlPr>
                        </m:dPr>
                        <m:e>
                          <m:r>
                            <a:rPr lang="en-US" sz="2400" i="1" noProof="0" smtClean="0">
                              <a:latin typeface="Cambria Math" panose="02040503050406030204" pitchFamily="18" charset="0"/>
                            </a:rPr>
                            <m:t>𝜃</m:t>
                          </m:r>
                        </m:e>
                        <m:e>
                          <m:r>
                            <a:rPr lang="en-US" sz="2400" i="1" noProof="0" smtClean="0">
                              <a:latin typeface="Cambria Math" panose="02040503050406030204" pitchFamily="18" charset="0"/>
                            </a:rPr>
                            <m:t>𝐻𝐷𝐼</m:t>
                          </m:r>
                        </m:e>
                      </m:d>
                      <m:r>
                        <a:rPr lang="en-US" sz="2400" i="1" noProof="0" smtClean="0">
                          <a:latin typeface="Cambria Math" panose="02040503050406030204" pitchFamily="18" charset="0"/>
                        </a:rPr>
                        <m:t>=</m:t>
                      </m:r>
                      <m:r>
                        <a:rPr lang="en-US" sz="2400" i="1" noProof="0" smtClean="0">
                          <a:latin typeface="Cambria Math" panose="02040503050406030204" pitchFamily="18" charset="0"/>
                        </a:rPr>
                        <m:t>𝑃</m:t>
                      </m:r>
                      <m:d>
                        <m:dPr>
                          <m:ctrlPr>
                            <a:rPr lang="en-US" sz="2400" i="1" noProof="0" smtClean="0">
                              <a:latin typeface="Cambria Math" panose="02040503050406030204" pitchFamily="18" charset="0"/>
                            </a:rPr>
                          </m:ctrlPr>
                        </m:dPr>
                        <m:e>
                          <m:r>
                            <a:rPr lang="en-US" sz="2400" i="1" noProof="0" smtClean="0">
                              <a:latin typeface="Cambria Math" panose="02040503050406030204" pitchFamily="18" charset="0"/>
                            </a:rPr>
                            <m:t>𝜃</m:t>
                          </m:r>
                        </m:e>
                        <m:e>
                          <m:r>
                            <a:rPr lang="en-US" sz="2400" i="1" noProof="0" smtClean="0">
                              <a:latin typeface="Cambria Math" panose="02040503050406030204" pitchFamily="18" charset="0"/>
                            </a:rPr>
                            <m:t>𝐻𝐼</m:t>
                          </m:r>
                        </m:e>
                      </m:d>
                      <m:f>
                        <m:fPr>
                          <m:ctrlPr>
                            <a:rPr lang="en-US" sz="2400" i="1" noProof="0" smtClean="0">
                              <a:latin typeface="Cambria Math" panose="02040503050406030204" pitchFamily="18" charset="0"/>
                            </a:rPr>
                          </m:ctrlPr>
                        </m:fPr>
                        <m:num>
                          <m:r>
                            <a:rPr lang="en-US" sz="2400" i="1" noProof="0" smtClean="0">
                              <a:latin typeface="Cambria Math" panose="02040503050406030204" pitchFamily="18" charset="0"/>
                            </a:rPr>
                            <m:t>𝑃</m:t>
                          </m:r>
                          <m:d>
                            <m:dPr>
                              <m:ctrlPr>
                                <a:rPr lang="en-US" sz="2400" i="1" noProof="0" smtClean="0">
                                  <a:latin typeface="Cambria Math" panose="02040503050406030204" pitchFamily="18" charset="0"/>
                                </a:rPr>
                              </m:ctrlPr>
                            </m:dPr>
                            <m:e>
                              <m:r>
                                <a:rPr lang="en-US" sz="2400" i="1" noProof="0" smtClean="0">
                                  <a:latin typeface="Cambria Math" panose="02040503050406030204" pitchFamily="18" charset="0"/>
                                </a:rPr>
                                <m:t>𝐷</m:t>
                              </m:r>
                            </m:e>
                            <m:e>
                              <m:r>
                                <a:rPr lang="en-US" sz="2400" i="1" noProof="0" smtClean="0">
                                  <a:latin typeface="Cambria Math" panose="02040503050406030204" pitchFamily="18" charset="0"/>
                                </a:rPr>
                                <m:t>𝜃</m:t>
                              </m:r>
                              <m:r>
                                <a:rPr lang="en-US" sz="2400" i="1" noProof="0" smtClean="0">
                                  <a:latin typeface="Cambria Math" panose="02040503050406030204" pitchFamily="18" charset="0"/>
                                </a:rPr>
                                <m:t>𝐻𝐼</m:t>
                              </m:r>
                            </m:e>
                          </m:d>
                        </m:num>
                        <m:den>
                          <m:r>
                            <a:rPr lang="en-US" sz="2400" i="1" noProof="0" smtClean="0">
                              <a:latin typeface="Cambria Math" panose="02040503050406030204" pitchFamily="18" charset="0"/>
                            </a:rPr>
                            <m:t>𝑃</m:t>
                          </m:r>
                          <m:d>
                            <m:dPr>
                              <m:ctrlPr>
                                <a:rPr lang="en-US" sz="2400" i="1" noProof="0" smtClean="0">
                                  <a:latin typeface="Cambria Math" panose="02040503050406030204" pitchFamily="18" charset="0"/>
                                </a:rPr>
                              </m:ctrlPr>
                            </m:dPr>
                            <m:e>
                              <m:r>
                                <a:rPr lang="en-US" sz="2400" i="1" noProof="0" smtClean="0">
                                  <a:latin typeface="Cambria Math" panose="02040503050406030204" pitchFamily="18" charset="0"/>
                                </a:rPr>
                                <m:t>𝐷</m:t>
                              </m:r>
                            </m:e>
                            <m:e>
                              <m:r>
                                <a:rPr lang="en-US" sz="2400" i="1" noProof="0" smtClean="0">
                                  <a:latin typeface="Cambria Math" panose="02040503050406030204" pitchFamily="18" charset="0"/>
                                </a:rPr>
                                <m:t>𝐻𝐼</m:t>
                              </m:r>
                            </m:e>
                          </m:d>
                        </m:den>
                      </m:f>
                    </m:oMath>
                  </m:oMathPara>
                </a14:m>
                <a:endParaRPr lang="en-US" sz="2400" noProof="0" dirty="0"/>
              </a:p>
            </p:txBody>
          </p:sp>
        </mc:Choice>
        <mc:Fallback>
          <p:sp>
            <p:nvSpPr>
              <p:cNvPr id="3" name="CasellaDiTesto 2">
                <a:extLst>
                  <a:ext uri="{FF2B5EF4-FFF2-40B4-BE49-F238E27FC236}">
                    <a16:creationId xmlns:a16="http://schemas.microsoft.com/office/drawing/2014/main" id="{1712026B-937A-C87F-79A1-73D5369C0880}"/>
                  </a:ext>
                </a:extLst>
              </p:cNvPr>
              <p:cNvSpPr txBox="1">
                <a:spLocks noRot="1" noChangeAspect="1" noMove="1" noResize="1" noEditPoints="1" noAdjustHandles="1" noChangeArrowheads="1" noChangeShapeType="1" noTextEdit="1"/>
              </p:cNvSpPr>
              <p:nvPr/>
            </p:nvSpPr>
            <p:spPr>
              <a:xfrm>
                <a:off x="3703833" y="3235717"/>
                <a:ext cx="4448710" cy="861326"/>
              </a:xfrm>
              <a:prstGeom prst="rect">
                <a:avLst/>
              </a:prstGeom>
              <a:blipFill>
                <a:blip r:embed="rId4"/>
                <a:stretch>
                  <a:fillRect/>
                </a:stretch>
              </a:blipFill>
            </p:spPr>
            <p:txBody>
              <a:bodyPr/>
              <a:lstStyle/>
              <a:p>
                <a:r>
                  <a:rPr lang="it-IT">
                    <a:noFill/>
                  </a:rPr>
                  <a:t> </a:t>
                </a:r>
              </a:p>
            </p:txBody>
          </p:sp>
        </mc:Fallback>
      </mc:AlternateContent>
      <p:sp>
        <p:nvSpPr>
          <p:cNvPr id="5" name="CasellaDiTesto 4">
            <a:extLst>
              <a:ext uri="{FF2B5EF4-FFF2-40B4-BE49-F238E27FC236}">
                <a16:creationId xmlns:a16="http://schemas.microsoft.com/office/drawing/2014/main" id="{E032F3A2-4050-AFC6-75FD-C85482A3E434}"/>
              </a:ext>
            </a:extLst>
          </p:cNvPr>
          <p:cNvSpPr txBox="1"/>
          <p:nvPr/>
        </p:nvSpPr>
        <p:spPr>
          <a:xfrm>
            <a:off x="745679" y="4490025"/>
            <a:ext cx="2151633" cy="369332"/>
          </a:xfrm>
          <a:prstGeom prst="rect">
            <a:avLst/>
          </a:prstGeom>
          <a:noFill/>
        </p:spPr>
        <p:txBody>
          <a:bodyPr wrap="square" rtlCol="0">
            <a:spAutoFit/>
          </a:bodyPr>
          <a:lstStyle/>
          <a:p>
            <a:r>
              <a:rPr lang="en-US" noProof="0" dirty="0"/>
              <a:t>Or in the log form:</a:t>
            </a:r>
          </a:p>
        </p:txBody>
      </p:sp>
      <mc:AlternateContent xmlns:mc="http://schemas.openxmlformats.org/markup-compatibility/2006">
        <mc:Choice xmlns:a14="http://schemas.microsoft.com/office/drawing/2010/main" Requires="a14">
          <p:sp>
            <p:nvSpPr>
              <p:cNvPr id="7" name="CasellaDiTesto 6">
                <a:extLst>
                  <a:ext uri="{FF2B5EF4-FFF2-40B4-BE49-F238E27FC236}">
                    <a16:creationId xmlns:a16="http://schemas.microsoft.com/office/drawing/2014/main" id="{917EED9F-E36F-9A47-5A83-5AA9A3435987}"/>
                  </a:ext>
                </a:extLst>
              </p:cNvPr>
              <p:cNvSpPr txBox="1"/>
              <p:nvPr/>
            </p:nvSpPr>
            <p:spPr>
              <a:xfrm>
                <a:off x="1702058" y="4939444"/>
                <a:ext cx="831436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unc>
                        <m:funcPr>
                          <m:ctrlPr>
                            <a:rPr lang="en-US" sz="2400" i="1" noProof="0" smtClean="0">
                              <a:latin typeface="Cambria Math" panose="02040503050406030204" pitchFamily="18" charset="0"/>
                            </a:rPr>
                          </m:ctrlPr>
                        </m:funcPr>
                        <m:fName>
                          <m:r>
                            <m:rPr>
                              <m:sty m:val="p"/>
                            </m:rPr>
                            <a:rPr lang="en-US" sz="2400" i="0" noProof="0" smtClean="0">
                              <a:latin typeface="Cambria Math" panose="02040503050406030204" pitchFamily="18" charset="0"/>
                            </a:rPr>
                            <m:t>log</m:t>
                          </m:r>
                        </m:fName>
                        <m:e>
                          <m:r>
                            <a:rPr lang="en-US" sz="2400" i="1" noProof="0" smtClean="0">
                              <a:latin typeface="Cambria Math" panose="02040503050406030204" pitchFamily="18" charset="0"/>
                            </a:rPr>
                            <m:t>𝑃</m:t>
                          </m:r>
                        </m:e>
                      </m:func>
                      <m:d>
                        <m:dPr>
                          <m:ctrlPr>
                            <a:rPr lang="en-US" sz="2400" i="1" noProof="0" smtClean="0">
                              <a:latin typeface="Cambria Math" panose="02040503050406030204" pitchFamily="18" charset="0"/>
                            </a:rPr>
                          </m:ctrlPr>
                        </m:dPr>
                        <m:e>
                          <m:r>
                            <a:rPr lang="en-US" sz="2400" i="1" noProof="0" smtClean="0">
                              <a:latin typeface="Cambria Math" panose="02040503050406030204" pitchFamily="18" charset="0"/>
                            </a:rPr>
                            <m:t>𝜃</m:t>
                          </m:r>
                        </m:e>
                        <m:e>
                          <m:r>
                            <a:rPr lang="en-US" sz="2400" i="1" noProof="0" smtClean="0">
                              <a:latin typeface="Cambria Math" panose="02040503050406030204" pitchFamily="18" charset="0"/>
                            </a:rPr>
                            <m:t>𝐻𝐷𝐼</m:t>
                          </m:r>
                        </m:e>
                      </m:d>
                      <m:r>
                        <a:rPr lang="en-US" sz="2400" i="1" noProof="0" smtClean="0">
                          <a:latin typeface="Cambria Math" panose="02040503050406030204" pitchFamily="18" charset="0"/>
                        </a:rPr>
                        <m:t>=</m:t>
                      </m:r>
                      <m:func>
                        <m:funcPr>
                          <m:ctrlPr>
                            <a:rPr lang="en-US" sz="2400" i="1" noProof="0" smtClean="0">
                              <a:latin typeface="Cambria Math" panose="02040503050406030204" pitchFamily="18" charset="0"/>
                            </a:rPr>
                          </m:ctrlPr>
                        </m:funcPr>
                        <m:fName>
                          <m:r>
                            <m:rPr>
                              <m:sty m:val="p"/>
                            </m:rPr>
                            <a:rPr lang="en-US" sz="2400" i="0" noProof="0" smtClean="0">
                              <a:latin typeface="Cambria Math" panose="02040503050406030204" pitchFamily="18" charset="0"/>
                            </a:rPr>
                            <m:t>log</m:t>
                          </m:r>
                        </m:fName>
                        <m:e>
                          <m:r>
                            <a:rPr lang="en-US" sz="2400" i="1" noProof="0" smtClean="0">
                              <a:latin typeface="Cambria Math" panose="02040503050406030204" pitchFamily="18" charset="0"/>
                            </a:rPr>
                            <m:t>𝑃</m:t>
                          </m:r>
                        </m:e>
                      </m:func>
                      <m:d>
                        <m:dPr>
                          <m:ctrlPr>
                            <a:rPr lang="en-US" sz="2400" i="1" noProof="0" smtClean="0">
                              <a:latin typeface="Cambria Math" panose="02040503050406030204" pitchFamily="18" charset="0"/>
                            </a:rPr>
                          </m:ctrlPr>
                        </m:dPr>
                        <m:e>
                          <m:r>
                            <a:rPr lang="en-US" sz="2400" i="1" noProof="0" smtClean="0">
                              <a:latin typeface="Cambria Math" panose="02040503050406030204" pitchFamily="18" charset="0"/>
                            </a:rPr>
                            <m:t>𝜃</m:t>
                          </m:r>
                        </m:e>
                        <m:e>
                          <m:r>
                            <a:rPr lang="en-US" sz="2400" i="1" noProof="0" smtClean="0">
                              <a:latin typeface="Cambria Math" panose="02040503050406030204" pitchFamily="18" charset="0"/>
                            </a:rPr>
                            <m:t>𝐻𝐼</m:t>
                          </m:r>
                        </m:e>
                      </m:d>
                      <m:r>
                        <a:rPr lang="en-US" sz="2400" i="1" noProof="0" smtClean="0">
                          <a:latin typeface="Cambria Math" panose="02040503050406030204" pitchFamily="18" charset="0"/>
                        </a:rPr>
                        <m:t>+</m:t>
                      </m:r>
                      <m:func>
                        <m:funcPr>
                          <m:ctrlPr>
                            <a:rPr lang="en-US" sz="2400" i="1" noProof="0" smtClean="0">
                              <a:latin typeface="Cambria Math" panose="02040503050406030204" pitchFamily="18" charset="0"/>
                            </a:rPr>
                          </m:ctrlPr>
                        </m:funcPr>
                        <m:fName>
                          <m:r>
                            <m:rPr>
                              <m:sty m:val="p"/>
                            </m:rPr>
                            <a:rPr lang="en-US" sz="2400" i="0" noProof="0" smtClean="0">
                              <a:latin typeface="Cambria Math" panose="02040503050406030204" pitchFamily="18" charset="0"/>
                            </a:rPr>
                            <m:t>log</m:t>
                          </m:r>
                        </m:fName>
                        <m:e>
                          <m:r>
                            <a:rPr lang="en-US" sz="2400" i="1" noProof="0" smtClean="0">
                              <a:latin typeface="Cambria Math" panose="02040503050406030204" pitchFamily="18" charset="0"/>
                            </a:rPr>
                            <m:t>𝑃</m:t>
                          </m:r>
                        </m:e>
                      </m:func>
                      <m:d>
                        <m:dPr>
                          <m:ctrlPr>
                            <a:rPr lang="en-US" sz="2400" i="1" noProof="0" smtClean="0">
                              <a:latin typeface="Cambria Math" panose="02040503050406030204" pitchFamily="18" charset="0"/>
                            </a:rPr>
                          </m:ctrlPr>
                        </m:dPr>
                        <m:e>
                          <m:r>
                            <a:rPr lang="en-US" sz="2400" i="1" noProof="0" smtClean="0">
                              <a:latin typeface="Cambria Math" panose="02040503050406030204" pitchFamily="18" charset="0"/>
                            </a:rPr>
                            <m:t>𝐷</m:t>
                          </m:r>
                        </m:e>
                        <m:e>
                          <m:r>
                            <a:rPr lang="en-US" sz="2400" i="1" noProof="0" smtClean="0">
                              <a:latin typeface="Cambria Math" panose="02040503050406030204" pitchFamily="18" charset="0"/>
                            </a:rPr>
                            <m:t>𝜃</m:t>
                          </m:r>
                          <m:r>
                            <a:rPr lang="en-US" sz="2400" i="1" noProof="0" smtClean="0">
                              <a:latin typeface="Cambria Math" panose="02040503050406030204" pitchFamily="18" charset="0"/>
                            </a:rPr>
                            <m:t>𝐻𝐼</m:t>
                          </m:r>
                        </m:e>
                      </m:d>
                      <m:r>
                        <a:rPr lang="en-US" sz="2400" i="1" noProof="0" smtClean="0">
                          <a:latin typeface="Cambria Math" panose="02040503050406030204" pitchFamily="18" charset="0"/>
                        </a:rPr>
                        <m:t>−</m:t>
                      </m:r>
                      <m:func>
                        <m:funcPr>
                          <m:ctrlPr>
                            <a:rPr lang="en-US" sz="2400" i="1" noProof="0" smtClean="0">
                              <a:latin typeface="Cambria Math" panose="02040503050406030204" pitchFamily="18" charset="0"/>
                            </a:rPr>
                          </m:ctrlPr>
                        </m:funcPr>
                        <m:fName>
                          <m:r>
                            <m:rPr>
                              <m:sty m:val="p"/>
                            </m:rPr>
                            <a:rPr lang="en-US" sz="2400" i="0" noProof="0" smtClean="0">
                              <a:latin typeface="Cambria Math" panose="02040503050406030204" pitchFamily="18" charset="0"/>
                            </a:rPr>
                            <m:t>log</m:t>
                          </m:r>
                        </m:fName>
                        <m:e>
                          <m:r>
                            <a:rPr lang="en-US" sz="2400" i="1" noProof="0" smtClean="0">
                              <a:latin typeface="Cambria Math" panose="02040503050406030204" pitchFamily="18" charset="0"/>
                            </a:rPr>
                            <m:t>𝑃</m:t>
                          </m:r>
                        </m:e>
                      </m:func>
                      <m:d>
                        <m:dPr>
                          <m:ctrlPr>
                            <a:rPr lang="en-US" sz="2400" i="1" noProof="0" smtClean="0">
                              <a:latin typeface="Cambria Math" panose="02040503050406030204" pitchFamily="18" charset="0"/>
                            </a:rPr>
                          </m:ctrlPr>
                        </m:dPr>
                        <m:e>
                          <m:r>
                            <a:rPr lang="en-US" sz="2400" i="1" noProof="0" smtClean="0">
                              <a:latin typeface="Cambria Math" panose="02040503050406030204" pitchFamily="18" charset="0"/>
                            </a:rPr>
                            <m:t>𝐷</m:t>
                          </m:r>
                        </m:e>
                        <m:e>
                          <m:r>
                            <a:rPr lang="en-US" sz="2400" i="1" noProof="0" smtClean="0">
                              <a:latin typeface="Cambria Math" panose="02040503050406030204" pitchFamily="18" charset="0"/>
                            </a:rPr>
                            <m:t>𝐻𝐼</m:t>
                          </m:r>
                        </m:e>
                      </m:d>
                    </m:oMath>
                  </m:oMathPara>
                </a14:m>
                <a:endParaRPr lang="en-US" sz="2400" noProof="0" dirty="0"/>
              </a:p>
            </p:txBody>
          </p:sp>
        </mc:Choice>
        <mc:Fallback>
          <p:sp>
            <p:nvSpPr>
              <p:cNvPr id="7" name="CasellaDiTesto 6">
                <a:extLst>
                  <a:ext uri="{FF2B5EF4-FFF2-40B4-BE49-F238E27FC236}">
                    <a16:creationId xmlns:a16="http://schemas.microsoft.com/office/drawing/2014/main" id="{917EED9F-E36F-9A47-5A83-5AA9A3435987}"/>
                  </a:ext>
                </a:extLst>
              </p:cNvPr>
              <p:cNvSpPr txBox="1">
                <a:spLocks noRot="1" noChangeAspect="1" noMove="1" noResize="1" noEditPoints="1" noAdjustHandles="1" noChangeArrowheads="1" noChangeShapeType="1" noTextEdit="1"/>
              </p:cNvSpPr>
              <p:nvPr/>
            </p:nvSpPr>
            <p:spPr>
              <a:xfrm>
                <a:off x="1702058" y="4939444"/>
                <a:ext cx="8314361" cy="461665"/>
              </a:xfrm>
              <a:prstGeom prst="rect">
                <a:avLst/>
              </a:prstGeom>
              <a:blipFill>
                <a:blip r:embed="rId5"/>
                <a:stretch>
                  <a:fillRect b="-19737"/>
                </a:stretch>
              </a:blipFill>
            </p:spPr>
            <p:txBody>
              <a:bodyPr/>
              <a:lstStyle/>
              <a:p>
                <a:r>
                  <a:rPr lang="it-IT">
                    <a:noFill/>
                  </a:rPr>
                  <a:t> </a:t>
                </a:r>
              </a:p>
            </p:txBody>
          </p:sp>
        </mc:Fallback>
      </mc:AlternateContent>
      <p:cxnSp>
        <p:nvCxnSpPr>
          <p:cNvPr id="9" name="Connettore 2 8">
            <a:extLst>
              <a:ext uri="{FF2B5EF4-FFF2-40B4-BE49-F238E27FC236}">
                <a16:creationId xmlns:a16="http://schemas.microsoft.com/office/drawing/2014/main" id="{79091BD6-5AB1-766B-44D1-F301A4B341B0}"/>
              </a:ext>
            </a:extLst>
          </p:cNvPr>
          <p:cNvCxnSpPr/>
          <p:nvPr/>
        </p:nvCxnSpPr>
        <p:spPr>
          <a:xfrm flipV="1">
            <a:off x="4869950" y="5474632"/>
            <a:ext cx="0" cy="40069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0" name="CasellaDiTesto 9">
            <a:extLst>
              <a:ext uri="{FF2B5EF4-FFF2-40B4-BE49-F238E27FC236}">
                <a16:creationId xmlns:a16="http://schemas.microsoft.com/office/drawing/2014/main" id="{75790A2D-B1B1-AD97-6F01-CC81F3A8699B}"/>
              </a:ext>
            </a:extLst>
          </p:cNvPr>
          <p:cNvSpPr txBox="1"/>
          <p:nvPr/>
        </p:nvSpPr>
        <p:spPr>
          <a:xfrm>
            <a:off x="4203845" y="5875324"/>
            <a:ext cx="1325366" cy="369332"/>
          </a:xfrm>
          <a:prstGeom prst="rect">
            <a:avLst/>
          </a:prstGeom>
          <a:noFill/>
        </p:spPr>
        <p:txBody>
          <a:bodyPr wrap="square" rtlCol="0">
            <a:spAutoFit/>
          </a:bodyPr>
          <a:lstStyle/>
          <a:p>
            <a:r>
              <a:rPr lang="en-US" noProof="0" dirty="0"/>
              <a:t>Log prior</a:t>
            </a:r>
          </a:p>
        </p:txBody>
      </p:sp>
      <p:cxnSp>
        <p:nvCxnSpPr>
          <p:cNvPr id="11" name="Connettore 2 10">
            <a:extLst>
              <a:ext uri="{FF2B5EF4-FFF2-40B4-BE49-F238E27FC236}">
                <a16:creationId xmlns:a16="http://schemas.microsoft.com/office/drawing/2014/main" id="{CC5B14B6-F4BA-C865-384C-6ED36B81D069}"/>
              </a:ext>
            </a:extLst>
          </p:cNvPr>
          <p:cNvCxnSpPr/>
          <p:nvPr/>
        </p:nvCxnSpPr>
        <p:spPr>
          <a:xfrm flipV="1">
            <a:off x="6816902" y="5474632"/>
            <a:ext cx="0" cy="40069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CasellaDiTesto 11">
            <a:extLst>
              <a:ext uri="{FF2B5EF4-FFF2-40B4-BE49-F238E27FC236}">
                <a16:creationId xmlns:a16="http://schemas.microsoft.com/office/drawing/2014/main" id="{82CCA548-1F9F-E447-F435-49066B02AA3E}"/>
              </a:ext>
            </a:extLst>
          </p:cNvPr>
          <p:cNvSpPr txBox="1"/>
          <p:nvPr/>
        </p:nvSpPr>
        <p:spPr>
          <a:xfrm>
            <a:off x="5961580" y="5875324"/>
            <a:ext cx="1710643" cy="369332"/>
          </a:xfrm>
          <a:prstGeom prst="rect">
            <a:avLst/>
          </a:prstGeom>
          <a:noFill/>
        </p:spPr>
        <p:txBody>
          <a:bodyPr wrap="square" rtlCol="0">
            <a:spAutoFit/>
          </a:bodyPr>
          <a:lstStyle/>
          <a:p>
            <a:r>
              <a:rPr lang="en-US" noProof="0" dirty="0"/>
              <a:t>Log likelihood</a:t>
            </a:r>
          </a:p>
        </p:txBody>
      </p:sp>
      <p:cxnSp>
        <p:nvCxnSpPr>
          <p:cNvPr id="13" name="Connettore 2 12">
            <a:extLst>
              <a:ext uri="{FF2B5EF4-FFF2-40B4-BE49-F238E27FC236}">
                <a16:creationId xmlns:a16="http://schemas.microsoft.com/office/drawing/2014/main" id="{D2B9436A-14E3-2862-505E-86836F279DE5}"/>
              </a:ext>
            </a:extLst>
          </p:cNvPr>
          <p:cNvCxnSpPr/>
          <p:nvPr/>
        </p:nvCxnSpPr>
        <p:spPr>
          <a:xfrm flipV="1">
            <a:off x="9005297" y="5473486"/>
            <a:ext cx="0" cy="40069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4" name="CasellaDiTesto 13">
            <a:extLst>
              <a:ext uri="{FF2B5EF4-FFF2-40B4-BE49-F238E27FC236}">
                <a16:creationId xmlns:a16="http://schemas.microsoft.com/office/drawing/2014/main" id="{320BAB1B-7E15-04D3-6065-63E0FDB41076}"/>
              </a:ext>
            </a:extLst>
          </p:cNvPr>
          <p:cNvSpPr txBox="1"/>
          <p:nvPr/>
        </p:nvSpPr>
        <p:spPr>
          <a:xfrm>
            <a:off x="8049801" y="5874178"/>
            <a:ext cx="2645595" cy="369332"/>
          </a:xfrm>
          <a:prstGeom prst="rect">
            <a:avLst/>
          </a:prstGeom>
          <a:noFill/>
        </p:spPr>
        <p:txBody>
          <a:bodyPr wrap="square" rtlCol="0">
            <a:spAutoFit/>
          </a:bodyPr>
          <a:lstStyle/>
          <a:p>
            <a:r>
              <a:rPr lang="en-US" noProof="0" dirty="0"/>
              <a:t>Normalization </a:t>
            </a:r>
            <a:r>
              <a:rPr lang="en-US" noProof="0" dirty="0" err="1"/>
              <a:t>costant</a:t>
            </a:r>
            <a:endParaRPr lang="en-US" noProof="0" dirty="0"/>
          </a:p>
        </p:txBody>
      </p:sp>
      <p:sp>
        <p:nvSpPr>
          <p:cNvPr id="16" name="CasellaDiTesto 15">
            <a:extLst>
              <a:ext uri="{FF2B5EF4-FFF2-40B4-BE49-F238E27FC236}">
                <a16:creationId xmlns:a16="http://schemas.microsoft.com/office/drawing/2014/main" id="{575CCDF9-DEF5-CC96-4CA3-36935272E12C}"/>
              </a:ext>
            </a:extLst>
          </p:cNvPr>
          <p:cNvSpPr txBox="1"/>
          <p:nvPr/>
        </p:nvSpPr>
        <p:spPr>
          <a:xfrm>
            <a:off x="745679" y="1579463"/>
            <a:ext cx="3394806" cy="923330"/>
          </a:xfrm>
          <a:prstGeom prst="rect">
            <a:avLst/>
          </a:prstGeom>
          <a:noFill/>
        </p:spPr>
        <p:txBody>
          <a:bodyPr wrap="square">
            <a:spAutoFit/>
          </a:bodyPr>
          <a:lstStyle/>
          <a:p>
            <a:r>
              <a:rPr lang="en-US" noProof="0" dirty="0"/>
              <a:t>To estimate the parameters we will use Bayes theorem, define the propositions</a:t>
            </a:r>
          </a:p>
        </p:txBody>
      </p:sp>
    </p:spTree>
    <p:extLst>
      <p:ext uri="{BB962C8B-B14F-4D97-AF65-F5344CB8AC3E}">
        <p14:creationId xmlns:p14="http://schemas.microsoft.com/office/powerpoint/2010/main" val="34336587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FB29AB-7CE1-08E7-E55D-F92BD3E4804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itolo 1">
                <a:extLst>
                  <a:ext uri="{FF2B5EF4-FFF2-40B4-BE49-F238E27FC236}">
                    <a16:creationId xmlns:a16="http://schemas.microsoft.com/office/drawing/2014/main" id="{E06BF1C8-8E92-453E-8C18-B37484166450}"/>
                  </a:ext>
                </a:extLst>
              </p:cNvPr>
              <p:cNvSpPr>
                <a:spLocks noGrp="1"/>
              </p:cNvSpPr>
              <p:nvPr>
                <p:ph type="title"/>
              </p:nvPr>
            </p:nvSpPr>
            <p:spPr>
              <a:xfrm>
                <a:off x="642938" y="288925"/>
                <a:ext cx="10227120" cy="1235075"/>
              </a:xfrm>
            </p:spPr>
            <p:txBody>
              <a:bodyPr>
                <a:normAutofit/>
              </a:bodyPr>
              <a:lstStyle/>
              <a:p>
                <a:r>
                  <a:rPr lang="en-US" noProof="0" dirty="0"/>
                  <a:t>Classification on </a:t>
                </a:r>
                <a14:m>
                  <m:oMath xmlns:m="http://schemas.openxmlformats.org/officeDocument/2006/math">
                    <m:func>
                      <m:funcPr>
                        <m:ctrlPr>
                          <a:rPr lang="en-US" i="1" noProof="0" smtClean="0">
                            <a:latin typeface="Cambria Math" panose="02040503050406030204" pitchFamily="18" charset="0"/>
                          </a:rPr>
                        </m:ctrlPr>
                      </m:funcPr>
                      <m:fName>
                        <m:r>
                          <m:rPr>
                            <m:sty m:val="p"/>
                          </m:rPr>
                          <a:rPr lang="en-US" noProof="0" smtClean="0">
                            <a:latin typeface="Cambria Math" panose="02040503050406030204" pitchFamily="18" charset="0"/>
                          </a:rPr>
                          <m:t>log</m:t>
                        </m:r>
                      </m:fName>
                      <m:e>
                        <m:d>
                          <m:dPr>
                            <m:ctrlPr>
                              <a:rPr lang="en-US" i="1" noProof="0" smtClean="0">
                                <a:latin typeface="Cambria Math" panose="02040503050406030204" pitchFamily="18" charset="0"/>
                              </a:rPr>
                            </m:ctrlPr>
                          </m:dPr>
                          <m:e>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𝑇</m:t>
                                </m:r>
                              </m:e>
                              <m:sub>
                                <m:r>
                                  <a:rPr lang="en-US" i="1" noProof="0" smtClean="0">
                                    <a:latin typeface="Cambria Math" panose="02040503050406030204" pitchFamily="18" charset="0"/>
                                  </a:rPr>
                                  <m:t>90</m:t>
                                </m:r>
                              </m:sub>
                            </m:sSub>
                          </m:e>
                        </m:d>
                      </m:e>
                    </m:func>
                  </m:oMath>
                </a14:m>
                <a:r>
                  <a:rPr lang="en-US" noProof="0" dirty="0"/>
                  <a:t>: Prior</a:t>
                </a:r>
              </a:p>
            </p:txBody>
          </p:sp>
        </mc:Choice>
        <mc:Fallback>
          <p:sp>
            <p:nvSpPr>
              <p:cNvPr id="4" name="Titolo 1">
                <a:extLst>
                  <a:ext uri="{FF2B5EF4-FFF2-40B4-BE49-F238E27FC236}">
                    <a16:creationId xmlns:a16="http://schemas.microsoft.com/office/drawing/2014/main" id="{E06BF1C8-8E92-453E-8C18-B37484166450}"/>
                  </a:ext>
                </a:extLst>
              </p:cNvPr>
              <p:cNvSpPr>
                <a:spLocks noGrp="1" noRot="1" noChangeAspect="1" noMove="1" noResize="1" noEditPoints="1" noAdjustHandles="1" noChangeArrowheads="1" noChangeShapeType="1" noTextEdit="1"/>
              </p:cNvSpPr>
              <p:nvPr>
                <p:ph type="title"/>
              </p:nvPr>
            </p:nvSpPr>
            <p:spPr>
              <a:xfrm>
                <a:off x="642938" y="288925"/>
                <a:ext cx="10227120" cy="1235075"/>
              </a:xfrm>
              <a:blipFill>
                <a:blip r:embed="rId2"/>
                <a:stretch>
                  <a:fillRect l="-2384" t="-15271"/>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3" name="CasellaDiTesto 2">
                <a:extLst>
                  <a:ext uri="{FF2B5EF4-FFF2-40B4-BE49-F238E27FC236}">
                    <a16:creationId xmlns:a16="http://schemas.microsoft.com/office/drawing/2014/main" id="{A072D742-30C5-2213-D55E-64DA8FDA8793}"/>
                  </a:ext>
                </a:extLst>
              </p:cNvPr>
              <p:cNvSpPr txBox="1"/>
              <p:nvPr/>
            </p:nvSpPr>
            <p:spPr>
              <a:xfrm>
                <a:off x="642938" y="1524000"/>
                <a:ext cx="1304818"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i="1" noProof="0" smtClean="0">
                          <a:latin typeface="Cambria Math" panose="02040503050406030204" pitchFamily="18" charset="0"/>
                        </a:rPr>
                        <m:t>𝑃</m:t>
                      </m:r>
                      <m:d>
                        <m:dPr>
                          <m:ctrlPr>
                            <a:rPr lang="en-US" sz="2400" i="1" noProof="0" smtClean="0">
                              <a:latin typeface="Cambria Math" panose="02040503050406030204" pitchFamily="18" charset="0"/>
                            </a:rPr>
                          </m:ctrlPr>
                        </m:dPr>
                        <m:e>
                          <m:r>
                            <a:rPr lang="en-US" sz="2400" i="1" noProof="0" smtClean="0">
                              <a:latin typeface="Cambria Math" panose="02040503050406030204" pitchFamily="18" charset="0"/>
                            </a:rPr>
                            <m:t>𝜃</m:t>
                          </m:r>
                        </m:e>
                        <m:e>
                          <m:r>
                            <a:rPr lang="en-US" sz="2400" i="1" noProof="0" smtClean="0">
                              <a:latin typeface="Cambria Math" panose="02040503050406030204" pitchFamily="18" charset="0"/>
                            </a:rPr>
                            <m:t>𝐻𝐼</m:t>
                          </m:r>
                        </m:e>
                      </m:d>
                    </m:oMath>
                  </m:oMathPara>
                </a14:m>
                <a:endParaRPr lang="en-US" sz="2400" noProof="0" dirty="0"/>
              </a:p>
            </p:txBody>
          </p:sp>
        </mc:Choice>
        <mc:Fallback>
          <p:sp>
            <p:nvSpPr>
              <p:cNvPr id="3" name="CasellaDiTesto 2">
                <a:extLst>
                  <a:ext uri="{FF2B5EF4-FFF2-40B4-BE49-F238E27FC236}">
                    <a16:creationId xmlns:a16="http://schemas.microsoft.com/office/drawing/2014/main" id="{A072D742-30C5-2213-D55E-64DA8FDA8793}"/>
                  </a:ext>
                </a:extLst>
              </p:cNvPr>
              <p:cNvSpPr txBox="1">
                <a:spLocks noRot="1" noChangeAspect="1" noMove="1" noResize="1" noEditPoints="1" noAdjustHandles="1" noChangeArrowheads="1" noChangeShapeType="1" noTextEdit="1"/>
              </p:cNvSpPr>
              <p:nvPr/>
            </p:nvSpPr>
            <p:spPr>
              <a:xfrm>
                <a:off x="642938" y="1524000"/>
                <a:ext cx="1304818" cy="461665"/>
              </a:xfrm>
              <a:prstGeom prst="rect">
                <a:avLst/>
              </a:prstGeom>
              <a:blipFill>
                <a:blip r:embed="rId3"/>
                <a:stretch>
                  <a:fillRect/>
                </a:stretch>
              </a:blipFill>
            </p:spPr>
            <p:txBody>
              <a:bodyPr/>
              <a:lstStyle/>
              <a:p>
                <a:r>
                  <a:rPr lang="it-IT">
                    <a:noFill/>
                  </a:rPr>
                  <a:t> </a:t>
                </a:r>
              </a:p>
            </p:txBody>
          </p:sp>
        </mc:Fallback>
      </mc:AlternateContent>
      <p:sp>
        <p:nvSpPr>
          <p:cNvPr id="5" name="CasellaDiTesto 4">
            <a:extLst>
              <a:ext uri="{FF2B5EF4-FFF2-40B4-BE49-F238E27FC236}">
                <a16:creationId xmlns:a16="http://schemas.microsoft.com/office/drawing/2014/main" id="{7E45B8B9-07ED-775F-C5AB-73994551BCBF}"/>
              </a:ext>
            </a:extLst>
          </p:cNvPr>
          <p:cNvSpPr txBox="1"/>
          <p:nvPr/>
        </p:nvSpPr>
        <p:spPr>
          <a:xfrm>
            <a:off x="2784297" y="1524000"/>
            <a:ext cx="4941869" cy="923330"/>
          </a:xfrm>
          <a:prstGeom prst="rect">
            <a:avLst/>
          </a:prstGeom>
          <a:noFill/>
        </p:spPr>
        <p:txBody>
          <a:bodyPr wrap="square" rtlCol="0">
            <a:spAutoFit/>
          </a:bodyPr>
          <a:lstStyle/>
          <a:p>
            <a:r>
              <a:rPr lang="en-US" noProof="0" dirty="0"/>
              <a:t>Probability for a set of parameters given the model and background. Outside of the bounds is zero, inside?</a:t>
            </a:r>
          </a:p>
        </p:txBody>
      </p:sp>
      <p:sp>
        <p:nvSpPr>
          <p:cNvPr id="6" name="CasellaDiTesto 5">
            <a:extLst>
              <a:ext uri="{FF2B5EF4-FFF2-40B4-BE49-F238E27FC236}">
                <a16:creationId xmlns:a16="http://schemas.microsoft.com/office/drawing/2014/main" id="{B63450C9-5F3C-E9BB-2AC0-67613B3BBB03}"/>
              </a:ext>
            </a:extLst>
          </p:cNvPr>
          <p:cNvSpPr txBox="1"/>
          <p:nvPr/>
        </p:nvSpPr>
        <p:spPr>
          <a:xfrm>
            <a:off x="642938" y="2759075"/>
            <a:ext cx="4941869" cy="646331"/>
          </a:xfrm>
          <a:prstGeom prst="rect">
            <a:avLst/>
          </a:prstGeom>
          <a:noFill/>
        </p:spPr>
        <p:txBody>
          <a:bodyPr wrap="square" rtlCol="0">
            <a:spAutoFit/>
          </a:bodyPr>
          <a:lstStyle/>
          <a:p>
            <a:r>
              <a:rPr lang="en-US" noProof="0" dirty="0"/>
              <a:t>For the weight and the means we chose a uniform prior</a:t>
            </a:r>
          </a:p>
        </p:txBody>
      </p:sp>
      <mc:AlternateContent xmlns:mc="http://schemas.openxmlformats.org/markup-compatibility/2006">
        <mc:Choice xmlns:a14="http://schemas.microsoft.com/office/drawing/2010/main" Requires="a14">
          <p:sp>
            <p:nvSpPr>
              <p:cNvPr id="7" name="CasellaDiTesto 6">
                <a:extLst>
                  <a:ext uri="{FF2B5EF4-FFF2-40B4-BE49-F238E27FC236}">
                    <a16:creationId xmlns:a16="http://schemas.microsoft.com/office/drawing/2014/main" id="{C0048442-99DA-EC1F-D06C-ECAB8CE784B3}"/>
                  </a:ext>
                </a:extLst>
              </p:cNvPr>
              <p:cNvSpPr txBox="1"/>
              <p:nvPr/>
            </p:nvSpPr>
            <p:spPr>
              <a:xfrm>
                <a:off x="6096000" y="2744128"/>
                <a:ext cx="221579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noProof="0" smtClean="0">
                          <a:latin typeface="Cambria Math" panose="02040503050406030204" pitchFamily="18" charset="0"/>
                        </a:rPr>
                        <m:t>0&lt;</m:t>
                      </m:r>
                      <m:r>
                        <a:rPr lang="en-US" i="1" noProof="0" smtClean="0">
                          <a:latin typeface="Cambria Math" panose="02040503050406030204" pitchFamily="18" charset="0"/>
                        </a:rPr>
                        <m:t>𝑤</m:t>
                      </m:r>
                      <m:r>
                        <a:rPr lang="en-US" i="1" noProof="0" smtClean="0">
                          <a:latin typeface="Cambria Math" panose="02040503050406030204" pitchFamily="18" charset="0"/>
                        </a:rPr>
                        <m:t>&lt;1</m:t>
                      </m:r>
                    </m:oMath>
                  </m:oMathPara>
                </a14:m>
                <a:endParaRPr lang="en-US" noProof="0" dirty="0"/>
              </a:p>
            </p:txBody>
          </p:sp>
        </mc:Choice>
        <mc:Fallback>
          <p:sp>
            <p:nvSpPr>
              <p:cNvPr id="7" name="CasellaDiTesto 6">
                <a:extLst>
                  <a:ext uri="{FF2B5EF4-FFF2-40B4-BE49-F238E27FC236}">
                    <a16:creationId xmlns:a16="http://schemas.microsoft.com/office/drawing/2014/main" id="{C0048442-99DA-EC1F-D06C-ECAB8CE784B3}"/>
                  </a:ext>
                </a:extLst>
              </p:cNvPr>
              <p:cNvSpPr txBox="1">
                <a:spLocks noRot="1" noChangeAspect="1" noMove="1" noResize="1" noEditPoints="1" noAdjustHandles="1" noChangeArrowheads="1" noChangeShapeType="1" noTextEdit="1"/>
              </p:cNvSpPr>
              <p:nvPr/>
            </p:nvSpPr>
            <p:spPr>
              <a:xfrm>
                <a:off x="6096000" y="2744128"/>
                <a:ext cx="2215793" cy="369332"/>
              </a:xfrm>
              <a:prstGeom prst="rect">
                <a:avLst/>
              </a:prstGeom>
              <a:blipFill>
                <a:blip r:embed="rId4"/>
                <a:stretch>
                  <a:fillRect/>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8" name="CasellaDiTesto 7">
                <a:extLst>
                  <a:ext uri="{FF2B5EF4-FFF2-40B4-BE49-F238E27FC236}">
                    <a16:creationId xmlns:a16="http://schemas.microsoft.com/office/drawing/2014/main" id="{99C8E10D-8A77-2E44-73D9-416128478ACD}"/>
                  </a:ext>
                </a:extLst>
              </p:cNvPr>
              <p:cNvSpPr txBox="1"/>
              <p:nvPr/>
            </p:nvSpPr>
            <p:spPr>
              <a:xfrm>
                <a:off x="6226139" y="3308279"/>
                <a:ext cx="235278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noProof="0" smtClean="0">
                          <a:latin typeface="Cambria Math" panose="02040503050406030204" pitchFamily="18" charset="0"/>
                        </a:rPr>
                        <m:t>−4&lt;</m:t>
                      </m:r>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𝜇</m:t>
                          </m:r>
                        </m:e>
                        <m:sub>
                          <m:r>
                            <a:rPr lang="en-US" i="1" noProof="0" smtClean="0">
                              <a:latin typeface="Cambria Math" panose="02040503050406030204" pitchFamily="18" charset="0"/>
                            </a:rPr>
                            <m:t>𝑖</m:t>
                          </m:r>
                        </m:sub>
                      </m:sSub>
                      <m:r>
                        <a:rPr lang="en-US" i="1" noProof="0" smtClean="0">
                          <a:latin typeface="Cambria Math" panose="02040503050406030204" pitchFamily="18" charset="0"/>
                        </a:rPr>
                        <m:t>&lt;7</m:t>
                      </m:r>
                    </m:oMath>
                  </m:oMathPara>
                </a14:m>
                <a:endParaRPr lang="en-US" noProof="0" dirty="0"/>
              </a:p>
            </p:txBody>
          </p:sp>
        </mc:Choice>
        <mc:Fallback>
          <p:sp>
            <p:nvSpPr>
              <p:cNvPr id="8" name="CasellaDiTesto 7">
                <a:extLst>
                  <a:ext uri="{FF2B5EF4-FFF2-40B4-BE49-F238E27FC236}">
                    <a16:creationId xmlns:a16="http://schemas.microsoft.com/office/drawing/2014/main" id="{99C8E10D-8A77-2E44-73D9-416128478ACD}"/>
                  </a:ext>
                </a:extLst>
              </p:cNvPr>
              <p:cNvSpPr txBox="1">
                <a:spLocks noRot="1" noChangeAspect="1" noMove="1" noResize="1" noEditPoints="1" noAdjustHandles="1" noChangeArrowheads="1" noChangeShapeType="1" noTextEdit="1"/>
              </p:cNvSpPr>
              <p:nvPr/>
            </p:nvSpPr>
            <p:spPr>
              <a:xfrm>
                <a:off x="6226139" y="3308279"/>
                <a:ext cx="2352782" cy="369332"/>
              </a:xfrm>
              <a:prstGeom prst="rect">
                <a:avLst/>
              </a:prstGeom>
              <a:blipFill>
                <a:blip r:embed="rId5"/>
                <a:stretch>
                  <a:fillRect b="-8333"/>
                </a:stretch>
              </a:blipFill>
            </p:spPr>
            <p:txBody>
              <a:bodyPr/>
              <a:lstStyle/>
              <a:p>
                <a:r>
                  <a:rPr lang="it-IT">
                    <a:noFill/>
                  </a:rPr>
                  <a:t> </a:t>
                </a:r>
              </a:p>
            </p:txBody>
          </p:sp>
        </mc:Fallback>
      </mc:AlternateContent>
      <p:sp>
        <p:nvSpPr>
          <p:cNvPr id="9" name="CasellaDiTesto 8">
            <a:extLst>
              <a:ext uri="{FF2B5EF4-FFF2-40B4-BE49-F238E27FC236}">
                <a16:creationId xmlns:a16="http://schemas.microsoft.com/office/drawing/2014/main" id="{FF26DB3E-C522-A550-524D-B19AE2297387}"/>
              </a:ext>
            </a:extLst>
          </p:cNvPr>
          <p:cNvSpPr txBox="1"/>
          <p:nvPr/>
        </p:nvSpPr>
        <p:spPr>
          <a:xfrm>
            <a:off x="642938" y="4209638"/>
            <a:ext cx="4720172" cy="923330"/>
          </a:xfrm>
          <a:prstGeom prst="rect">
            <a:avLst/>
          </a:prstGeom>
          <a:noFill/>
        </p:spPr>
        <p:txBody>
          <a:bodyPr wrap="square" rtlCol="0">
            <a:spAutoFit/>
          </a:bodyPr>
          <a:lstStyle/>
          <a:p>
            <a:r>
              <a:rPr lang="en-US" noProof="0" dirty="0"/>
              <a:t>For the </a:t>
            </a:r>
            <a:r>
              <a:rPr lang="en-US" noProof="0" dirty="0" err="1"/>
              <a:t>sigmas</a:t>
            </a:r>
            <a:r>
              <a:rPr lang="en-US" noProof="0" dirty="0"/>
              <a:t> we chose a Jeffrey’s prior because this are scale parameters of the problem</a:t>
            </a:r>
          </a:p>
        </p:txBody>
      </p:sp>
      <mc:AlternateContent xmlns:mc="http://schemas.openxmlformats.org/markup-compatibility/2006">
        <mc:Choice xmlns:a14="http://schemas.microsoft.com/office/drawing/2010/main" Requires="a14">
          <p:sp>
            <p:nvSpPr>
              <p:cNvPr id="10" name="CasellaDiTesto 9">
                <a:extLst>
                  <a:ext uri="{FF2B5EF4-FFF2-40B4-BE49-F238E27FC236}">
                    <a16:creationId xmlns:a16="http://schemas.microsoft.com/office/drawing/2014/main" id="{719BBD76-7C39-B94C-B897-D3759F0948D4}"/>
                  </a:ext>
                </a:extLst>
              </p:cNvPr>
              <p:cNvSpPr txBox="1"/>
              <p:nvPr/>
            </p:nvSpPr>
            <p:spPr>
              <a:xfrm>
                <a:off x="8804953" y="3113460"/>
                <a:ext cx="1500027"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noProof="0" smtClean="0">
                          <a:latin typeface="Cambria Math" panose="02040503050406030204" pitchFamily="18" charset="0"/>
                        </a:rPr>
                        <m:t>𝑃𝑟𝑖𝑜𝑟</m:t>
                      </m:r>
                      <m:r>
                        <a:rPr lang="en-US" i="1" noProof="0" smtClean="0">
                          <a:latin typeface="Cambria Math" panose="02040503050406030204" pitchFamily="18" charset="0"/>
                        </a:rPr>
                        <m:t> ∝1</m:t>
                      </m:r>
                    </m:oMath>
                  </m:oMathPara>
                </a14:m>
                <a:endParaRPr lang="en-US" noProof="0" dirty="0"/>
              </a:p>
            </p:txBody>
          </p:sp>
        </mc:Choice>
        <mc:Fallback>
          <p:sp>
            <p:nvSpPr>
              <p:cNvPr id="10" name="CasellaDiTesto 9">
                <a:extLst>
                  <a:ext uri="{FF2B5EF4-FFF2-40B4-BE49-F238E27FC236}">
                    <a16:creationId xmlns:a16="http://schemas.microsoft.com/office/drawing/2014/main" id="{719BBD76-7C39-B94C-B897-D3759F0948D4}"/>
                  </a:ext>
                </a:extLst>
              </p:cNvPr>
              <p:cNvSpPr txBox="1">
                <a:spLocks noRot="1" noChangeAspect="1" noMove="1" noResize="1" noEditPoints="1" noAdjustHandles="1" noChangeArrowheads="1" noChangeShapeType="1" noTextEdit="1"/>
              </p:cNvSpPr>
              <p:nvPr/>
            </p:nvSpPr>
            <p:spPr>
              <a:xfrm>
                <a:off x="8804953" y="3113460"/>
                <a:ext cx="1500027" cy="369332"/>
              </a:xfrm>
              <a:prstGeom prst="rect">
                <a:avLst/>
              </a:prstGeom>
              <a:blipFill>
                <a:blip r:embed="rId6"/>
                <a:stretch>
                  <a:fillRect/>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1" name="CasellaDiTesto 10">
                <a:extLst>
                  <a:ext uri="{FF2B5EF4-FFF2-40B4-BE49-F238E27FC236}">
                    <a16:creationId xmlns:a16="http://schemas.microsoft.com/office/drawing/2014/main" id="{9A3277FE-BD50-3165-9A55-CEEDB19E43B0}"/>
                  </a:ext>
                </a:extLst>
              </p:cNvPr>
              <p:cNvSpPr txBox="1"/>
              <p:nvPr/>
            </p:nvSpPr>
            <p:spPr>
              <a:xfrm>
                <a:off x="6096000" y="4486637"/>
                <a:ext cx="235278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noProof="0" smtClean="0">
                          <a:latin typeface="Cambria Math" panose="02040503050406030204" pitchFamily="18" charset="0"/>
                        </a:rPr>
                        <m:t>0.01&lt;</m:t>
                      </m:r>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𝜎</m:t>
                          </m:r>
                        </m:e>
                        <m:sub>
                          <m:r>
                            <a:rPr lang="en-US" i="1" noProof="0" smtClean="0">
                              <a:latin typeface="Cambria Math" panose="02040503050406030204" pitchFamily="18" charset="0"/>
                            </a:rPr>
                            <m:t>𝑖</m:t>
                          </m:r>
                        </m:sub>
                      </m:sSub>
                      <m:r>
                        <a:rPr lang="en-US" i="1" noProof="0" smtClean="0">
                          <a:latin typeface="Cambria Math" panose="02040503050406030204" pitchFamily="18" charset="0"/>
                        </a:rPr>
                        <m:t>&lt;3</m:t>
                      </m:r>
                    </m:oMath>
                  </m:oMathPara>
                </a14:m>
                <a:endParaRPr lang="en-US" noProof="0" dirty="0"/>
              </a:p>
            </p:txBody>
          </p:sp>
        </mc:Choice>
        <mc:Fallback>
          <p:sp>
            <p:nvSpPr>
              <p:cNvPr id="11" name="CasellaDiTesto 10">
                <a:extLst>
                  <a:ext uri="{FF2B5EF4-FFF2-40B4-BE49-F238E27FC236}">
                    <a16:creationId xmlns:a16="http://schemas.microsoft.com/office/drawing/2014/main" id="{9A3277FE-BD50-3165-9A55-CEEDB19E43B0}"/>
                  </a:ext>
                </a:extLst>
              </p:cNvPr>
              <p:cNvSpPr txBox="1">
                <a:spLocks noRot="1" noChangeAspect="1" noMove="1" noResize="1" noEditPoints="1" noAdjustHandles="1" noChangeArrowheads="1" noChangeShapeType="1" noTextEdit="1"/>
              </p:cNvSpPr>
              <p:nvPr/>
            </p:nvSpPr>
            <p:spPr>
              <a:xfrm>
                <a:off x="6096000" y="4486637"/>
                <a:ext cx="2352782" cy="369332"/>
              </a:xfrm>
              <a:prstGeom prst="rect">
                <a:avLst/>
              </a:prstGeom>
              <a:blipFill>
                <a:blip r:embed="rId7"/>
                <a:stretch>
                  <a:fillRect b="-1639"/>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2" name="CasellaDiTesto 11">
                <a:extLst>
                  <a:ext uri="{FF2B5EF4-FFF2-40B4-BE49-F238E27FC236}">
                    <a16:creationId xmlns:a16="http://schemas.microsoft.com/office/drawing/2014/main" id="{50DDD853-95ED-6D35-823B-07122B85528C}"/>
                  </a:ext>
                </a:extLst>
              </p:cNvPr>
              <p:cNvSpPr txBox="1"/>
              <p:nvPr/>
            </p:nvSpPr>
            <p:spPr>
              <a:xfrm>
                <a:off x="8578921" y="4486637"/>
                <a:ext cx="203428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noProof="0" smtClean="0">
                          <a:latin typeface="Cambria Math" panose="02040503050406030204" pitchFamily="18" charset="0"/>
                        </a:rPr>
                        <m:t>𝑃𝑟𝑖𝑜𝑟</m:t>
                      </m:r>
                      <m:r>
                        <a:rPr lang="en-US" i="1" noProof="0" smtClean="0">
                          <a:latin typeface="Cambria Math" panose="02040503050406030204" pitchFamily="18" charset="0"/>
                        </a:rPr>
                        <m:t> ∝1</m:t>
                      </m:r>
                      <m:r>
                        <m:rPr>
                          <m:lit/>
                        </m:rPr>
                        <a:rPr lang="en-US" i="1" noProof="0" smtClean="0">
                          <a:latin typeface="Cambria Math" panose="02040503050406030204" pitchFamily="18" charset="0"/>
                        </a:rPr>
                        <m:t>/</m:t>
                      </m:r>
                      <m:r>
                        <a:rPr lang="en-US" i="1" noProof="0" smtClean="0">
                          <a:latin typeface="Cambria Math" panose="02040503050406030204" pitchFamily="18" charset="0"/>
                        </a:rPr>
                        <m:t>𝜎</m:t>
                      </m:r>
                    </m:oMath>
                  </m:oMathPara>
                </a14:m>
                <a:endParaRPr lang="en-US" noProof="0" dirty="0"/>
              </a:p>
            </p:txBody>
          </p:sp>
        </mc:Choice>
        <mc:Fallback>
          <p:sp>
            <p:nvSpPr>
              <p:cNvPr id="12" name="CasellaDiTesto 11">
                <a:extLst>
                  <a:ext uri="{FF2B5EF4-FFF2-40B4-BE49-F238E27FC236}">
                    <a16:creationId xmlns:a16="http://schemas.microsoft.com/office/drawing/2014/main" id="{50DDD853-95ED-6D35-823B-07122B85528C}"/>
                  </a:ext>
                </a:extLst>
              </p:cNvPr>
              <p:cNvSpPr txBox="1">
                <a:spLocks noRot="1" noChangeAspect="1" noMove="1" noResize="1" noEditPoints="1" noAdjustHandles="1" noChangeArrowheads="1" noChangeShapeType="1" noTextEdit="1"/>
              </p:cNvSpPr>
              <p:nvPr/>
            </p:nvSpPr>
            <p:spPr>
              <a:xfrm>
                <a:off x="8578921" y="4486637"/>
                <a:ext cx="2034283" cy="369332"/>
              </a:xfrm>
              <a:prstGeom prst="rect">
                <a:avLst/>
              </a:prstGeom>
              <a:blipFill>
                <a:blip r:embed="rId8"/>
                <a:stretch>
                  <a:fillRect b="-14754"/>
                </a:stretch>
              </a:blipFill>
            </p:spPr>
            <p:txBody>
              <a:bodyPr/>
              <a:lstStyle/>
              <a:p>
                <a:r>
                  <a:rPr lang="it-IT">
                    <a:noFill/>
                  </a:rPr>
                  <a:t> </a:t>
                </a:r>
              </a:p>
            </p:txBody>
          </p:sp>
        </mc:Fallback>
      </mc:AlternateContent>
    </p:spTree>
    <p:extLst>
      <p:ext uri="{BB962C8B-B14F-4D97-AF65-F5344CB8AC3E}">
        <p14:creationId xmlns:p14="http://schemas.microsoft.com/office/powerpoint/2010/main" val="7553922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81F580-3886-AB6E-BAEC-D07D4713E80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itolo 1">
                <a:extLst>
                  <a:ext uri="{FF2B5EF4-FFF2-40B4-BE49-F238E27FC236}">
                    <a16:creationId xmlns:a16="http://schemas.microsoft.com/office/drawing/2014/main" id="{0FCFB7A3-6E80-7635-671B-21181F87041A}"/>
                  </a:ext>
                </a:extLst>
              </p:cNvPr>
              <p:cNvSpPr>
                <a:spLocks noGrp="1"/>
              </p:cNvSpPr>
              <p:nvPr>
                <p:ph type="title"/>
              </p:nvPr>
            </p:nvSpPr>
            <p:spPr>
              <a:xfrm>
                <a:off x="642938" y="288925"/>
                <a:ext cx="10227120" cy="1235075"/>
              </a:xfrm>
            </p:spPr>
            <p:txBody>
              <a:bodyPr>
                <a:normAutofit/>
              </a:bodyPr>
              <a:lstStyle/>
              <a:p>
                <a:r>
                  <a:rPr lang="en-US" noProof="0" dirty="0"/>
                  <a:t>Classification on </a:t>
                </a:r>
                <a14:m>
                  <m:oMath xmlns:m="http://schemas.openxmlformats.org/officeDocument/2006/math">
                    <m:func>
                      <m:funcPr>
                        <m:ctrlPr>
                          <a:rPr lang="en-US" i="1" noProof="0" smtClean="0">
                            <a:latin typeface="Cambria Math" panose="02040503050406030204" pitchFamily="18" charset="0"/>
                          </a:rPr>
                        </m:ctrlPr>
                      </m:funcPr>
                      <m:fName>
                        <m:r>
                          <m:rPr>
                            <m:sty m:val="p"/>
                          </m:rPr>
                          <a:rPr lang="en-US" noProof="0" smtClean="0">
                            <a:latin typeface="Cambria Math" panose="02040503050406030204" pitchFamily="18" charset="0"/>
                          </a:rPr>
                          <m:t>log</m:t>
                        </m:r>
                      </m:fName>
                      <m:e>
                        <m:d>
                          <m:dPr>
                            <m:ctrlPr>
                              <a:rPr lang="en-US" i="1" noProof="0" smtClean="0">
                                <a:latin typeface="Cambria Math" panose="02040503050406030204" pitchFamily="18" charset="0"/>
                              </a:rPr>
                            </m:ctrlPr>
                          </m:dPr>
                          <m:e>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𝑇</m:t>
                                </m:r>
                              </m:e>
                              <m:sub>
                                <m:r>
                                  <a:rPr lang="en-US" i="1" noProof="0" smtClean="0">
                                    <a:latin typeface="Cambria Math" panose="02040503050406030204" pitchFamily="18" charset="0"/>
                                  </a:rPr>
                                  <m:t>90</m:t>
                                </m:r>
                              </m:sub>
                            </m:sSub>
                          </m:e>
                        </m:d>
                      </m:e>
                    </m:func>
                  </m:oMath>
                </a14:m>
                <a:r>
                  <a:rPr lang="en-US" noProof="0" dirty="0"/>
                  <a:t>: Likelihood</a:t>
                </a:r>
              </a:p>
            </p:txBody>
          </p:sp>
        </mc:Choice>
        <mc:Fallback>
          <p:sp>
            <p:nvSpPr>
              <p:cNvPr id="4" name="Titolo 1">
                <a:extLst>
                  <a:ext uri="{FF2B5EF4-FFF2-40B4-BE49-F238E27FC236}">
                    <a16:creationId xmlns:a16="http://schemas.microsoft.com/office/drawing/2014/main" id="{0FCFB7A3-6E80-7635-671B-21181F87041A}"/>
                  </a:ext>
                </a:extLst>
              </p:cNvPr>
              <p:cNvSpPr>
                <a:spLocks noGrp="1" noRot="1" noChangeAspect="1" noMove="1" noResize="1" noEditPoints="1" noAdjustHandles="1" noChangeArrowheads="1" noChangeShapeType="1" noTextEdit="1"/>
              </p:cNvSpPr>
              <p:nvPr>
                <p:ph type="title"/>
              </p:nvPr>
            </p:nvSpPr>
            <p:spPr>
              <a:xfrm>
                <a:off x="642938" y="288925"/>
                <a:ext cx="10227120" cy="1235075"/>
              </a:xfrm>
              <a:blipFill>
                <a:blip r:embed="rId2"/>
                <a:stretch>
                  <a:fillRect l="-2384" t="-15271"/>
                </a:stretch>
              </a:blipFill>
            </p:spPr>
            <p:txBody>
              <a:bodyPr/>
              <a:lstStyle/>
              <a:p>
                <a:r>
                  <a:rPr lang="it-IT">
                    <a:noFill/>
                  </a:rPr>
                  <a:t> </a:t>
                </a:r>
              </a:p>
            </p:txBody>
          </p:sp>
        </mc:Fallback>
      </mc:AlternateContent>
      <p:sp>
        <p:nvSpPr>
          <p:cNvPr id="5" name="CasellaDiTesto 4">
            <a:extLst>
              <a:ext uri="{FF2B5EF4-FFF2-40B4-BE49-F238E27FC236}">
                <a16:creationId xmlns:a16="http://schemas.microsoft.com/office/drawing/2014/main" id="{FF86F61D-64E6-8BBD-0240-DCBF6A8565AF}"/>
              </a:ext>
            </a:extLst>
          </p:cNvPr>
          <p:cNvSpPr txBox="1"/>
          <p:nvPr/>
        </p:nvSpPr>
        <p:spPr>
          <a:xfrm>
            <a:off x="2784297" y="1524000"/>
            <a:ext cx="4941869" cy="646331"/>
          </a:xfrm>
          <a:prstGeom prst="rect">
            <a:avLst/>
          </a:prstGeom>
          <a:noFill/>
        </p:spPr>
        <p:txBody>
          <a:bodyPr wrap="square" rtlCol="0">
            <a:spAutoFit/>
          </a:bodyPr>
          <a:lstStyle/>
          <a:p>
            <a:r>
              <a:rPr lang="en-US" noProof="0" dirty="0"/>
              <a:t>Probability of seeing the dataset given a set of parameters, the model and background</a:t>
            </a:r>
          </a:p>
        </p:txBody>
      </p:sp>
      <mc:AlternateContent xmlns:mc="http://schemas.openxmlformats.org/markup-compatibility/2006">
        <mc:Choice xmlns:a14="http://schemas.microsoft.com/office/drawing/2010/main" Requires="a14">
          <p:sp>
            <p:nvSpPr>
              <p:cNvPr id="2" name="CasellaDiTesto 1">
                <a:extLst>
                  <a:ext uri="{FF2B5EF4-FFF2-40B4-BE49-F238E27FC236}">
                    <a16:creationId xmlns:a16="http://schemas.microsoft.com/office/drawing/2014/main" id="{AE70E84C-0D8D-A3C2-4B6A-E37C772E6DB7}"/>
                  </a:ext>
                </a:extLst>
              </p:cNvPr>
              <p:cNvSpPr txBox="1"/>
              <p:nvPr/>
            </p:nvSpPr>
            <p:spPr>
              <a:xfrm>
                <a:off x="388251" y="1616332"/>
                <a:ext cx="2272757" cy="461665"/>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2400" i="1" noProof="0" smtClean="0">
                          <a:latin typeface="Cambria Math" panose="02040503050406030204" pitchFamily="18" charset="0"/>
                        </a:rPr>
                        <m:t>𝑃</m:t>
                      </m:r>
                      <m:d>
                        <m:dPr>
                          <m:ctrlPr>
                            <a:rPr lang="en-US" sz="2400" i="1" noProof="0" smtClean="0">
                              <a:latin typeface="Cambria Math" panose="02040503050406030204" pitchFamily="18" charset="0"/>
                            </a:rPr>
                          </m:ctrlPr>
                        </m:dPr>
                        <m:e>
                          <m:r>
                            <a:rPr lang="en-US" sz="2400" i="1" noProof="0" smtClean="0">
                              <a:latin typeface="Cambria Math" panose="02040503050406030204" pitchFamily="18" charset="0"/>
                            </a:rPr>
                            <m:t>𝐷</m:t>
                          </m:r>
                        </m:e>
                        <m:e>
                          <m:r>
                            <a:rPr lang="en-US" sz="2400" i="1" noProof="0" smtClean="0">
                              <a:latin typeface="Cambria Math" panose="02040503050406030204" pitchFamily="18" charset="0"/>
                            </a:rPr>
                            <m:t>𝜃</m:t>
                          </m:r>
                          <m:r>
                            <a:rPr lang="en-US" sz="2400" i="1" noProof="0" smtClean="0">
                              <a:latin typeface="Cambria Math" panose="02040503050406030204" pitchFamily="18" charset="0"/>
                            </a:rPr>
                            <m:t>𝐻𝐼</m:t>
                          </m:r>
                        </m:e>
                      </m:d>
                    </m:oMath>
                  </m:oMathPara>
                </a14:m>
                <a:endParaRPr lang="en-US" sz="2400" noProof="0" dirty="0"/>
              </a:p>
            </p:txBody>
          </p:sp>
        </mc:Choice>
        <mc:Fallback>
          <p:sp>
            <p:nvSpPr>
              <p:cNvPr id="2" name="CasellaDiTesto 1">
                <a:extLst>
                  <a:ext uri="{FF2B5EF4-FFF2-40B4-BE49-F238E27FC236}">
                    <a16:creationId xmlns:a16="http://schemas.microsoft.com/office/drawing/2014/main" id="{AE70E84C-0D8D-A3C2-4B6A-E37C772E6DB7}"/>
                  </a:ext>
                </a:extLst>
              </p:cNvPr>
              <p:cNvSpPr txBox="1">
                <a:spLocks noRot="1" noChangeAspect="1" noMove="1" noResize="1" noEditPoints="1" noAdjustHandles="1" noChangeArrowheads="1" noChangeShapeType="1" noTextEdit="1"/>
              </p:cNvSpPr>
              <p:nvPr/>
            </p:nvSpPr>
            <p:spPr>
              <a:xfrm>
                <a:off x="388251" y="1616332"/>
                <a:ext cx="2272757" cy="461665"/>
              </a:xfrm>
              <a:prstGeom prst="rect">
                <a:avLst/>
              </a:prstGeom>
              <a:blipFill>
                <a:blip r:embed="rId3"/>
                <a:stretch>
                  <a:fillRect/>
                </a:stretch>
              </a:blipFill>
            </p:spPr>
            <p:txBody>
              <a:bodyPr/>
              <a:lstStyle/>
              <a:p>
                <a:r>
                  <a:rPr lang="it-IT">
                    <a:noFill/>
                  </a:rPr>
                  <a:t> </a:t>
                </a:r>
              </a:p>
            </p:txBody>
          </p:sp>
        </mc:Fallback>
      </mc:AlternateContent>
      <p:sp>
        <p:nvSpPr>
          <p:cNvPr id="3" name="CasellaDiTesto 2">
            <a:extLst>
              <a:ext uri="{FF2B5EF4-FFF2-40B4-BE49-F238E27FC236}">
                <a16:creationId xmlns:a16="http://schemas.microsoft.com/office/drawing/2014/main" id="{85F541DC-EDB7-9CE7-E9F5-2627CDC75D7A}"/>
              </a:ext>
            </a:extLst>
          </p:cNvPr>
          <p:cNvSpPr txBox="1"/>
          <p:nvPr/>
        </p:nvSpPr>
        <p:spPr>
          <a:xfrm>
            <a:off x="842481" y="2599362"/>
            <a:ext cx="4941869" cy="923330"/>
          </a:xfrm>
          <a:prstGeom prst="rect">
            <a:avLst/>
          </a:prstGeom>
          <a:noFill/>
        </p:spPr>
        <p:txBody>
          <a:bodyPr wrap="square" rtlCol="0">
            <a:spAutoFit/>
          </a:bodyPr>
          <a:lstStyle/>
          <a:p>
            <a:r>
              <a:rPr lang="en-US" noProof="0" dirty="0"/>
              <a:t>Having the model, the parameters and the bins we can compute the predicted count in a bin by our model</a:t>
            </a:r>
          </a:p>
        </p:txBody>
      </p:sp>
      <mc:AlternateContent xmlns:mc="http://schemas.openxmlformats.org/markup-compatibility/2006">
        <mc:Choice xmlns:a14="http://schemas.microsoft.com/office/drawing/2010/main" Requires="a14">
          <p:sp>
            <p:nvSpPr>
              <p:cNvPr id="6" name="CasellaDiTesto 5">
                <a:extLst>
                  <a:ext uri="{FF2B5EF4-FFF2-40B4-BE49-F238E27FC236}">
                    <a16:creationId xmlns:a16="http://schemas.microsoft.com/office/drawing/2014/main" id="{0DAD6EC8-7F13-D864-36FE-BCBC31A12D1F}"/>
                  </a:ext>
                </a:extLst>
              </p:cNvPr>
              <p:cNvSpPr txBox="1"/>
              <p:nvPr/>
            </p:nvSpPr>
            <p:spPr>
              <a:xfrm>
                <a:off x="5942516" y="2876361"/>
                <a:ext cx="3883631"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𝜆</m:t>
                          </m:r>
                        </m:e>
                        <m:sub>
                          <m:r>
                            <a:rPr lang="en-US" i="1" noProof="0" smtClean="0">
                              <a:latin typeface="Cambria Math" panose="02040503050406030204" pitchFamily="18" charset="0"/>
                            </a:rPr>
                            <m:t>𝑏</m:t>
                          </m:r>
                        </m:sub>
                      </m:sSub>
                      <m:r>
                        <a:rPr lang="en-US" i="1" noProof="0" smtClean="0">
                          <a:latin typeface="Cambria Math" panose="02040503050406030204" pitchFamily="18" charset="0"/>
                        </a:rPr>
                        <m:t>=</m:t>
                      </m:r>
                      <m:r>
                        <a:rPr lang="en-US" i="1" noProof="0" smtClean="0">
                          <a:latin typeface="Cambria Math" panose="02040503050406030204" pitchFamily="18" charset="0"/>
                        </a:rPr>
                        <m:t>𝑁</m:t>
                      </m:r>
                      <m:r>
                        <a:rPr lang="en-US" i="1" noProof="0" smtClean="0">
                          <a:latin typeface="Cambria Math" panose="02040503050406030204" pitchFamily="18" charset="0"/>
                        </a:rPr>
                        <m:t>⋅</m:t>
                      </m:r>
                      <m:r>
                        <a:rPr lang="en-US" i="1" noProof="0" smtClean="0">
                          <a:latin typeface="Cambria Math" panose="02040503050406030204" pitchFamily="18" charset="0"/>
                        </a:rPr>
                        <m:t>𝑝</m:t>
                      </m:r>
                      <m:sSub>
                        <m:sSubPr>
                          <m:ctrlPr>
                            <a:rPr lang="en-US" i="1" noProof="0" smtClean="0">
                              <a:latin typeface="Cambria Math" panose="02040503050406030204" pitchFamily="18" charset="0"/>
                            </a:rPr>
                          </m:ctrlPr>
                        </m:sSubPr>
                        <m:e>
                          <m:d>
                            <m:dPr>
                              <m:ctrlPr>
                                <a:rPr lang="en-US" i="1" noProof="0" smtClean="0">
                                  <a:latin typeface="Cambria Math" panose="02040503050406030204" pitchFamily="18" charset="0"/>
                                </a:rPr>
                              </m:ctrlPr>
                            </m:dPr>
                            <m:e>
                              <m:func>
                                <m:funcPr>
                                  <m:ctrlPr>
                                    <a:rPr lang="en-US" i="1" noProof="0" smtClean="0">
                                      <a:latin typeface="Cambria Math" panose="02040503050406030204" pitchFamily="18" charset="0"/>
                                    </a:rPr>
                                  </m:ctrlPr>
                                </m:funcPr>
                                <m:fName>
                                  <m:r>
                                    <m:rPr>
                                      <m:sty m:val="p"/>
                                    </m:rPr>
                                    <a:rPr lang="en-US" i="0" noProof="0" smtClean="0">
                                      <a:latin typeface="Cambria Math" panose="02040503050406030204" pitchFamily="18" charset="0"/>
                                    </a:rPr>
                                    <m:t>log</m:t>
                                  </m:r>
                                </m:fName>
                                <m:e>
                                  <m:d>
                                    <m:dPr>
                                      <m:ctrlPr>
                                        <a:rPr lang="en-US" i="1" noProof="0" smtClean="0">
                                          <a:latin typeface="Cambria Math" panose="02040503050406030204" pitchFamily="18" charset="0"/>
                                        </a:rPr>
                                      </m:ctrlPr>
                                    </m:dPr>
                                    <m:e>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𝑇</m:t>
                                          </m:r>
                                        </m:e>
                                        <m:sub>
                                          <m:r>
                                            <a:rPr lang="en-US" i="1" noProof="0" smtClean="0">
                                              <a:latin typeface="Cambria Math" panose="02040503050406030204" pitchFamily="18" charset="0"/>
                                            </a:rPr>
                                            <m:t>90</m:t>
                                          </m:r>
                                        </m:sub>
                                      </m:sSub>
                                    </m:e>
                                  </m:d>
                                </m:e>
                              </m:func>
                            </m:e>
                          </m:d>
                        </m:e>
                        <m:sub>
                          <m:r>
                            <a:rPr lang="en-US" i="1" noProof="0" smtClean="0">
                              <a:latin typeface="Cambria Math" panose="02040503050406030204" pitchFamily="18" charset="0"/>
                            </a:rPr>
                            <m:t>𝑏</m:t>
                          </m:r>
                        </m:sub>
                      </m:sSub>
                      <m:r>
                        <a:rPr lang="en-US" i="1" noProof="0" smtClean="0">
                          <a:latin typeface="Cambria Math" panose="02040503050406030204" pitchFamily="18" charset="0"/>
                        </a:rPr>
                        <m:t>⋅</m:t>
                      </m:r>
                      <m:r>
                        <a:rPr lang="en-US" i="1" noProof="0" smtClean="0">
                          <a:latin typeface="Cambria Math" panose="02040503050406030204" pitchFamily="18" charset="0"/>
                        </a:rPr>
                        <m:t>𝑑𝑏</m:t>
                      </m:r>
                    </m:oMath>
                  </m:oMathPara>
                </a14:m>
                <a:endParaRPr lang="en-US" noProof="0" dirty="0"/>
              </a:p>
            </p:txBody>
          </p:sp>
        </mc:Choice>
        <mc:Fallback>
          <p:sp>
            <p:nvSpPr>
              <p:cNvPr id="6" name="CasellaDiTesto 5">
                <a:extLst>
                  <a:ext uri="{FF2B5EF4-FFF2-40B4-BE49-F238E27FC236}">
                    <a16:creationId xmlns:a16="http://schemas.microsoft.com/office/drawing/2014/main" id="{0DAD6EC8-7F13-D864-36FE-BCBC31A12D1F}"/>
                  </a:ext>
                </a:extLst>
              </p:cNvPr>
              <p:cNvSpPr txBox="1">
                <a:spLocks noRot="1" noChangeAspect="1" noMove="1" noResize="1" noEditPoints="1" noAdjustHandles="1" noChangeArrowheads="1" noChangeShapeType="1" noTextEdit="1"/>
              </p:cNvSpPr>
              <p:nvPr/>
            </p:nvSpPr>
            <p:spPr>
              <a:xfrm>
                <a:off x="5942516" y="2876361"/>
                <a:ext cx="3883631" cy="369332"/>
              </a:xfrm>
              <a:prstGeom prst="rect">
                <a:avLst/>
              </a:prstGeom>
              <a:blipFill>
                <a:blip r:embed="rId4"/>
                <a:stretch>
                  <a:fillRect b="-16667"/>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7" name="CasellaDiTesto 6">
                <a:extLst>
                  <a:ext uri="{FF2B5EF4-FFF2-40B4-BE49-F238E27FC236}">
                    <a16:creationId xmlns:a16="http://schemas.microsoft.com/office/drawing/2014/main" id="{E36270B5-6AED-1116-BA85-C6FC51BB1F04}"/>
                  </a:ext>
                </a:extLst>
              </p:cNvPr>
              <p:cNvSpPr txBox="1"/>
              <p:nvPr/>
            </p:nvSpPr>
            <p:spPr>
              <a:xfrm>
                <a:off x="842481" y="4089115"/>
                <a:ext cx="5496674" cy="923330"/>
              </a:xfrm>
              <a:prstGeom prst="rect">
                <a:avLst/>
              </a:prstGeom>
              <a:noFill/>
            </p:spPr>
            <p:txBody>
              <a:bodyPr wrap="square" rtlCol="0">
                <a:spAutoFit/>
              </a:bodyPr>
              <a:lstStyle/>
              <a:p>
                <a:r>
                  <a:rPr lang="en-US" noProof="0" dirty="0"/>
                  <a:t>The probability of having the count </a:t>
                </a:r>
                <a14:m>
                  <m:oMath xmlns:m="http://schemas.openxmlformats.org/officeDocument/2006/math">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𝑐</m:t>
                        </m:r>
                      </m:e>
                      <m:sub>
                        <m:r>
                          <a:rPr lang="en-US" i="1" noProof="0" smtClean="0">
                            <a:latin typeface="Cambria Math" panose="02040503050406030204" pitchFamily="18" charset="0"/>
                          </a:rPr>
                          <m:t>𝑏</m:t>
                        </m:r>
                      </m:sub>
                    </m:sSub>
                  </m:oMath>
                </a14:m>
                <a:r>
                  <a:rPr lang="en-US" noProof="0" dirty="0"/>
                  <a:t> in a bin given the predicted count </a:t>
                </a:r>
                <a14:m>
                  <m:oMath xmlns:m="http://schemas.openxmlformats.org/officeDocument/2006/math">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𝜆</m:t>
                        </m:r>
                      </m:e>
                      <m:sub>
                        <m:r>
                          <a:rPr lang="en-US" i="1" noProof="0" smtClean="0">
                            <a:latin typeface="Cambria Math" panose="02040503050406030204" pitchFamily="18" charset="0"/>
                          </a:rPr>
                          <m:t>𝑏</m:t>
                        </m:r>
                      </m:sub>
                    </m:sSub>
                  </m:oMath>
                </a14:m>
                <a:r>
                  <a:rPr lang="en-US" noProof="0" dirty="0"/>
                  <a:t> is the Poisson’s distribution</a:t>
                </a:r>
              </a:p>
            </p:txBody>
          </p:sp>
        </mc:Choice>
        <mc:Fallback>
          <p:sp>
            <p:nvSpPr>
              <p:cNvPr id="7" name="CasellaDiTesto 6">
                <a:extLst>
                  <a:ext uri="{FF2B5EF4-FFF2-40B4-BE49-F238E27FC236}">
                    <a16:creationId xmlns:a16="http://schemas.microsoft.com/office/drawing/2014/main" id="{E36270B5-6AED-1116-BA85-C6FC51BB1F04}"/>
                  </a:ext>
                </a:extLst>
              </p:cNvPr>
              <p:cNvSpPr txBox="1">
                <a:spLocks noRot="1" noChangeAspect="1" noMove="1" noResize="1" noEditPoints="1" noAdjustHandles="1" noChangeArrowheads="1" noChangeShapeType="1" noTextEdit="1"/>
              </p:cNvSpPr>
              <p:nvPr/>
            </p:nvSpPr>
            <p:spPr>
              <a:xfrm>
                <a:off x="842481" y="4089115"/>
                <a:ext cx="5496674" cy="923330"/>
              </a:xfrm>
              <a:prstGeom prst="rect">
                <a:avLst/>
              </a:prstGeom>
              <a:blipFill>
                <a:blip r:embed="rId5"/>
                <a:stretch>
                  <a:fillRect l="-887" t="-3974" b="-9934"/>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8" name="CasellaDiTesto 7">
                <a:extLst>
                  <a:ext uri="{FF2B5EF4-FFF2-40B4-BE49-F238E27FC236}">
                    <a16:creationId xmlns:a16="http://schemas.microsoft.com/office/drawing/2014/main" id="{C4D93A24-4A84-7670-129D-353A51839F1B}"/>
                  </a:ext>
                </a:extLst>
              </p:cNvPr>
              <p:cNvSpPr txBox="1"/>
              <p:nvPr/>
            </p:nvSpPr>
            <p:spPr>
              <a:xfrm>
                <a:off x="6637105" y="4259007"/>
                <a:ext cx="2969232" cy="65954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i="1" noProof="0" smtClean="0">
                          <a:latin typeface="Cambria Math" panose="02040503050406030204" pitchFamily="18" charset="0"/>
                        </a:rPr>
                        <m:t>𝑃</m:t>
                      </m:r>
                      <m:d>
                        <m:dPr>
                          <m:ctrlPr>
                            <a:rPr lang="en-US" i="1" noProof="0" smtClean="0">
                              <a:latin typeface="Cambria Math" panose="02040503050406030204" pitchFamily="18" charset="0"/>
                            </a:rPr>
                          </m:ctrlPr>
                        </m:dPr>
                        <m:e>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𝑐</m:t>
                              </m:r>
                            </m:e>
                            <m:sub>
                              <m:r>
                                <a:rPr lang="en-US" i="1" noProof="0" smtClean="0">
                                  <a:latin typeface="Cambria Math" panose="02040503050406030204" pitchFamily="18" charset="0"/>
                                </a:rPr>
                                <m:t>𝑏</m:t>
                              </m:r>
                            </m:sub>
                          </m:sSub>
                        </m:e>
                        <m:e>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𝜆</m:t>
                              </m:r>
                            </m:e>
                            <m:sub>
                              <m:r>
                                <a:rPr lang="en-US" i="1" noProof="0" smtClean="0">
                                  <a:latin typeface="Cambria Math" panose="02040503050406030204" pitchFamily="18" charset="0"/>
                                </a:rPr>
                                <m:t>𝑏</m:t>
                              </m:r>
                            </m:sub>
                          </m:sSub>
                        </m:e>
                      </m:d>
                      <m:r>
                        <a:rPr lang="en-US" i="1" noProof="0" smtClean="0">
                          <a:latin typeface="Cambria Math" panose="02040503050406030204" pitchFamily="18" charset="0"/>
                        </a:rPr>
                        <m:t>=</m:t>
                      </m:r>
                      <m:f>
                        <m:fPr>
                          <m:ctrlPr>
                            <a:rPr lang="en-US" i="1" noProof="0" smtClean="0">
                              <a:latin typeface="Cambria Math" panose="02040503050406030204" pitchFamily="18" charset="0"/>
                            </a:rPr>
                          </m:ctrlPr>
                        </m:fPr>
                        <m:num>
                          <m:r>
                            <a:rPr lang="en-US" i="1" noProof="0" smtClean="0">
                              <a:latin typeface="Cambria Math" panose="02040503050406030204" pitchFamily="18" charset="0"/>
                            </a:rPr>
                            <m:t>1</m:t>
                          </m:r>
                        </m:num>
                        <m:den>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𝑐</m:t>
                              </m:r>
                            </m:e>
                            <m:sub>
                              <m:r>
                                <a:rPr lang="en-US" i="1" noProof="0" smtClean="0">
                                  <a:latin typeface="Cambria Math" panose="02040503050406030204" pitchFamily="18" charset="0"/>
                                </a:rPr>
                                <m:t>𝑏</m:t>
                              </m:r>
                            </m:sub>
                          </m:sSub>
                          <m:r>
                            <a:rPr lang="en-US" i="1" noProof="0" smtClean="0">
                              <a:latin typeface="Cambria Math" panose="02040503050406030204" pitchFamily="18" charset="0"/>
                            </a:rPr>
                            <m:t>!</m:t>
                          </m:r>
                        </m:den>
                      </m:f>
                      <m:sSubSup>
                        <m:sSubSupPr>
                          <m:ctrlPr>
                            <a:rPr lang="en-US" i="1" noProof="0" smtClean="0">
                              <a:latin typeface="Cambria Math" panose="02040503050406030204" pitchFamily="18" charset="0"/>
                            </a:rPr>
                          </m:ctrlPr>
                        </m:sSubSupPr>
                        <m:e>
                          <m:r>
                            <a:rPr lang="en-US" i="1" noProof="0" smtClean="0">
                              <a:latin typeface="Cambria Math" panose="02040503050406030204" pitchFamily="18" charset="0"/>
                            </a:rPr>
                            <m:t>𝜆</m:t>
                          </m:r>
                        </m:e>
                        <m:sub>
                          <m:r>
                            <a:rPr lang="en-US" i="1" noProof="0" smtClean="0">
                              <a:latin typeface="Cambria Math" panose="02040503050406030204" pitchFamily="18" charset="0"/>
                            </a:rPr>
                            <m:t>𝑏</m:t>
                          </m:r>
                        </m:sub>
                        <m:sup>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𝑐</m:t>
                              </m:r>
                            </m:e>
                            <m:sub>
                              <m:r>
                                <a:rPr lang="en-US" i="1" noProof="0" smtClean="0">
                                  <a:latin typeface="Cambria Math" panose="02040503050406030204" pitchFamily="18" charset="0"/>
                                </a:rPr>
                                <m:t>𝑏</m:t>
                              </m:r>
                            </m:sub>
                          </m:sSub>
                        </m:sup>
                      </m:sSubSup>
                      <m:sSup>
                        <m:sSupPr>
                          <m:ctrlPr>
                            <a:rPr lang="en-US" i="1" noProof="0" smtClean="0">
                              <a:latin typeface="Cambria Math" panose="02040503050406030204" pitchFamily="18" charset="0"/>
                            </a:rPr>
                          </m:ctrlPr>
                        </m:sSupPr>
                        <m:e>
                          <m:r>
                            <a:rPr lang="en-US" i="1" noProof="0" smtClean="0">
                              <a:latin typeface="Cambria Math" panose="02040503050406030204" pitchFamily="18" charset="0"/>
                            </a:rPr>
                            <m:t>𝑒</m:t>
                          </m:r>
                        </m:e>
                        <m:sup>
                          <m:r>
                            <a:rPr lang="en-US" i="1" noProof="0" smtClean="0">
                              <a:latin typeface="Cambria Math" panose="02040503050406030204" pitchFamily="18" charset="0"/>
                            </a:rPr>
                            <m:t>−</m:t>
                          </m:r>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𝜆</m:t>
                              </m:r>
                            </m:e>
                            <m:sub>
                              <m:r>
                                <a:rPr lang="en-US" i="1" noProof="0" smtClean="0">
                                  <a:latin typeface="Cambria Math" panose="02040503050406030204" pitchFamily="18" charset="0"/>
                                </a:rPr>
                                <m:t>𝑏</m:t>
                              </m:r>
                            </m:sub>
                          </m:sSub>
                        </m:sup>
                      </m:sSup>
                    </m:oMath>
                  </m:oMathPara>
                </a14:m>
                <a:endParaRPr lang="en-US" noProof="0" dirty="0"/>
              </a:p>
            </p:txBody>
          </p:sp>
        </mc:Choice>
        <mc:Fallback>
          <p:sp>
            <p:nvSpPr>
              <p:cNvPr id="8" name="CasellaDiTesto 7">
                <a:extLst>
                  <a:ext uri="{FF2B5EF4-FFF2-40B4-BE49-F238E27FC236}">
                    <a16:creationId xmlns:a16="http://schemas.microsoft.com/office/drawing/2014/main" id="{C4D93A24-4A84-7670-129D-353A51839F1B}"/>
                  </a:ext>
                </a:extLst>
              </p:cNvPr>
              <p:cNvSpPr txBox="1">
                <a:spLocks noRot="1" noChangeAspect="1" noMove="1" noResize="1" noEditPoints="1" noAdjustHandles="1" noChangeArrowheads="1" noChangeShapeType="1" noTextEdit="1"/>
              </p:cNvSpPr>
              <p:nvPr/>
            </p:nvSpPr>
            <p:spPr>
              <a:xfrm>
                <a:off x="6637105" y="4259007"/>
                <a:ext cx="2969232" cy="659540"/>
              </a:xfrm>
              <a:prstGeom prst="rect">
                <a:avLst/>
              </a:prstGeom>
              <a:blipFill>
                <a:blip r:embed="rId6"/>
                <a:stretch>
                  <a:fillRect/>
                </a:stretch>
              </a:blipFill>
            </p:spPr>
            <p:txBody>
              <a:bodyPr/>
              <a:lstStyle/>
              <a:p>
                <a:r>
                  <a:rPr lang="it-IT">
                    <a:noFill/>
                  </a:rPr>
                  <a:t> </a:t>
                </a:r>
              </a:p>
            </p:txBody>
          </p:sp>
        </mc:Fallback>
      </mc:AlternateContent>
      <p:sp>
        <p:nvSpPr>
          <p:cNvPr id="9" name="CasellaDiTesto 8">
            <a:extLst>
              <a:ext uri="{FF2B5EF4-FFF2-40B4-BE49-F238E27FC236}">
                <a16:creationId xmlns:a16="http://schemas.microsoft.com/office/drawing/2014/main" id="{017CB798-6AEE-B7EF-8637-68F9C86AB162}"/>
              </a:ext>
            </a:extLst>
          </p:cNvPr>
          <p:cNvSpPr txBox="1"/>
          <p:nvPr/>
        </p:nvSpPr>
        <p:spPr>
          <a:xfrm>
            <a:off x="955497" y="5732980"/>
            <a:ext cx="5140503" cy="369332"/>
          </a:xfrm>
          <a:prstGeom prst="rect">
            <a:avLst/>
          </a:prstGeom>
          <a:noFill/>
        </p:spPr>
        <p:txBody>
          <a:bodyPr wrap="square" rtlCol="0">
            <a:spAutoFit/>
          </a:bodyPr>
          <a:lstStyle/>
          <a:p>
            <a:r>
              <a:rPr lang="en-US" noProof="0" dirty="0"/>
              <a:t>The likelihood is the sum over all the bins!</a:t>
            </a:r>
          </a:p>
        </p:txBody>
      </p:sp>
      <mc:AlternateContent xmlns:mc="http://schemas.openxmlformats.org/markup-compatibility/2006">
        <mc:Choice xmlns:a14="http://schemas.microsoft.com/office/drawing/2010/main" Requires="a14">
          <p:sp>
            <p:nvSpPr>
              <p:cNvPr id="10" name="CasellaDiTesto 9">
                <a:extLst>
                  <a:ext uri="{FF2B5EF4-FFF2-40B4-BE49-F238E27FC236}">
                    <a16:creationId xmlns:a16="http://schemas.microsoft.com/office/drawing/2014/main" id="{A8942811-75EB-3258-D900-E474F9B25C45}"/>
                  </a:ext>
                </a:extLst>
              </p:cNvPr>
              <p:cNvSpPr txBox="1"/>
              <p:nvPr/>
            </p:nvSpPr>
            <p:spPr>
              <a:xfrm>
                <a:off x="6760396" y="5747195"/>
                <a:ext cx="3184988" cy="369332"/>
              </a:xfrm>
              <a:prstGeom prst="rect">
                <a:avLst/>
              </a:prstGeom>
              <a:noFill/>
            </p:spPr>
            <p:txBody>
              <a:bodyPr wrap="square" rtlCol="0">
                <a:spAutoFit/>
              </a:bodyPr>
              <a:lstStyle/>
              <a:p>
                <a14:m>
                  <m:oMath xmlns:m="http://schemas.openxmlformats.org/officeDocument/2006/math">
                    <m:r>
                      <a:rPr lang="en-US" i="1" noProof="0" smtClean="0">
                        <a:latin typeface="Cambria Math" panose="02040503050406030204" pitchFamily="18" charset="0"/>
                      </a:rPr>
                      <m:t>𝑃</m:t>
                    </m:r>
                    <m:d>
                      <m:dPr>
                        <m:ctrlPr>
                          <a:rPr lang="en-US" i="1" noProof="0" smtClean="0">
                            <a:latin typeface="Cambria Math" panose="02040503050406030204" pitchFamily="18" charset="0"/>
                          </a:rPr>
                        </m:ctrlPr>
                      </m:dPr>
                      <m:e>
                        <m:r>
                          <a:rPr lang="en-US" i="1" noProof="0" smtClean="0">
                            <a:latin typeface="Cambria Math" panose="02040503050406030204" pitchFamily="18" charset="0"/>
                          </a:rPr>
                          <m:t>𝐷</m:t>
                        </m:r>
                      </m:e>
                      <m:e>
                        <m:r>
                          <a:rPr lang="en-US" i="1" noProof="0" smtClean="0">
                            <a:latin typeface="Cambria Math" panose="02040503050406030204" pitchFamily="18" charset="0"/>
                          </a:rPr>
                          <m:t>𝜃</m:t>
                        </m:r>
                        <m:r>
                          <a:rPr lang="en-US" i="1" noProof="0" smtClean="0">
                            <a:latin typeface="Cambria Math" panose="02040503050406030204" pitchFamily="18" charset="0"/>
                          </a:rPr>
                          <m:t>𝐻𝐼</m:t>
                        </m:r>
                      </m:e>
                    </m:d>
                    <m:r>
                      <a:rPr lang="en-US" i="1" noProof="0" smtClean="0">
                        <a:latin typeface="Cambria Math" panose="02040503050406030204" pitchFamily="18" charset="0"/>
                      </a:rPr>
                      <m:t>=</m:t>
                    </m:r>
                    <m:nary>
                      <m:naryPr>
                        <m:chr m:val="∑"/>
                        <m:supHide m:val="on"/>
                        <m:ctrlPr>
                          <a:rPr lang="en-US" i="1" noProof="0" smtClean="0">
                            <a:latin typeface="Cambria Math" panose="02040503050406030204" pitchFamily="18" charset="0"/>
                          </a:rPr>
                        </m:ctrlPr>
                      </m:naryPr>
                      <m:sub>
                        <m:r>
                          <a:rPr lang="en-US" i="1" noProof="0" smtClean="0">
                            <a:latin typeface="Cambria Math" panose="02040503050406030204" pitchFamily="18" charset="0"/>
                          </a:rPr>
                          <m:t>𝑏</m:t>
                        </m:r>
                      </m:sub>
                      <m:sup/>
                      <m:e>
                        <m:r>
                          <a:rPr lang="en-US" i="1" noProof="0" smtClean="0">
                            <a:latin typeface="Cambria Math" panose="02040503050406030204" pitchFamily="18" charset="0"/>
                          </a:rPr>
                          <m:t>𝑃</m:t>
                        </m:r>
                        <m:d>
                          <m:dPr>
                            <m:ctrlPr>
                              <a:rPr lang="en-US" i="1" noProof="0" smtClean="0">
                                <a:latin typeface="Cambria Math" panose="02040503050406030204" pitchFamily="18" charset="0"/>
                              </a:rPr>
                            </m:ctrlPr>
                          </m:dPr>
                          <m:e>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𝑐</m:t>
                                </m:r>
                              </m:e>
                              <m:sub>
                                <m:r>
                                  <a:rPr lang="en-US" i="1" noProof="0" smtClean="0">
                                    <a:latin typeface="Cambria Math" panose="02040503050406030204" pitchFamily="18" charset="0"/>
                                  </a:rPr>
                                  <m:t>𝑏</m:t>
                                </m:r>
                              </m:sub>
                            </m:sSub>
                          </m:e>
                          <m:e>
                            <m:r>
                              <a:rPr lang="en-US" i="1" noProof="0" smtClean="0">
                                <a:latin typeface="Cambria Math" panose="02040503050406030204" pitchFamily="18" charset="0"/>
                              </a:rPr>
                              <m:t>𝜃</m:t>
                            </m:r>
                            <m:r>
                              <a:rPr lang="en-US" i="1" noProof="0" smtClean="0">
                                <a:latin typeface="Cambria Math" panose="02040503050406030204" pitchFamily="18" charset="0"/>
                              </a:rPr>
                              <m:t>𝐻𝐼</m:t>
                            </m:r>
                          </m:e>
                        </m:d>
                      </m:e>
                    </m:nary>
                  </m:oMath>
                </a14:m>
                <a:r>
                  <a:rPr lang="en-US" noProof="0" dirty="0"/>
                  <a:t> </a:t>
                </a:r>
              </a:p>
            </p:txBody>
          </p:sp>
        </mc:Choice>
        <mc:Fallback>
          <p:sp>
            <p:nvSpPr>
              <p:cNvPr id="10" name="CasellaDiTesto 9">
                <a:extLst>
                  <a:ext uri="{FF2B5EF4-FFF2-40B4-BE49-F238E27FC236}">
                    <a16:creationId xmlns:a16="http://schemas.microsoft.com/office/drawing/2014/main" id="{A8942811-75EB-3258-D900-E474F9B25C45}"/>
                  </a:ext>
                </a:extLst>
              </p:cNvPr>
              <p:cNvSpPr txBox="1">
                <a:spLocks noRot="1" noChangeAspect="1" noMove="1" noResize="1" noEditPoints="1" noAdjustHandles="1" noChangeArrowheads="1" noChangeShapeType="1" noTextEdit="1"/>
              </p:cNvSpPr>
              <p:nvPr/>
            </p:nvSpPr>
            <p:spPr>
              <a:xfrm>
                <a:off x="6760396" y="5747195"/>
                <a:ext cx="3184988" cy="369332"/>
              </a:xfrm>
              <a:prstGeom prst="rect">
                <a:avLst/>
              </a:prstGeom>
              <a:blipFill>
                <a:blip r:embed="rId7"/>
                <a:stretch>
                  <a:fillRect t="-120000" b="-190000"/>
                </a:stretch>
              </a:blipFill>
            </p:spPr>
            <p:txBody>
              <a:bodyPr/>
              <a:lstStyle/>
              <a:p>
                <a:r>
                  <a:rPr lang="it-IT">
                    <a:noFill/>
                  </a:rPr>
                  <a:t> </a:t>
                </a:r>
              </a:p>
            </p:txBody>
          </p:sp>
        </mc:Fallback>
      </mc:AlternateContent>
    </p:spTree>
    <p:extLst>
      <p:ext uri="{BB962C8B-B14F-4D97-AF65-F5344CB8AC3E}">
        <p14:creationId xmlns:p14="http://schemas.microsoft.com/office/powerpoint/2010/main" val="29743964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8BAE45-083B-9855-EF19-EDF9F6B6BD8D}"/>
            </a:ext>
          </a:extLst>
        </p:cNvPr>
        <p:cNvGrpSpPr/>
        <p:nvPr/>
      </p:nvGrpSpPr>
      <p:grpSpPr>
        <a:xfrm>
          <a:off x="0" y="0"/>
          <a:ext cx="0" cy="0"/>
          <a:chOff x="0" y="0"/>
          <a:chExt cx="0" cy="0"/>
        </a:xfrm>
      </p:grpSpPr>
      <p:sp>
        <p:nvSpPr>
          <p:cNvPr id="4" name="Titolo 1">
            <a:extLst>
              <a:ext uri="{FF2B5EF4-FFF2-40B4-BE49-F238E27FC236}">
                <a16:creationId xmlns:a16="http://schemas.microsoft.com/office/drawing/2014/main" id="{E7F39CE3-6EA2-1365-0DA4-67DF5F1F3CAB}"/>
              </a:ext>
            </a:extLst>
          </p:cNvPr>
          <p:cNvSpPr>
            <a:spLocks noGrp="1"/>
          </p:cNvSpPr>
          <p:nvPr>
            <p:ph type="title"/>
          </p:nvPr>
        </p:nvSpPr>
        <p:spPr>
          <a:xfrm>
            <a:off x="642938" y="288925"/>
            <a:ext cx="10227120" cy="1235075"/>
          </a:xfrm>
        </p:spPr>
        <p:txBody>
          <a:bodyPr>
            <a:normAutofit fontScale="90000"/>
          </a:bodyPr>
          <a:lstStyle/>
          <a:p>
            <a:r>
              <a:rPr lang="en-US" noProof="0" dirty="0"/>
              <a:t>Sample the posterior: Metropolis-Hasting</a:t>
            </a:r>
          </a:p>
        </p:txBody>
      </p:sp>
      <p:sp>
        <p:nvSpPr>
          <p:cNvPr id="11" name="CasellaDiTesto 10">
            <a:extLst>
              <a:ext uri="{FF2B5EF4-FFF2-40B4-BE49-F238E27FC236}">
                <a16:creationId xmlns:a16="http://schemas.microsoft.com/office/drawing/2014/main" id="{414852E3-29E0-3FE9-590F-4EFDFED456C2}"/>
              </a:ext>
            </a:extLst>
          </p:cNvPr>
          <p:cNvSpPr txBox="1"/>
          <p:nvPr/>
        </p:nvSpPr>
        <p:spPr>
          <a:xfrm>
            <a:off x="642938" y="1387012"/>
            <a:ext cx="5599416" cy="646331"/>
          </a:xfrm>
          <a:prstGeom prst="rect">
            <a:avLst/>
          </a:prstGeom>
          <a:noFill/>
        </p:spPr>
        <p:txBody>
          <a:bodyPr wrap="square" rtlCol="0">
            <a:spAutoFit/>
          </a:bodyPr>
          <a:lstStyle/>
          <a:p>
            <a:r>
              <a:rPr lang="en-US" noProof="0" dirty="0"/>
              <a:t>Given a set of parameters we can now compute the posterior. How we find the set that maximize it?</a:t>
            </a:r>
          </a:p>
        </p:txBody>
      </p:sp>
      <p:sp>
        <p:nvSpPr>
          <p:cNvPr id="12" name="CasellaDiTesto 11">
            <a:extLst>
              <a:ext uri="{FF2B5EF4-FFF2-40B4-BE49-F238E27FC236}">
                <a16:creationId xmlns:a16="http://schemas.microsoft.com/office/drawing/2014/main" id="{54F344A3-D166-92CA-7BC3-9312A29E3014}"/>
              </a:ext>
            </a:extLst>
          </p:cNvPr>
          <p:cNvSpPr txBox="1"/>
          <p:nvPr/>
        </p:nvSpPr>
        <p:spPr>
          <a:xfrm>
            <a:off x="7071590" y="1330571"/>
            <a:ext cx="2969232" cy="369332"/>
          </a:xfrm>
          <a:prstGeom prst="rect">
            <a:avLst/>
          </a:prstGeom>
          <a:noFill/>
        </p:spPr>
        <p:txBody>
          <a:bodyPr wrap="square" rtlCol="0">
            <a:spAutoFit/>
          </a:bodyPr>
          <a:lstStyle/>
          <a:p>
            <a:r>
              <a:rPr lang="en-US" noProof="0" dirty="0"/>
              <a:t>5D grid search: not smart</a:t>
            </a:r>
          </a:p>
        </p:txBody>
      </p:sp>
      <p:sp>
        <p:nvSpPr>
          <p:cNvPr id="13" name="CasellaDiTesto 12">
            <a:extLst>
              <a:ext uri="{FF2B5EF4-FFF2-40B4-BE49-F238E27FC236}">
                <a16:creationId xmlns:a16="http://schemas.microsoft.com/office/drawing/2014/main" id="{491C7829-ECF9-C115-470C-D8EEC36C8BC5}"/>
              </a:ext>
            </a:extLst>
          </p:cNvPr>
          <p:cNvSpPr txBox="1"/>
          <p:nvPr/>
        </p:nvSpPr>
        <p:spPr>
          <a:xfrm>
            <a:off x="6789051" y="1848677"/>
            <a:ext cx="3534310" cy="369332"/>
          </a:xfrm>
          <a:prstGeom prst="rect">
            <a:avLst/>
          </a:prstGeom>
          <a:noFill/>
        </p:spPr>
        <p:txBody>
          <a:bodyPr wrap="square" rtlCol="0">
            <a:spAutoFit/>
          </a:bodyPr>
          <a:lstStyle/>
          <a:p>
            <a:r>
              <a:rPr lang="en-US" noProof="0" dirty="0"/>
              <a:t>Metropolis-Hasting algorithm!</a:t>
            </a:r>
          </a:p>
        </p:txBody>
      </p:sp>
      <mc:AlternateContent xmlns:mc="http://schemas.openxmlformats.org/markup-compatibility/2006">
        <mc:Choice xmlns:a14="http://schemas.microsoft.com/office/drawing/2010/main" Requires="a14">
          <p:sp>
            <p:nvSpPr>
              <p:cNvPr id="8" name="CasellaDiTesto 7">
                <a:extLst>
                  <a:ext uri="{FF2B5EF4-FFF2-40B4-BE49-F238E27FC236}">
                    <a16:creationId xmlns:a16="http://schemas.microsoft.com/office/drawing/2014/main" id="{61CCC5EB-30E8-0FFC-3F1C-39CAC283583D}"/>
                  </a:ext>
                </a:extLst>
              </p:cNvPr>
              <p:cNvSpPr txBox="1"/>
              <p:nvPr/>
            </p:nvSpPr>
            <p:spPr>
              <a:xfrm>
                <a:off x="642938" y="2900008"/>
                <a:ext cx="4972692" cy="369332"/>
              </a:xfrm>
              <a:prstGeom prst="rect">
                <a:avLst/>
              </a:prstGeom>
              <a:noFill/>
            </p:spPr>
            <p:txBody>
              <a:bodyPr wrap="square" rtlCol="0">
                <a:spAutoFit/>
              </a:bodyPr>
              <a:lstStyle/>
              <a:p>
                <a:pPr algn="ctr"/>
                <a14:m>
                  <m:oMath xmlns:m="http://schemas.openxmlformats.org/officeDocument/2006/math">
                    <m:r>
                      <a:rPr lang="en-US" i="1" noProof="0" smtClean="0">
                        <a:latin typeface="Cambria Math" panose="02040503050406030204" pitchFamily="18" charset="0"/>
                      </a:rPr>
                      <m:t>𝑞</m:t>
                    </m:r>
                    <m:d>
                      <m:dPr>
                        <m:ctrlPr>
                          <a:rPr lang="en-US" i="1" noProof="0" smtClean="0">
                            <a:latin typeface="Cambria Math" panose="02040503050406030204" pitchFamily="18" charset="0"/>
                          </a:rPr>
                        </m:ctrlPr>
                      </m:dPr>
                      <m:e>
                        <m:r>
                          <a:rPr lang="en-US" i="1" noProof="0" smtClean="0">
                            <a:latin typeface="Cambria Math" panose="02040503050406030204" pitchFamily="18" charset="0"/>
                          </a:rPr>
                          <m:t>𝜃</m:t>
                        </m:r>
                      </m:e>
                    </m:d>
                  </m:oMath>
                </a14:m>
                <a:r>
                  <a:rPr lang="en-US" noProof="0" dirty="0"/>
                  <a:t> is the proposal distribution</a:t>
                </a:r>
              </a:p>
            </p:txBody>
          </p:sp>
        </mc:Choice>
        <mc:Fallback>
          <p:sp>
            <p:nvSpPr>
              <p:cNvPr id="8" name="CasellaDiTesto 7">
                <a:extLst>
                  <a:ext uri="{FF2B5EF4-FFF2-40B4-BE49-F238E27FC236}">
                    <a16:creationId xmlns:a16="http://schemas.microsoft.com/office/drawing/2014/main" id="{61CCC5EB-30E8-0FFC-3F1C-39CAC283583D}"/>
                  </a:ext>
                </a:extLst>
              </p:cNvPr>
              <p:cNvSpPr txBox="1">
                <a:spLocks noRot="1" noChangeAspect="1" noMove="1" noResize="1" noEditPoints="1" noAdjustHandles="1" noChangeArrowheads="1" noChangeShapeType="1" noTextEdit="1"/>
              </p:cNvSpPr>
              <p:nvPr/>
            </p:nvSpPr>
            <p:spPr>
              <a:xfrm>
                <a:off x="642938" y="2900008"/>
                <a:ext cx="4972692" cy="369332"/>
              </a:xfrm>
              <a:prstGeom prst="rect">
                <a:avLst/>
              </a:prstGeom>
              <a:blipFill>
                <a:blip r:embed="rId2"/>
                <a:stretch>
                  <a:fillRect t="-10000" b="-26667"/>
                </a:stretch>
              </a:blipFill>
            </p:spPr>
            <p:txBody>
              <a:bodyPr/>
              <a:lstStyle/>
              <a:p>
                <a:r>
                  <a:rPr lang="it-IT">
                    <a:noFill/>
                  </a:rPr>
                  <a:t> </a:t>
                </a:r>
              </a:p>
            </p:txBody>
          </p:sp>
        </mc:Fallback>
      </mc:AlternateContent>
      <p:grpSp>
        <p:nvGrpSpPr>
          <p:cNvPr id="21" name="Gruppo 20">
            <a:extLst>
              <a:ext uri="{FF2B5EF4-FFF2-40B4-BE49-F238E27FC236}">
                <a16:creationId xmlns:a16="http://schemas.microsoft.com/office/drawing/2014/main" id="{3203D1F8-0616-FB67-6A38-14946A7A62B5}"/>
              </a:ext>
            </a:extLst>
          </p:cNvPr>
          <p:cNvGrpSpPr/>
          <p:nvPr/>
        </p:nvGrpSpPr>
        <p:grpSpPr>
          <a:xfrm>
            <a:off x="5897366" y="2970441"/>
            <a:ext cx="4972692" cy="3339101"/>
            <a:chOff x="561427" y="2800792"/>
            <a:chExt cx="4972692" cy="3339101"/>
          </a:xfrm>
        </p:grpSpPr>
        <p:sp>
          <p:nvSpPr>
            <p:cNvPr id="22" name="Rettangolo con angoli arrotondati 21">
              <a:extLst>
                <a:ext uri="{FF2B5EF4-FFF2-40B4-BE49-F238E27FC236}">
                  <a16:creationId xmlns:a16="http://schemas.microsoft.com/office/drawing/2014/main" id="{F3450E2B-1C29-08C5-B90E-0A95A7FB378E}"/>
                </a:ext>
              </a:extLst>
            </p:cNvPr>
            <p:cNvSpPr/>
            <p:nvPr/>
          </p:nvSpPr>
          <p:spPr>
            <a:xfrm>
              <a:off x="561427" y="2800792"/>
              <a:ext cx="4972692" cy="3339101"/>
            </a:xfrm>
            <a:prstGeom prst="roundRect">
              <a:avLst/>
            </a:prstGeom>
            <a:solidFill>
              <a:schemeClr val="accent2">
                <a:lumMod val="60000"/>
                <a:lumOff val="40000"/>
              </a:schemeClr>
            </a:solid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23" name="Gruppo 22">
              <a:extLst>
                <a:ext uri="{FF2B5EF4-FFF2-40B4-BE49-F238E27FC236}">
                  <a16:creationId xmlns:a16="http://schemas.microsoft.com/office/drawing/2014/main" id="{4E3A0C47-45E6-C191-0B44-02C0E482EBA3}"/>
                </a:ext>
              </a:extLst>
            </p:cNvPr>
            <p:cNvGrpSpPr/>
            <p:nvPr/>
          </p:nvGrpSpPr>
          <p:grpSpPr>
            <a:xfrm>
              <a:off x="1296030" y="2882993"/>
              <a:ext cx="3503487" cy="935122"/>
              <a:chOff x="1282103" y="2402526"/>
              <a:chExt cx="3503487" cy="935122"/>
            </a:xfrm>
          </p:grpSpPr>
          <mc:AlternateContent xmlns:mc="http://schemas.openxmlformats.org/markup-compatibility/2006">
            <mc:Choice xmlns:a14="http://schemas.microsoft.com/office/drawing/2010/main" Requires="a14">
              <p:sp>
                <p:nvSpPr>
                  <p:cNvPr id="24" name="CasellaDiTesto 23">
                    <a:extLst>
                      <a:ext uri="{FF2B5EF4-FFF2-40B4-BE49-F238E27FC236}">
                        <a16:creationId xmlns:a16="http://schemas.microsoft.com/office/drawing/2014/main" id="{84ABDCAF-854A-3074-A9FB-6184F271BEE6}"/>
                      </a:ext>
                    </a:extLst>
                  </p:cNvPr>
                  <p:cNvSpPr txBox="1"/>
                  <p:nvPr/>
                </p:nvSpPr>
                <p:spPr>
                  <a:xfrm>
                    <a:off x="1282103" y="2968316"/>
                    <a:ext cx="3503487" cy="369332"/>
                  </a:xfrm>
                  <a:prstGeom prst="rect">
                    <a:avLst/>
                  </a:prstGeom>
                  <a:noFill/>
                  <a:ln>
                    <a:noFill/>
                  </a:ln>
                </p:spPr>
                <p:txBody>
                  <a:bodyPr wrap="square" rtlCol="0">
                    <a:spAutoFit/>
                  </a:bodyPr>
                  <a:lstStyle/>
                  <a:p>
                    <a:pPr marL="285750" indent="-285750">
                      <a:buFont typeface="Arial" panose="020B0604020202020204" pitchFamily="34" charset="0"/>
                      <a:buChar char="•"/>
                    </a:pPr>
                    <a:r>
                      <a:rPr lang="en-US" noProof="0" dirty="0"/>
                      <a:t>Sample a </a:t>
                    </a:r>
                    <a14:m>
                      <m:oMath xmlns:m="http://schemas.openxmlformats.org/officeDocument/2006/math">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𝜃</m:t>
                            </m:r>
                          </m:e>
                          <m:sub>
                            <m:r>
                              <a:rPr lang="en-US" i="1" noProof="0" smtClean="0">
                                <a:latin typeface="Cambria Math" panose="02040503050406030204" pitchFamily="18" charset="0"/>
                              </a:rPr>
                              <m:t>𝑡</m:t>
                            </m:r>
                          </m:sub>
                        </m:sSub>
                      </m:oMath>
                    </a14:m>
                    <a:r>
                      <a:rPr lang="en-US" noProof="0" dirty="0"/>
                      <a:t> from </a:t>
                    </a:r>
                    <a14:m>
                      <m:oMath xmlns:m="http://schemas.openxmlformats.org/officeDocument/2006/math">
                        <m:r>
                          <a:rPr lang="en-US" i="1" noProof="0" smtClean="0">
                            <a:latin typeface="Cambria Math" panose="02040503050406030204" pitchFamily="18" charset="0"/>
                          </a:rPr>
                          <m:t>𝑞</m:t>
                        </m:r>
                        <m:d>
                          <m:dPr>
                            <m:ctrlPr>
                              <a:rPr lang="en-US" i="1" noProof="0" smtClean="0">
                                <a:latin typeface="Cambria Math" panose="02040503050406030204" pitchFamily="18" charset="0"/>
                              </a:rPr>
                            </m:ctrlPr>
                          </m:dPr>
                          <m:e>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𝜃</m:t>
                                </m:r>
                              </m:e>
                              <m:sub>
                                <m:r>
                                  <a:rPr lang="en-US" i="1" noProof="0" smtClean="0">
                                    <a:latin typeface="Cambria Math" panose="02040503050406030204" pitchFamily="18" charset="0"/>
                                  </a:rPr>
                                  <m:t>0</m:t>
                                </m:r>
                              </m:sub>
                            </m:sSub>
                          </m:e>
                        </m:d>
                      </m:oMath>
                    </a14:m>
                    <a:endParaRPr lang="en-US" noProof="0" dirty="0"/>
                  </a:p>
                </p:txBody>
              </p:sp>
            </mc:Choice>
            <mc:Fallback>
              <p:sp>
                <p:nvSpPr>
                  <p:cNvPr id="24" name="CasellaDiTesto 23">
                    <a:extLst>
                      <a:ext uri="{FF2B5EF4-FFF2-40B4-BE49-F238E27FC236}">
                        <a16:creationId xmlns:a16="http://schemas.microsoft.com/office/drawing/2014/main" id="{84ABDCAF-854A-3074-A9FB-6184F271BEE6}"/>
                      </a:ext>
                    </a:extLst>
                  </p:cNvPr>
                  <p:cNvSpPr txBox="1">
                    <a:spLocks noRot="1" noChangeAspect="1" noMove="1" noResize="1" noEditPoints="1" noAdjustHandles="1" noChangeArrowheads="1" noChangeShapeType="1" noTextEdit="1"/>
                  </p:cNvSpPr>
                  <p:nvPr/>
                </p:nvSpPr>
                <p:spPr>
                  <a:xfrm>
                    <a:off x="1282103" y="2968316"/>
                    <a:ext cx="3503487" cy="369332"/>
                  </a:xfrm>
                  <a:prstGeom prst="rect">
                    <a:avLst/>
                  </a:prstGeom>
                  <a:blipFill>
                    <a:blip r:embed="rId3"/>
                    <a:stretch>
                      <a:fillRect l="-1217" t="-10000" b="-26667"/>
                    </a:stretch>
                  </a:blipFill>
                  <a:ln>
                    <a:noFill/>
                  </a:ln>
                </p:spPr>
                <p:txBody>
                  <a:bodyPr/>
                  <a:lstStyle/>
                  <a:p>
                    <a:r>
                      <a:rPr lang="it-IT">
                        <a:noFill/>
                      </a:rPr>
                      <a:t> </a:t>
                    </a:r>
                  </a:p>
                </p:txBody>
              </p:sp>
            </mc:Fallback>
          </mc:AlternateContent>
          <p:sp>
            <p:nvSpPr>
              <p:cNvPr id="27" name="CasellaDiTesto 26">
                <a:extLst>
                  <a:ext uri="{FF2B5EF4-FFF2-40B4-BE49-F238E27FC236}">
                    <a16:creationId xmlns:a16="http://schemas.microsoft.com/office/drawing/2014/main" id="{CB37B752-2C24-EDF4-1527-04E814287CC0}"/>
                  </a:ext>
                </a:extLst>
              </p:cNvPr>
              <p:cNvSpPr txBox="1"/>
              <p:nvPr/>
            </p:nvSpPr>
            <p:spPr>
              <a:xfrm>
                <a:off x="2386575" y="2402526"/>
                <a:ext cx="1294543" cy="369332"/>
              </a:xfrm>
              <a:prstGeom prst="rect">
                <a:avLst/>
              </a:prstGeom>
              <a:noFill/>
              <a:ln>
                <a:noFill/>
              </a:ln>
            </p:spPr>
            <p:txBody>
              <a:bodyPr wrap="square" rtlCol="0">
                <a:spAutoFit/>
              </a:bodyPr>
              <a:lstStyle/>
              <a:p>
                <a:r>
                  <a:rPr lang="en-US" noProof="0" dirty="0"/>
                  <a:t>Base idea</a:t>
                </a:r>
              </a:p>
            </p:txBody>
          </p:sp>
        </p:grpSp>
      </p:grpSp>
      <p:sp>
        <p:nvSpPr>
          <p:cNvPr id="30" name="CasellaDiTesto 29">
            <a:extLst>
              <a:ext uri="{FF2B5EF4-FFF2-40B4-BE49-F238E27FC236}">
                <a16:creationId xmlns:a16="http://schemas.microsoft.com/office/drawing/2014/main" id="{93769E74-24C9-5AD9-739D-F83198FD498B}"/>
              </a:ext>
            </a:extLst>
          </p:cNvPr>
          <p:cNvSpPr txBox="1"/>
          <p:nvPr/>
        </p:nvSpPr>
        <p:spPr>
          <a:xfrm>
            <a:off x="869371" y="3615484"/>
            <a:ext cx="4519826" cy="646331"/>
          </a:xfrm>
          <a:prstGeom prst="rect">
            <a:avLst/>
          </a:prstGeom>
          <a:noFill/>
        </p:spPr>
        <p:txBody>
          <a:bodyPr wrap="square" rtlCol="0">
            <a:spAutoFit/>
          </a:bodyPr>
          <a:lstStyle/>
          <a:p>
            <a:r>
              <a:rPr lang="en-US" noProof="0" dirty="0"/>
              <a:t>We chose a 5D multivariate gaussian but how we chose his covariance matrix?</a:t>
            </a:r>
          </a:p>
        </p:txBody>
      </p:sp>
      <mc:AlternateContent xmlns:mc="http://schemas.openxmlformats.org/markup-compatibility/2006">
        <mc:Choice xmlns:a14="http://schemas.microsoft.com/office/drawing/2010/main" Requires="a14">
          <p:sp>
            <p:nvSpPr>
              <p:cNvPr id="31" name="CasellaDiTesto 30">
                <a:extLst>
                  <a:ext uri="{FF2B5EF4-FFF2-40B4-BE49-F238E27FC236}">
                    <a16:creationId xmlns:a16="http://schemas.microsoft.com/office/drawing/2014/main" id="{8C55ED58-9C74-3E90-CF58-634AE817E837}"/>
                  </a:ext>
                </a:extLst>
              </p:cNvPr>
              <p:cNvSpPr txBox="1"/>
              <p:nvPr/>
            </p:nvSpPr>
            <p:spPr>
              <a:xfrm>
                <a:off x="1110412" y="4498461"/>
                <a:ext cx="4037744" cy="923330"/>
              </a:xfrm>
              <a:prstGeom prst="rect">
                <a:avLst/>
              </a:prstGeom>
              <a:noFill/>
            </p:spPr>
            <p:txBody>
              <a:bodyPr wrap="square" rtlCol="0">
                <a:spAutoFit/>
              </a:bodyPr>
              <a:lstStyle/>
              <a:p>
                <a:pPr marL="285750" indent="-285750">
                  <a:buClr>
                    <a:schemeClr val="accent1"/>
                  </a:buClr>
                  <a:buFont typeface="Arial" panose="020B0604020202020204" pitchFamily="34" charset="0"/>
                  <a:buChar char="•"/>
                </a:pPr>
                <a:r>
                  <a:rPr lang="en-US" noProof="0" dirty="0"/>
                  <a:t>«Blind» run: we use a diagonal covariance matrix with elements equals to </a:t>
                </a:r>
                <a14:m>
                  <m:oMath xmlns:m="http://schemas.openxmlformats.org/officeDocument/2006/math">
                    <m:r>
                      <a:rPr lang="en-US" i="1" noProof="0" smtClean="0">
                        <a:latin typeface="Cambria Math" panose="02040503050406030204" pitchFamily="18" charset="0"/>
                      </a:rPr>
                      <m:t>5%</m:t>
                    </m:r>
                  </m:oMath>
                </a14:m>
                <a:r>
                  <a:rPr lang="en-US" noProof="0" dirty="0"/>
                  <a:t> of the bound </a:t>
                </a:r>
              </a:p>
            </p:txBody>
          </p:sp>
        </mc:Choice>
        <mc:Fallback>
          <p:sp>
            <p:nvSpPr>
              <p:cNvPr id="31" name="CasellaDiTesto 30">
                <a:extLst>
                  <a:ext uri="{FF2B5EF4-FFF2-40B4-BE49-F238E27FC236}">
                    <a16:creationId xmlns:a16="http://schemas.microsoft.com/office/drawing/2014/main" id="{8C55ED58-9C74-3E90-CF58-634AE817E837}"/>
                  </a:ext>
                </a:extLst>
              </p:cNvPr>
              <p:cNvSpPr txBox="1">
                <a:spLocks noRot="1" noChangeAspect="1" noMove="1" noResize="1" noEditPoints="1" noAdjustHandles="1" noChangeArrowheads="1" noChangeShapeType="1" noTextEdit="1"/>
              </p:cNvSpPr>
              <p:nvPr/>
            </p:nvSpPr>
            <p:spPr>
              <a:xfrm>
                <a:off x="1110412" y="4498461"/>
                <a:ext cx="4037744" cy="923330"/>
              </a:xfrm>
              <a:prstGeom prst="rect">
                <a:avLst/>
              </a:prstGeom>
              <a:blipFill>
                <a:blip r:embed="rId4"/>
                <a:stretch>
                  <a:fillRect l="-905" t="-3974" b="-9934"/>
                </a:stretch>
              </a:blipFill>
            </p:spPr>
            <p:txBody>
              <a:bodyPr/>
              <a:lstStyle/>
              <a:p>
                <a:r>
                  <a:rPr lang="it-IT">
                    <a:noFill/>
                  </a:rPr>
                  <a:t> </a:t>
                </a:r>
              </a:p>
            </p:txBody>
          </p:sp>
        </mc:Fallback>
      </mc:AlternateContent>
      <p:sp>
        <p:nvSpPr>
          <p:cNvPr id="32" name="CasellaDiTesto 31">
            <a:extLst>
              <a:ext uri="{FF2B5EF4-FFF2-40B4-BE49-F238E27FC236}">
                <a16:creationId xmlns:a16="http://schemas.microsoft.com/office/drawing/2014/main" id="{4CF42FDA-A88A-F99C-3CD1-A1B804126EE9}"/>
              </a:ext>
            </a:extLst>
          </p:cNvPr>
          <p:cNvSpPr txBox="1"/>
          <p:nvPr/>
        </p:nvSpPr>
        <p:spPr>
          <a:xfrm>
            <a:off x="1110412" y="5658437"/>
            <a:ext cx="4037744" cy="923330"/>
          </a:xfrm>
          <a:prstGeom prst="rect">
            <a:avLst/>
          </a:prstGeom>
          <a:noFill/>
        </p:spPr>
        <p:txBody>
          <a:bodyPr wrap="square" rtlCol="0">
            <a:spAutoFit/>
          </a:bodyPr>
          <a:lstStyle/>
          <a:p>
            <a:pPr marL="285750" indent="-285750">
              <a:buClr>
                <a:schemeClr val="accent1"/>
              </a:buClr>
              <a:buFont typeface="Arial" panose="020B0604020202020204" pitchFamily="34" charset="0"/>
              <a:buChar char="•"/>
            </a:pPr>
            <a:r>
              <a:rPr lang="en-US" noProof="0" dirty="0"/>
              <a:t>«Not Blind» run: we use a covariance matrix estimated after a previous run</a:t>
            </a:r>
          </a:p>
        </p:txBody>
      </p:sp>
      <p:cxnSp>
        <p:nvCxnSpPr>
          <p:cNvPr id="3" name="Connettore 2 2">
            <a:extLst>
              <a:ext uri="{FF2B5EF4-FFF2-40B4-BE49-F238E27FC236}">
                <a16:creationId xmlns:a16="http://schemas.microsoft.com/office/drawing/2014/main" id="{8898D86D-E9D6-0FAF-59A5-339927774636}"/>
              </a:ext>
            </a:extLst>
          </p:cNvPr>
          <p:cNvCxnSpPr>
            <a:cxnSpLocks/>
          </p:cNvCxnSpPr>
          <p:nvPr/>
        </p:nvCxnSpPr>
        <p:spPr>
          <a:xfrm flipH="1" flipV="1">
            <a:off x="5148156" y="3131430"/>
            <a:ext cx="1273192" cy="608363"/>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54408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709EA-131B-B57F-63BA-21D02EBA0546}"/>
            </a:ext>
          </a:extLst>
        </p:cNvPr>
        <p:cNvGrpSpPr/>
        <p:nvPr/>
      </p:nvGrpSpPr>
      <p:grpSpPr>
        <a:xfrm>
          <a:off x="0" y="0"/>
          <a:ext cx="0" cy="0"/>
          <a:chOff x="0" y="0"/>
          <a:chExt cx="0" cy="0"/>
        </a:xfrm>
      </p:grpSpPr>
      <p:sp>
        <p:nvSpPr>
          <p:cNvPr id="4" name="Titolo 1">
            <a:extLst>
              <a:ext uri="{FF2B5EF4-FFF2-40B4-BE49-F238E27FC236}">
                <a16:creationId xmlns:a16="http://schemas.microsoft.com/office/drawing/2014/main" id="{5C51A6BC-0F35-D7AF-E6EF-EA386233D02C}"/>
              </a:ext>
            </a:extLst>
          </p:cNvPr>
          <p:cNvSpPr>
            <a:spLocks noGrp="1"/>
          </p:cNvSpPr>
          <p:nvPr>
            <p:ph type="title"/>
          </p:nvPr>
        </p:nvSpPr>
        <p:spPr>
          <a:xfrm>
            <a:off x="642938" y="288925"/>
            <a:ext cx="10227120" cy="1235075"/>
          </a:xfrm>
        </p:spPr>
        <p:txBody>
          <a:bodyPr>
            <a:normAutofit fontScale="90000"/>
          </a:bodyPr>
          <a:lstStyle/>
          <a:p>
            <a:r>
              <a:rPr lang="en-US" noProof="0" dirty="0"/>
              <a:t>Sample the posterior: Metropolis-Hasting</a:t>
            </a:r>
          </a:p>
        </p:txBody>
      </p:sp>
      <p:sp>
        <p:nvSpPr>
          <p:cNvPr id="11" name="CasellaDiTesto 10">
            <a:extLst>
              <a:ext uri="{FF2B5EF4-FFF2-40B4-BE49-F238E27FC236}">
                <a16:creationId xmlns:a16="http://schemas.microsoft.com/office/drawing/2014/main" id="{12F8EF74-9E21-659A-4047-F3A690F59133}"/>
              </a:ext>
            </a:extLst>
          </p:cNvPr>
          <p:cNvSpPr txBox="1"/>
          <p:nvPr/>
        </p:nvSpPr>
        <p:spPr>
          <a:xfrm>
            <a:off x="642938" y="1387012"/>
            <a:ext cx="5599416" cy="646331"/>
          </a:xfrm>
          <a:prstGeom prst="rect">
            <a:avLst/>
          </a:prstGeom>
          <a:noFill/>
        </p:spPr>
        <p:txBody>
          <a:bodyPr wrap="square" rtlCol="0">
            <a:spAutoFit/>
          </a:bodyPr>
          <a:lstStyle/>
          <a:p>
            <a:r>
              <a:rPr lang="en-US" noProof="0" dirty="0"/>
              <a:t>Given a set of parameters we can now compute the posterior. How we find the set that maximize it?</a:t>
            </a:r>
          </a:p>
        </p:txBody>
      </p:sp>
      <p:sp>
        <p:nvSpPr>
          <p:cNvPr id="12" name="CasellaDiTesto 11">
            <a:extLst>
              <a:ext uri="{FF2B5EF4-FFF2-40B4-BE49-F238E27FC236}">
                <a16:creationId xmlns:a16="http://schemas.microsoft.com/office/drawing/2014/main" id="{DDF0CCD5-08FC-342A-6627-CB18EA533525}"/>
              </a:ext>
            </a:extLst>
          </p:cNvPr>
          <p:cNvSpPr txBox="1"/>
          <p:nvPr/>
        </p:nvSpPr>
        <p:spPr>
          <a:xfrm>
            <a:off x="7071590" y="1330571"/>
            <a:ext cx="2969232" cy="369332"/>
          </a:xfrm>
          <a:prstGeom prst="rect">
            <a:avLst/>
          </a:prstGeom>
          <a:noFill/>
        </p:spPr>
        <p:txBody>
          <a:bodyPr wrap="square" rtlCol="0">
            <a:spAutoFit/>
          </a:bodyPr>
          <a:lstStyle/>
          <a:p>
            <a:r>
              <a:rPr lang="en-US" noProof="0" dirty="0"/>
              <a:t>5D grid search: not smart</a:t>
            </a:r>
          </a:p>
        </p:txBody>
      </p:sp>
      <p:sp>
        <p:nvSpPr>
          <p:cNvPr id="13" name="CasellaDiTesto 12">
            <a:extLst>
              <a:ext uri="{FF2B5EF4-FFF2-40B4-BE49-F238E27FC236}">
                <a16:creationId xmlns:a16="http://schemas.microsoft.com/office/drawing/2014/main" id="{E5A1F16B-7E7A-923A-0D4F-C54C511CE3C7}"/>
              </a:ext>
            </a:extLst>
          </p:cNvPr>
          <p:cNvSpPr txBox="1"/>
          <p:nvPr/>
        </p:nvSpPr>
        <p:spPr>
          <a:xfrm>
            <a:off x="6789051" y="1848677"/>
            <a:ext cx="3534310" cy="369332"/>
          </a:xfrm>
          <a:prstGeom prst="rect">
            <a:avLst/>
          </a:prstGeom>
          <a:noFill/>
        </p:spPr>
        <p:txBody>
          <a:bodyPr wrap="square" rtlCol="0">
            <a:spAutoFit/>
          </a:bodyPr>
          <a:lstStyle/>
          <a:p>
            <a:r>
              <a:rPr lang="en-US" noProof="0" dirty="0"/>
              <a:t>Metropolis-Hasting algorithm!</a:t>
            </a:r>
          </a:p>
        </p:txBody>
      </p:sp>
      <p:grpSp>
        <p:nvGrpSpPr>
          <p:cNvPr id="7" name="Gruppo 6">
            <a:extLst>
              <a:ext uri="{FF2B5EF4-FFF2-40B4-BE49-F238E27FC236}">
                <a16:creationId xmlns:a16="http://schemas.microsoft.com/office/drawing/2014/main" id="{FD0F2383-342B-3434-6AB1-9F4306A5DD13}"/>
              </a:ext>
            </a:extLst>
          </p:cNvPr>
          <p:cNvGrpSpPr/>
          <p:nvPr/>
        </p:nvGrpSpPr>
        <p:grpSpPr>
          <a:xfrm>
            <a:off x="5897366" y="2970441"/>
            <a:ext cx="4972692" cy="3339101"/>
            <a:chOff x="561427" y="2800792"/>
            <a:chExt cx="4972692" cy="3339101"/>
          </a:xfrm>
        </p:grpSpPr>
        <p:sp>
          <p:nvSpPr>
            <p:cNvPr id="6" name="Rettangolo con angoli arrotondati 5">
              <a:extLst>
                <a:ext uri="{FF2B5EF4-FFF2-40B4-BE49-F238E27FC236}">
                  <a16:creationId xmlns:a16="http://schemas.microsoft.com/office/drawing/2014/main" id="{A30BD189-EF9D-D3A9-3AD2-EBABF5C689F7}"/>
                </a:ext>
              </a:extLst>
            </p:cNvPr>
            <p:cNvSpPr/>
            <p:nvPr/>
          </p:nvSpPr>
          <p:spPr>
            <a:xfrm>
              <a:off x="561427" y="2800792"/>
              <a:ext cx="4972692" cy="3339101"/>
            </a:xfrm>
            <a:prstGeom prst="roundRect">
              <a:avLst/>
            </a:prstGeom>
            <a:solidFill>
              <a:schemeClr val="accent2">
                <a:lumMod val="60000"/>
                <a:lumOff val="40000"/>
              </a:schemeClr>
            </a:solid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5" name="Gruppo 4">
              <a:extLst>
                <a:ext uri="{FF2B5EF4-FFF2-40B4-BE49-F238E27FC236}">
                  <a16:creationId xmlns:a16="http://schemas.microsoft.com/office/drawing/2014/main" id="{09C5B222-6106-F366-B2D6-52FAC939C0ED}"/>
                </a:ext>
              </a:extLst>
            </p:cNvPr>
            <p:cNvGrpSpPr/>
            <p:nvPr/>
          </p:nvGrpSpPr>
          <p:grpSpPr>
            <a:xfrm>
              <a:off x="1296030" y="2882993"/>
              <a:ext cx="3503487" cy="1489120"/>
              <a:chOff x="1282103" y="2402526"/>
              <a:chExt cx="3503487" cy="1489120"/>
            </a:xfrm>
          </p:grpSpPr>
          <mc:AlternateContent xmlns:mc="http://schemas.openxmlformats.org/markup-compatibility/2006">
            <mc:Choice xmlns:a14="http://schemas.microsoft.com/office/drawing/2010/main" Requires="a14">
              <p:sp>
                <p:nvSpPr>
                  <p:cNvPr id="14" name="CasellaDiTesto 13">
                    <a:extLst>
                      <a:ext uri="{FF2B5EF4-FFF2-40B4-BE49-F238E27FC236}">
                        <a16:creationId xmlns:a16="http://schemas.microsoft.com/office/drawing/2014/main" id="{2169B44C-E4FE-97A2-5EED-B53CB2214923}"/>
                      </a:ext>
                    </a:extLst>
                  </p:cNvPr>
                  <p:cNvSpPr txBox="1"/>
                  <p:nvPr/>
                </p:nvSpPr>
                <p:spPr>
                  <a:xfrm>
                    <a:off x="1282103" y="2968316"/>
                    <a:ext cx="3503487" cy="923330"/>
                  </a:xfrm>
                  <a:prstGeom prst="rect">
                    <a:avLst/>
                  </a:prstGeom>
                  <a:noFill/>
                  <a:ln>
                    <a:noFill/>
                  </a:ln>
                </p:spPr>
                <p:txBody>
                  <a:bodyPr wrap="square" rtlCol="0">
                    <a:spAutoFit/>
                  </a:bodyPr>
                  <a:lstStyle/>
                  <a:p>
                    <a:pPr marL="285750" indent="-285750">
                      <a:buFont typeface="Arial" panose="020B0604020202020204" pitchFamily="34" charset="0"/>
                      <a:buChar char="•"/>
                    </a:pPr>
                    <a:r>
                      <a:rPr lang="en-US" noProof="0" dirty="0"/>
                      <a:t>Sample a </a:t>
                    </a:r>
                    <a14:m>
                      <m:oMath xmlns:m="http://schemas.openxmlformats.org/officeDocument/2006/math">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𝜃</m:t>
                            </m:r>
                          </m:e>
                          <m:sub>
                            <m:r>
                              <a:rPr lang="en-US" i="1" noProof="0" smtClean="0">
                                <a:latin typeface="Cambria Math" panose="02040503050406030204" pitchFamily="18" charset="0"/>
                              </a:rPr>
                              <m:t>𝑡</m:t>
                            </m:r>
                          </m:sub>
                        </m:sSub>
                      </m:oMath>
                    </a14:m>
                    <a:r>
                      <a:rPr lang="en-US" noProof="0" dirty="0"/>
                      <a:t> from </a:t>
                    </a:r>
                    <a14:m>
                      <m:oMath xmlns:m="http://schemas.openxmlformats.org/officeDocument/2006/math">
                        <m:r>
                          <a:rPr lang="en-US" i="1" noProof="0" smtClean="0">
                            <a:latin typeface="Cambria Math" panose="02040503050406030204" pitchFamily="18" charset="0"/>
                          </a:rPr>
                          <m:t>𝑞</m:t>
                        </m:r>
                        <m:d>
                          <m:dPr>
                            <m:ctrlPr>
                              <a:rPr lang="en-US" i="1" noProof="0" smtClean="0">
                                <a:latin typeface="Cambria Math" panose="02040503050406030204" pitchFamily="18" charset="0"/>
                              </a:rPr>
                            </m:ctrlPr>
                          </m:dPr>
                          <m:e>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𝜃</m:t>
                                </m:r>
                              </m:e>
                              <m:sub>
                                <m:r>
                                  <a:rPr lang="en-US" i="1" noProof="0" smtClean="0">
                                    <a:latin typeface="Cambria Math" panose="02040503050406030204" pitchFamily="18" charset="0"/>
                                  </a:rPr>
                                  <m:t>0</m:t>
                                </m:r>
                              </m:sub>
                            </m:sSub>
                          </m:e>
                        </m:d>
                      </m:oMath>
                    </a14:m>
                    <a:endParaRPr lang="en-US" noProof="0" dirty="0"/>
                  </a:p>
                  <a:p>
                    <a:pPr marL="285750" indent="-285750">
                      <a:buFont typeface="Arial" panose="020B0604020202020204" pitchFamily="34" charset="0"/>
                      <a:buChar char="•"/>
                    </a:pPr>
                    <a:r>
                      <a:rPr lang="en-US" noProof="0" dirty="0"/>
                      <a:t>Compute the posterior on </a:t>
                    </a:r>
                    <a14:m>
                      <m:oMath xmlns:m="http://schemas.openxmlformats.org/officeDocument/2006/math">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𝜃</m:t>
                            </m:r>
                          </m:e>
                          <m:sub>
                            <m:r>
                              <a:rPr lang="en-US" i="1" noProof="0" smtClean="0">
                                <a:latin typeface="Cambria Math" panose="02040503050406030204" pitchFamily="18" charset="0"/>
                              </a:rPr>
                              <m:t>𝑡</m:t>
                            </m:r>
                          </m:sub>
                        </m:sSub>
                      </m:oMath>
                    </a14:m>
                    <a:endParaRPr lang="en-US" noProof="0" dirty="0"/>
                  </a:p>
                  <a:p>
                    <a:pPr marL="285750" indent="-285750">
                      <a:buFont typeface="Arial" panose="020B0604020202020204" pitchFamily="34" charset="0"/>
                      <a:buChar char="•"/>
                    </a:pPr>
                    <a:r>
                      <a:rPr lang="en-US" noProof="0" dirty="0"/>
                      <a:t>Check acceptance rule</a:t>
                    </a:r>
                  </a:p>
                </p:txBody>
              </p:sp>
            </mc:Choice>
            <mc:Fallback>
              <p:sp>
                <p:nvSpPr>
                  <p:cNvPr id="14" name="CasellaDiTesto 13">
                    <a:extLst>
                      <a:ext uri="{FF2B5EF4-FFF2-40B4-BE49-F238E27FC236}">
                        <a16:creationId xmlns:a16="http://schemas.microsoft.com/office/drawing/2014/main" id="{2169B44C-E4FE-97A2-5EED-B53CB2214923}"/>
                      </a:ext>
                    </a:extLst>
                  </p:cNvPr>
                  <p:cNvSpPr txBox="1">
                    <a:spLocks noRot="1" noChangeAspect="1" noMove="1" noResize="1" noEditPoints="1" noAdjustHandles="1" noChangeArrowheads="1" noChangeShapeType="1" noTextEdit="1"/>
                  </p:cNvSpPr>
                  <p:nvPr/>
                </p:nvSpPr>
                <p:spPr>
                  <a:xfrm>
                    <a:off x="1282103" y="2968316"/>
                    <a:ext cx="3503487" cy="923330"/>
                  </a:xfrm>
                  <a:prstGeom prst="rect">
                    <a:avLst/>
                  </a:prstGeom>
                  <a:blipFill>
                    <a:blip r:embed="rId2"/>
                    <a:stretch>
                      <a:fillRect l="-1217" t="-3974" b="-9934"/>
                    </a:stretch>
                  </a:blipFill>
                  <a:ln>
                    <a:noFill/>
                  </a:ln>
                </p:spPr>
                <p:txBody>
                  <a:bodyPr/>
                  <a:lstStyle/>
                  <a:p>
                    <a:r>
                      <a:rPr lang="it-IT">
                        <a:noFill/>
                      </a:rPr>
                      <a:t> </a:t>
                    </a:r>
                  </a:p>
                </p:txBody>
              </p:sp>
            </mc:Fallback>
          </mc:AlternateContent>
          <p:sp>
            <p:nvSpPr>
              <p:cNvPr id="2" name="CasellaDiTesto 1">
                <a:extLst>
                  <a:ext uri="{FF2B5EF4-FFF2-40B4-BE49-F238E27FC236}">
                    <a16:creationId xmlns:a16="http://schemas.microsoft.com/office/drawing/2014/main" id="{8977DA7B-6721-F73B-DDA2-A476F3FC1B93}"/>
                  </a:ext>
                </a:extLst>
              </p:cNvPr>
              <p:cNvSpPr txBox="1"/>
              <p:nvPr/>
            </p:nvSpPr>
            <p:spPr>
              <a:xfrm>
                <a:off x="2386575" y="2402526"/>
                <a:ext cx="1294543" cy="369332"/>
              </a:xfrm>
              <a:prstGeom prst="rect">
                <a:avLst/>
              </a:prstGeom>
              <a:noFill/>
              <a:ln>
                <a:noFill/>
              </a:ln>
            </p:spPr>
            <p:txBody>
              <a:bodyPr wrap="square" rtlCol="0">
                <a:spAutoFit/>
              </a:bodyPr>
              <a:lstStyle/>
              <a:p>
                <a:r>
                  <a:rPr lang="en-US" noProof="0" dirty="0"/>
                  <a:t>Base idea</a:t>
                </a:r>
              </a:p>
            </p:txBody>
          </p:sp>
        </p:grpSp>
      </p:grpSp>
      <p:sp>
        <p:nvSpPr>
          <p:cNvPr id="21" name="CasellaDiTesto 20">
            <a:extLst>
              <a:ext uri="{FF2B5EF4-FFF2-40B4-BE49-F238E27FC236}">
                <a16:creationId xmlns:a16="http://schemas.microsoft.com/office/drawing/2014/main" id="{E89AFCA9-31CE-F7CC-A988-B4D4C9AB9C6D}"/>
              </a:ext>
            </a:extLst>
          </p:cNvPr>
          <p:cNvSpPr txBox="1"/>
          <p:nvPr/>
        </p:nvSpPr>
        <p:spPr>
          <a:xfrm>
            <a:off x="642938" y="2703991"/>
            <a:ext cx="4972692" cy="369332"/>
          </a:xfrm>
          <a:prstGeom prst="rect">
            <a:avLst/>
          </a:prstGeom>
          <a:noFill/>
        </p:spPr>
        <p:txBody>
          <a:bodyPr wrap="square" rtlCol="0">
            <a:spAutoFit/>
          </a:bodyPr>
          <a:lstStyle/>
          <a:p>
            <a:pPr algn="ctr"/>
            <a:r>
              <a:rPr lang="en-US" noProof="0" dirty="0"/>
              <a:t>Acceptance rule:</a:t>
            </a:r>
          </a:p>
        </p:txBody>
      </p:sp>
      <mc:AlternateContent xmlns:mc="http://schemas.openxmlformats.org/markup-compatibility/2006">
        <mc:Choice xmlns:a14="http://schemas.microsoft.com/office/drawing/2010/main" Requires="a14">
          <p:sp>
            <p:nvSpPr>
              <p:cNvPr id="25" name="CasellaDiTesto 24">
                <a:extLst>
                  <a:ext uri="{FF2B5EF4-FFF2-40B4-BE49-F238E27FC236}">
                    <a16:creationId xmlns:a16="http://schemas.microsoft.com/office/drawing/2014/main" id="{54EDC2D4-A02D-7376-B725-F025E7E5DF0E}"/>
                  </a:ext>
                </a:extLst>
              </p:cNvPr>
              <p:cNvSpPr txBox="1"/>
              <p:nvPr/>
            </p:nvSpPr>
            <p:spPr>
              <a:xfrm>
                <a:off x="1583023" y="3350322"/>
                <a:ext cx="3092522" cy="87184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f>
                        <m:fPr>
                          <m:ctrlPr>
                            <a:rPr lang="en-US" sz="2400" i="1" noProof="0" smtClean="0">
                              <a:latin typeface="Cambria Math" panose="02040503050406030204" pitchFamily="18" charset="0"/>
                            </a:rPr>
                          </m:ctrlPr>
                        </m:fPr>
                        <m:num>
                          <m:r>
                            <a:rPr lang="en-US" sz="2400" i="1" noProof="0" smtClean="0">
                              <a:latin typeface="Cambria Math" panose="02040503050406030204" pitchFamily="18" charset="0"/>
                            </a:rPr>
                            <m:t>𝑝</m:t>
                          </m:r>
                          <m:d>
                            <m:dPr>
                              <m:ctrlPr>
                                <a:rPr lang="en-US" sz="2400" i="1" noProof="0" smtClean="0">
                                  <a:latin typeface="Cambria Math" panose="02040503050406030204" pitchFamily="18" charset="0"/>
                                </a:rPr>
                              </m:ctrlPr>
                            </m:dPr>
                            <m:e>
                              <m:sSub>
                                <m:sSubPr>
                                  <m:ctrlPr>
                                    <a:rPr lang="en-US" sz="2400" i="1" noProof="0" smtClean="0">
                                      <a:latin typeface="Cambria Math" panose="02040503050406030204" pitchFamily="18" charset="0"/>
                                    </a:rPr>
                                  </m:ctrlPr>
                                </m:sSubPr>
                                <m:e>
                                  <m:r>
                                    <a:rPr lang="en-US" sz="2400" i="1" noProof="0" smtClean="0">
                                      <a:latin typeface="Cambria Math" panose="02040503050406030204" pitchFamily="18" charset="0"/>
                                    </a:rPr>
                                    <m:t>𝜃</m:t>
                                  </m:r>
                                </m:e>
                                <m:sub>
                                  <m:r>
                                    <a:rPr lang="en-US" sz="2400" i="1" noProof="0" smtClean="0">
                                      <a:latin typeface="Cambria Math" panose="02040503050406030204" pitchFamily="18" charset="0"/>
                                    </a:rPr>
                                    <m:t>𝑡</m:t>
                                  </m:r>
                                </m:sub>
                              </m:sSub>
                            </m:e>
                          </m:d>
                        </m:num>
                        <m:den>
                          <m:r>
                            <a:rPr lang="en-US" sz="2400" i="1" noProof="0" smtClean="0">
                              <a:latin typeface="Cambria Math" panose="02040503050406030204" pitchFamily="18" charset="0"/>
                            </a:rPr>
                            <m:t>𝑝</m:t>
                          </m:r>
                          <m:d>
                            <m:dPr>
                              <m:ctrlPr>
                                <a:rPr lang="en-US" sz="2400" i="1" noProof="0" smtClean="0">
                                  <a:latin typeface="Cambria Math" panose="02040503050406030204" pitchFamily="18" charset="0"/>
                                </a:rPr>
                              </m:ctrlPr>
                            </m:dPr>
                            <m:e>
                              <m:sSub>
                                <m:sSubPr>
                                  <m:ctrlPr>
                                    <a:rPr lang="en-US" sz="2400" i="1" noProof="0" smtClean="0">
                                      <a:latin typeface="Cambria Math" panose="02040503050406030204" pitchFamily="18" charset="0"/>
                                    </a:rPr>
                                  </m:ctrlPr>
                                </m:sSubPr>
                                <m:e>
                                  <m:r>
                                    <a:rPr lang="en-US" sz="2400" i="1" noProof="0" smtClean="0">
                                      <a:latin typeface="Cambria Math" panose="02040503050406030204" pitchFamily="18" charset="0"/>
                                    </a:rPr>
                                    <m:t>𝜃</m:t>
                                  </m:r>
                                </m:e>
                                <m:sub>
                                  <m:r>
                                    <a:rPr lang="en-US" sz="2400" i="1" noProof="0" smtClean="0">
                                      <a:latin typeface="Cambria Math" panose="02040503050406030204" pitchFamily="18" charset="0"/>
                                    </a:rPr>
                                    <m:t>0</m:t>
                                  </m:r>
                                </m:sub>
                              </m:sSub>
                            </m:e>
                          </m:d>
                        </m:den>
                      </m:f>
                      <m:r>
                        <a:rPr lang="en-US" sz="2400" i="1" noProof="0" smtClean="0">
                          <a:latin typeface="Cambria Math" panose="02040503050406030204" pitchFamily="18" charset="0"/>
                        </a:rPr>
                        <m:t>⋅</m:t>
                      </m:r>
                      <m:f>
                        <m:fPr>
                          <m:ctrlPr>
                            <a:rPr lang="en-US" sz="2400" i="1" noProof="0" smtClean="0">
                              <a:latin typeface="Cambria Math" panose="02040503050406030204" pitchFamily="18" charset="0"/>
                            </a:rPr>
                          </m:ctrlPr>
                        </m:fPr>
                        <m:num>
                          <m:r>
                            <a:rPr lang="en-US" sz="2400" i="1" noProof="0" smtClean="0">
                              <a:latin typeface="Cambria Math" panose="02040503050406030204" pitchFamily="18" charset="0"/>
                            </a:rPr>
                            <m:t>𝑞</m:t>
                          </m:r>
                          <m:d>
                            <m:dPr>
                              <m:ctrlPr>
                                <a:rPr lang="en-US" sz="2400" i="1" noProof="0" smtClean="0">
                                  <a:latin typeface="Cambria Math" panose="02040503050406030204" pitchFamily="18" charset="0"/>
                                </a:rPr>
                              </m:ctrlPr>
                            </m:dPr>
                            <m:e>
                              <m:sSub>
                                <m:sSubPr>
                                  <m:ctrlPr>
                                    <a:rPr lang="en-US" sz="2400" i="1" noProof="0" smtClean="0">
                                      <a:latin typeface="Cambria Math" panose="02040503050406030204" pitchFamily="18" charset="0"/>
                                    </a:rPr>
                                  </m:ctrlPr>
                                </m:sSubPr>
                                <m:e>
                                  <m:r>
                                    <a:rPr lang="en-US" sz="2400" i="1" noProof="0" smtClean="0">
                                      <a:latin typeface="Cambria Math" panose="02040503050406030204" pitchFamily="18" charset="0"/>
                                    </a:rPr>
                                    <m:t>𝜃</m:t>
                                  </m:r>
                                </m:e>
                                <m:sub>
                                  <m:r>
                                    <a:rPr lang="en-US" sz="2400" i="1" noProof="0" smtClean="0">
                                      <a:latin typeface="Cambria Math" panose="02040503050406030204" pitchFamily="18" charset="0"/>
                                    </a:rPr>
                                    <m:t>𝑡</m:t>
                                  </m:r>
                                </m:sub>
                              </m:sSub>
                            </m:e>
                            <m:e>
                              <m:sSub>
                                <m:sSubPr>
                                  <m:ctrlPr>
                                    <a:rPr lang="en-US" sz="2400" i="1" noProof="0" smtClean="0">
                                      <a:latin typeface="Cambria Math" panose="02040503050406030204" pitchFamily="18" charset="0"/>
                                    </a:rPr>
                                  </m:ctrlPr>
                                </m:sSubPr>
                                <m:e>
                                  <m:r>
                                    <a:rPr lang="en-US" sz="2400" i="1" noProof="0" smtClean="0">
                                      <a:latin typeface="Cambria Math" panose="02040503050406030204" pitchFamily="18" charset="0"/>
                                    </a:rPr>
                                    <m:t>𝜃</m:t>
                                  </m:r>
                                </m:e>
                                <m:sub>
                                  <m:r>
                                    <a:rPr lang="en-US" sz="2400" i="1" noProof="0" smtClean="0">
                                      <a:latin typeface="Cambria Math" panose="02040503050406030204" pitchFamily="18" charset="0"/>
                                    </a:rPr>
                                    <m:t>0</m:t>
                                  </m:r>
                                </m:sub>
                              </m:sSub>
                            </m:e>
                          </m:d>
                        </m:num>
                        <m:den>
                          <m:r>
                            <a:rPr lang="en-US" sz="2400" i="1" noProof="0" smtClean="0">
                              <a:latin typeface="Cambria Math" panose="02040503050406030204" pitchFamily="18" charset="0"/>
                            </a:rPr>
                            <m:t>𝑞</m:t>
                          </m:r>
                          <m:d>
                            <m:dPr>
                              <m:ctrlPr>
                                <a:rPr lang="en-US" sz="2400" i="1" noProof="0" smtClean="0">
                                  <a:latin typeface="Cambria Math" panose="02040503050406030204" pitchFamily="18" charset="0"/>
                                </a:rPr>
                              </m:ctrlPr>
                            </m:dPr>
                            <m:e>
                              <m:sSub>
                                <m:sSubPr>
                                  <m:ctrlPr>
                                    <a:rPr lang="en-US" sz="2400" i="1" noProof="0" smtClean="0">
                                      <a:latin typeface="Cambria Math" panose="02040503050406030204" pitchFamily="18" charset="0"/>
                                    </a:rPr>
                                  </m:ctrlPr>
                                </m:sSubPr>
                                <m:e>
                                  <m:r>
                                    <a:rPr lang="en-US" sz="2400" i="1" noProof="0" smtClean="0">
                                      <a:latin typeface="Cambria Math" panose="02040503050406030204" pitchFamily="18" charset="0"/>
                                    </a:rPr>
                                    <m:t>𝜃</m:t>
                                  </m:r>
                                </m:e>
                                <m:sub>
                                  <m:r>
                                    <a:rPr lang="en-US" sz="2400" i="1" noProof="0" smtClean="0">
                                      <a:latin typeface="Cambria Math" panose="02040503050406030204" pitchFamily="18" charset="0"/>
                                    </a:rPr>
                                    <m:t>0</m:t>
                                  </m:r>
                                </m:sub>
                              </m:sSub>
                            </m:e>
                            <m:e>
                              <m:sSub>
                                <m:sSubPr>
                                  <m:ctrlPr>
                                    <a:rPr lang="en-US" sz="2400" i="1" noProof="0" smtClean="0">
                                      <a:latin typeface="Cambria Math" panose="02040503050406030204" pitchFamily="18" charset="0"/>
                                    </a:rPr>
                                  </m:ctrlPr>
                                </m:sSubPr>
                                <m:e>
                                  <m:r>
                                    <a:rPr lang="en-US" sz="2400" i="1" noProof="0" smtClean="0">
                                      <a:latin typeface="Cambria Math" panose="02040503050406030204" pitchFamily="18" charset="0"/>
                                    </a:rPr>
                                    <m:t>𝜃</m:t>
                                  </m:r>
                                </m:e>
                                <m:sub>
                                  <m:r>
                                    <a:rPr lang="en-US" sz="2400" i="1" noProof="0" smtClean="0">
                                      <a:latin typeface="Cambria Math" panose="02040503050406030204" pitchFamily="18" charset="0"/>
                                    </a:rPr>
                                    <m:t>𝑡</m:t>
                                  </m:r>
                                </m:sub>
                              </m:sSub>
                            </m:e>
                          </m:d>
                        </m:den>
                      </m:f>
                      <m:r>
                        <a:rPr lang="en-US" sz="2400" i="1" noProof="0" smtClean="0">
                          <a:latin typeface="Cambria Math" panose="02040503050406030204" pitchFamily="18" charset="0"/>
                        </a:rPr>
                        <m:t>≥</m:t>
                      </m:r>
                      <m:r>
                        <a:rPr lang="en-US" sz="2400" i="1" noProof="0" smtClean="0">
                          <a:latin typeface="Cambria Math" panose="02040503050406030204" pitchFamily="18" charset="0"/>
                        </a:rPr>
                        <m:t>𝑎</m:t>
                      </m:r>
                    </m:oMath>
                  </m:oMathPara>
                </a14:m>
                <a:endParaRPr lang="en-US" noProof="0" dirty="0"/>
              </a:p>
            </p:txBody>
          </p:sp>
        </mc:Choice>
        <mc:Fallback>
          <p:sp>
            <p:nvSpPr>
              <p:cNvPr id="25" name="CasellaDiTesto 24">
                <a:extLst>
                  <a:ext uri="{FF2B5EF4-FFF2-40B4-BE49-F238E27FC236}">
                    <a16:creationId xmlns:a16="http://schemas.microsoft.com/office/drawing/2014/main" id="{54EDC2D4-A02D-7376-B725-F025E7E5DF0E}"/>
                  </a:ext>
                </a:extLst>
              </p:cNvPr>
              <p:cNvSpPr txBox="1">
                <a:spLocks noRot="1" noChangeAspect="1" noMove="1" noResize="1" noEditPoints="1" noAdjustHandles="1" noChangeArrowheads="1" noChangeShapeType="1" noTextEdit="1"/>
              </p:cNvSpPr>
              <p:nvPr/>
            </p:nvSpPr>
            <p:spPr>
              <a:xfrm>
                <a:off x="1583023" y="3350322"/>
                <a:ext cx="3092522" cy="871842"/>
              </a:xfrm>
              <a:prstGeom prst="rect">
                <a:avLst/>
              </a:prstGeom>
              <a:blipFill>
                <a:blip r:embed="rId3"/>
                <a:stretch>
                  <a:fillRect/>
                </a:stretch>
              </a:blipFill>
            </p:spPr>
            <p:txBody>
              <a:bodyPr/>
              <a:lstStyle/>
              <a:p>
                <a:r>
                  <a:rPr lang="it-IT">
                    <a:noFill/>
                  </a:rPr>
                  <a:t> </a:t>
                </a:r>
              </a:p>
            </p:txBody>
          </p:sp>
        </mc:Fallback>
      </mc:AlternateContent>
      <p:sp>
        <p:nvSpPr>
          <p:cNvPr id="26" name="CasellaDiTesto 25">
            <a:extLst>
              <a:ext uri="{FF2B5EF4-FFF2-40B4-BE49-F238E27FC236}">
                <a16:creationId xmlns:a16="http://schemas.microsoft.com/office/drawing/2014/main" id="{7438D668-3937-97AC-8A3F-858F6B864F35}"/>
              </a:ext>
            </a:extLst>
          </p:cNvPr>
          <p:cNvSpPr txBox="1"/>
          <p:nvPr/>
        </p:nvSpPr>
        <p:spPr>
          <a:xfrm>
            <a:off x="619887" y="4668938"/>
            <a:ext cx="1984116" cy="369332"/>
          </a:xfrm>
          <a:prstGeom prst="rect">
            <a:avLst/>
          </a:prstGeom>
          <a:noFill/>
        </p:spPr>
        <p:txBody>
          <a:bodyPr wrap="square" rtlCol="0">
            <a:spAutoFit/>
          </a:bodyPr>
          <a:lstStyle/>
          <a:p>
            <a:r>
              <a:rPr lang="en-US" noProof="0" dirty="0"/>
              <a:t>Posterior values</a:t>
            </a:r>
          </a:p>
        </p:txBody>
      </p:sp>
      <mc:AlternateContent xmlns:mc="http://schemas.openxmlformats.org/markup-compatibility/2006">
        <mc:Choice xmlns:a14="http://schemas.microsoft.com/office/drawing/2010/main" Requires="a14">
          <p:sp>
            <p:nvSpPr>
              <p:cNvPr id="27" name="CasellaDiTesto 26">
                <a:extLst>
                  <a:ext uri="{FF2B5EF4-FFF2-40B4-BE49-F238E27FC236}">
                    <a16:creationId xmlns:a16="http://schemas.microsoft.com/office/drawing/2014/main" id="{DD88C369-CEB0-18E8-04F2-3B1F119C9D7E}"/>
                  </a:ext>
                </a:extLst>
              </p:cNvPr>
              <p:cNvSpPr txBox="1"/>
              <p:nvPr/>
            </p:nvSpPr>
            <p:spPr>
              <a:xfrm>
                <a:off x="3754655" y="4528068"/>
                <a:ext cx="1984117" cy="646331"/>
              </a:xfrm>
              <a:prstGeom prst="rect">
                <a:avLst/>
              </a:prstGeom>
              <a:noFill/>
            </p:spPr>
            <p:txBody>
              <a:bodyPr wrap="square" rtlCol="0">
                <a:spAutoFit/>
              </a:bodyPr>
              <a:lstStyle/>
              <a:p>
                <a:r>
                  <a:rPr lang="en-US" noProof="0" dirty="0"/>
                  <a:t>Random number from </a:t>
                </a:r>
                <a14:m>
                  <m:oMath xmlns:m="http://schemas.openxmlformats.org/officeDocument/2006/math">
                    <m:d>
                      <m:dPr>
                        <m:begChr m:val="["/>
                        <m:endChr m:val="]"/>
                        <m:ctrlPr>
                          <a:rPr lang="en-US" i="1" noProof="0" smtClean="0">
                            <a:latin typeface="Cambria Math" panose="02040503050406030204" pitchFamily="18" charset="0"/>
                          </a:rPr>
                        </m:ctrlPr>
                      </m:dPr>
                      <m:e>
                        <m:r>
                          <a:rPr lang="en-US" i="1" noProof="0" smtClean="0">
                            <a:latin typeface="Cambria Math" panose="02040503050406030204" pitchFamily="18" charset="0"/>
                          </a:rPr>
                          <m:t>0,1</m:t>
                        </m:r>
                      </m:e>
                    </m:d>
                  </m:oMath>
                </a14:m>
                <a:endParaRPr lang="en-US" noProof="0" dirty="0"/>
              </a:p>
            </p:txBody>
          </p:sp>
        </mc:Choice>
        <mc:Fallback>
          <p:sp>
            <p:nvSpPr>
              <p:cNvPr id="27" name="CasellaDiTesto 26">
                <a:extLst>
                  <a:ext uri="{FF2B5EF4-FFF2-40B4-BE49-F238E27FC236}">
                    <a16:creationId xmlns:a16="http://schemas.microsoft.com/office/drawing/2014/main" id="{DD88C369-CEB0-18E8-04F2-3B1F119C9D7E}"/>
                  </a:ext>
                </a:extLst>
              </p:cNvPr>
              <p:cNvSpPr txBox="1">
                <a:spLocks noRot="1" noChangeAspect="1" noMove="1" noResize="1" noEditPoints="1" noAdjustHandles="1" noChangeArrowheads="1" noChangeShapeType="1" noTextEdit="1"/>
              </p:cNvSpPr>
              <p:nvPr/>
            </p:nvSpPr>
            <p:spPr>
              <a:xfrm>
                <a:off x="3754655" y="4528068"/>
                <a:ext cx="1984117" cy="646331"/>
              </a:xfrm>
              <a:prstGeom prst="rect">
                <a:avLst/>
              </a:prstGeom>
              <a:blipFill>
                <a:blip r:embed="rId4"/>
                <a:stretch>
                  <a:fillRect l="-2769" t="-5660" r="-4308" b="-14151"/>
                </a:stretch>
              </a:blipFill>
            </p:spPr>
            <p:txBody>
              <a:bodyPr/>
              <a:lstStyle/>
              <a:p>
                <a:r>
                  <a:rPr lang="it-IT">
                    <a:noFill/>
                  </a:rPr>
                  <a:t> </a:t>
                </a:r>
              </a:p>
            </p:txBody>
          </p:sp>
        </mc:Fallback>
      </mc:AlternateContent>
      <p:cxnSp>
        <p:nvCxnSpPr>
          <p:cNvPr id="29" name="Connettore 2 28">
            <a:extLst>
              <a:ext uri="{FF2B5EF4-FFF2-40B4-BE49-F238E27FC236}">
                <a16:creationId xmlns:a16="http://schemas.microsoft.com/office/drawing/2014/main" id="{D4F58DB6-8FC9-D716-F41B-F128ADB0279D}"/>
              </a:ext>
            </a:extLst>
          </p:cNvPr>
          <p:cNvCxnSpPr>
            <a:stCxn id="26" idx="0"/>
          </p:cNvCxnSpPr>
          <p:nvPr/>
        </p:nvCxnSpPr>
        <p:spPr>
          <a:xfrm flipV="1">
            <a:off x="1611945" y="4294596"/>
            <a:ext cx="196307" cy="37434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1" name="Connettore 2 30">
            <a:extLst>
              <a:ext uri="{FF2B5EF4-FFF2-40B4-BE49-F238E27FC236}">
                <a16:creationId xmlns:a16="http://schemas.microsoft.com/office/drawing/2014/main" id="{C0B910D8-A905-C7AE-C7CB-6871DFB1367F}"/>
              </a:ext>
            </a:extLst>
          </p:cNvPr>
          <p:cNvCxnSpPr>
            <a:stCxn id="27" idx="0"/>
          </p:cNvCxnSpPr>
          <p:nvPr/>
        </p:nvCxnSpPr>
        <p:spPr>
          <a:xfrm flipH="1" flipV="1">
            <a:off x="4469258" y="4058290"/>
            <a:ext cx="277456" cy="46977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32" name="CasellaDiTesto 31">
            <a:extLst>
              <a:ext uri="{FF2B5EF4-FFF2-40B4-BE49-F238E27FC236}">
                <a16:creationId xmlns:a16="http://schemas.microsoft.com/office/drawing/2014/main" id="{EDAD2D24-A979-004D-65DB-FB172917C021}"/>
              </a:ext>
            </a:extLst>
          </p:cNvPr>
          <p:cNvSpPr txBox="1"/>
          <p:nvPr/>
        </p:nvSpPr>
        <p:spPr>
          <a:xfrm>
            <a:off x="1469203" y="5676909"/>
            <a:ext cx="3277510" cy="646331"/>
          </a:xfrm>
          <a:prstGeom prst="rect">
            <a:avLst/>
          </a:prstGeom>
          <a:noFill/>
        </p:spPr>
        <p:txBody>
          <a:bodyPr wrap="square" rtlCol="0">
            <a:spAutoFit/>
          </a:bodyPr>
          <a:lstStyle/>
          <a:p>
            <a:r>
              <a:rPr lang="en-US" noProof="0" dirty="0"/>
              <a:t>Proposal probability ratio</a:t>
            </a:r>
          </a:p>
          <a:p>
            <a:r>
              <a:rPr lang="en-US" noProof="0" dirty="0"/>
              <a:t>ours is symmetric so it’s one</a:t>
            </a:r>
          </a:p>
        </p:txBody>
      </p:sp>
      <p:cxnSp>
        <p:nvCxnSpPr>
          <p:cNvPr id="34" name="Connettore 2 33">
            <a:extLst>
              <a:ext uri="{FF2B5EF4-FFF2-40B4-BE49-F238E27FC236}">
                <a16:creationId xmlns:a16="http://schemas.microsoft.com/office/drawing/2014/main" id="{D2BD93A3-7B59-EDA3-D3F3-0ED4357D2D23}"/>
              </a:ext>
            </a:extLst>
          </p:cNvPr>
          <p:cNvCxnSpPr>
            <a:stCxn id="32" idx="0"/>
          </p:cNvCxnSpPr>
          <p:nvPr/>
        </p:nvCxnSpPr>
        <p:spPr>
          <a:xfrm flipV="1">
            <a:off x="3107958" y="4397338"/>
            <a:ext cx="0" cy="127957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 name="Connettore 2 2">
            <a:extLst>
              <a:ext uri="{FF2B5EF4-FFF2-40B4-BE49-F238E27FC236}">
                <a16:creationId xmlns:a16="http://schemas.microsoft.com/office/drawing/2014/main" id="{32B54A13-6154-21FB-BCA1-B3AA10EC088A}"/>
              </a:ext>
            </a:extLst>
          </p:cNvPr>
          <p:cNvCxnSpPr>
            <a:cxnSpLocks/>
          </p:cNvCxnSpPr>
          <p:nvPr/>
        </p:nvCxnSpPr>
        <p:spPr>
          <a:xfrm flipH="1" flipV="1">
            <a:off x="4469258" y="3039343"/>
            <a:ext cx="1985407" cy="122486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167670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4E0A42-1BDA-95DB-3596-2A4CC0886CBB}"/>
            </a:ext>
          </a:extLst>
        </p:cNvPr>
        <p:cNvGrpSpPr/>
        <p:nvPr/>
      </p:nvGrpSpPr>
      <p:grpSpPr>
        <a:xfrm>
          <a:off x="0" y="0"/>
          <a:ext cx="0" cy="0"/>
          <a:chOff x="0" y="0"/>
          <a:chExt cx="0" cy="0"/>
        </a:xfrm>
      </p:grpSpPr>
      <p:sp>
        <p:nvSpPr>
          <p:cNvPr id="4" name="Titolo 1">
            <a:extLst>
              <a:ext uri="{FF2B5EF4-FFF2-40B4-BE49-F238E27FC236}">
                <a16:creationId xmlns:a16="http://schemas.microsoft.com/office/drawing/2014/main" id="{9436042A-62BD-7C86-68A2-E7064A1FF756}"/>
              </a:ext>
            </a:extLst>
          </p:cNvPr>
          <p:cNvSpPr>
            <a:spLocks noGrp="1"/>
          </p:cNvSpPr>
          <p:nvPr>
            <p:ph type="title"/>
          </p:nvPr>
        </p:nvSpPr>
        <p:spPr>
          <a:xfrm>
            <a:off x="642938" y="288925"/>
            <a:ext cx="10227120" cy="1235075"/>
          </a:xfrm>
        </p:spPr>
        <p:txBody>
          <a:bodyPr>
            <a:normAutofit fontScale="90000"/>
          </a:bodyPr>
          <a:lstStyle/>
          <a:p>
            <a:r>
              <a:rPr lang="en-US" noProof="0" dirty="0"/>
              <a:t>Sample the posterior: Metropolis-Hasting</a:t>
            </a:r>
          </a:p>
        </p:txBody>
      </p:sp>
      <p:sp>
        <p:nvSpPr>
          <p:cNvPr id="11" name="CasellaDiTesto 10">
            <a:extLst>
              <a:ext uri="{FF2B5EF4-FFF2-40B4-BE49-F238E27FC236}">
                <a16:creationId xmlns:a16="http://schemas.microsoft.com/office/drawing/2014/main" id="{F640BC26-7DBB-C601-3BA3-CEB240343E69}"/>
              </a:ext>
            </a:extLst>
          </p:cNvPr>
          <p:cNvSpPr txBox="1"/>
          <p:nvPr/>
        </p:nvSpPr>
        <p:spPr>
          <a:xfrm>
            <a:off x="642938" y="1387012"/>
            <a:ext cx="5599416" cy="646331"/>
          </a:xfrm>
          <a:prstGeom prst="rect">
            <a:avLst/>
          </a:prstGeom>
          <a:noFill/>
        </p:spPr>
        <p:txBody>
          <a:bodyPr wrap="square" rtlCol="0">
            <a:spAutoFit/>
          </a:bodyPr>
          <a:lstStyle/>
          <a:p>
            <a:r>
              <a:rPr lang="en-US" noProof="0" dirty="0"/>
              <a:t>Given a set of parameters we can now compute the posterior. How we find the set that maximize it?</a:t>
            </a:r>
          </a:p>
        </p:txBody>
      </p:sp>
      <p:sp>
        <p:nvSpPr>
          <p:cNvPr id="12" name="CasellaDiTesto 11">
            <a:extLst>
              <a:ext uri="{FF2B5EF4-FFF2-40B4-BE49-F238E27FC236}">
                <a16:creationId xmlns:a16="http://schemas.microsoft.com/office/drawing/2014/main" id="{B8E43609-2821-778B-227E-987F93624D72}"/>
              </a:ext>
            </a:extLst>
          </p:cNvPr>
          <p:cNvSpPr txBox="1"/>
          <p:nvPr/>
        </p:nvSpPr>
        <p:spPr>
          <a:xfrm>
            <a:off x="7071590" y="1330571"/>
            <a:ext cx="2969232" cy="369332"/>
          </a:xfrm>
          <a:prstGeom prst="rect">
            <a:avLst/>
          </a:prstGeom>
          <a:noFill/>
        </p:spPr>
        <p:txBody>
          <a:bodyPr wrap="square" rtlCol="0">
            <a:spAutoFit/>
          </a:bodyPr>
          <a:lstStyle/>
          <a:p>
            <a:r>
              <a:rPr lang="en-US" noProof="0" dirty="0"/>
              <a:t>5D grid search: not smart</a:t>
            </a:r>
          </a:p>
        </p:txBody>
      </p:sp>
      <p:sp>
        <p:nvSpPr>
          <p:cNvPr id="13" name="CasellaDiTesto 12">
            <a:extLst>
              <a:ext uri="{FF2B5EF4-FFF2-40B4-BE49-F238E27FC236}">
                <a16:creationId xmlns:a16="http://schemas.microsoft.com/office/drawing/2014/main" id="{30FD41EB-A849-B0F7-466B-082DF6540164}"/>
              </a:ext>
            </a:extLst>
          </p:cNvPr>
          <p:cNvSpPr txBox="1"/>
          <p:nvPr/>
        </p:nvSpPr>
        <p:spPr>
          <a:xfrm>
            <a:off x="6789051" y="1848677"/>
            <a:ext cx="3534310" cy="369332"/>
          </a:xfrm>
          <a:prstGeom prst="rect">
            <a:avLst/>
          </a:prstGeom>
          <a:noFill/>
        </p:spPr>
        <p:txBody>
          <a:bodyPr wrap="square" rtlCol="0">
            <a:spAutoFit/>
          </a:bodyPr>
          <a:lstStyle/>
          <a:p>
            <a:r>
              <a:rPr lang="en-US" noProof="0" dirty="0"/>
              <a:t>Metropolis-Hasting algorithm!</a:t>
            </a:r>
          </a:p>
        </p:txBody>
      </p:sp>
      <p:grpSp>
        <p:nvGrpSpPr>
          <p:cNvPr id="7" name="Gruppo 6">
            <a:extLst>
              <a:ext uri="{FF2B5EF4-FFF2-40B4-BE49-F238E27FC236}">
                <a16:creationId xmlns:a16="http://schemas.microsoft.com/office/drawing/2014/main" id="{51756F0E-56D9-584F-4E5C-5372C05C8722}"/>
              </a:ext>
            </a:extLst>
          </p:cNvPr>
          <p:cNvGrpSpPr/>
          <p:nvPr/>
        </p:nvGrpSpPr>
        <p:grpSpPr>
          <a:xfrm>
            <a:off x="5897366" y="2970441"/>
            <a:ext cx="4972692" cy="3339101"/>
            <a:chOff x="561427" y="2800792"/>
            <a:chExt cx="4972692" cy="3339101"/>
          </a:xfrm>
        </p:grpSpPr>
        <p:sp>
          <p:nvSpPr>
            <p:cNvPr id="6" name="Rettangolo con angoli arrotondati 5">
              <a:extLst>
                <a:ext uri="{FF2B5EF4-FFF2-40B4-BE49-F238E27FC236}">
                  <a16:creationId xmlns:a16="http://schemas.microsoft.com/office/drawing/2014/main" id="{124C4BD0-D3AB-38FE-1791-84EC7637463D}"/>
                </a:ext>
              </a:extLst>
            </p:cNvPr>
            <p:cNvSpPr/>
            <p:nvPr/>
          </p:nvSpPr>
          <p:spPr>
            <a:xfrm>
              <a:off x="561427" y="2800792"/>
              <a:ext cx="4972692" cy="3339101"/>
            </a:xfrm>
            <a:prstGeom prst="roundRect">
              <a:avLst/>
            </a:prstGeom>
            <a:solidFill>
              <a:schemeClr val="accent2">
                <a:lumMod val="60000"/>
                <a:lumOff val="40000"/>
              </a:schemeClr>
            </a:solidFill>
            <a:ln w="1905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5" name="Gruppo 4">
              <a:extLst>
                <a:ext uri="{FF2B5EF4-FFF2-40B4-BE49-F238E27FC236}">
                  <a16:creationId xmlns:a16="http://schemas.microsoft.com/office/drawing/2014/main" id="{85BBCC2F-CFEB-343B-04AE-EF1B10490C10}"/>
                </a:ext>
              </a:extLst>
            </p:cNvPr>
            <p:cNvGrpSpPr/>
            <p:nvPr/>
          </p:nvGrpSpPr>
          <p:grpSpPr>
            <a:xfrm>
              <a:off x="656865" y="2882993"/>
              <a:ext cx="4781817" cy="3174698"/>
              <a:chOff x="642938" y="2402526"/>
              <a:chExt cx="4781817" cy="3174698"/>
            </a:xfrm>
          </p:grpSpPr>
          <mc:AlternateContent xmlns:mc="http://schemas.openxmlformats.org/markup-compatibility/2006">
            <mc:Choice xmlns:a14="http://schemas.microsoft.com/office/drawing/2010/main" Requires="a14">
              <p:sp>
                <p:nvSpPr>
                  <p:cNvPr id="14" name="CasellaDiTesto 13">
                    <a:extLst>
                      <a:ext uri="{FF2B5EF4-FFF2-40B4-BE49-F238E27FC236}">
                        <a16:creationId xmlns:a16="http://schemas.microsoft.com/office/drawing/2014/main" id="{332E1F84-7556-0134-57AA-96CD0AC96D2C}"/>
                      </a:ext>
                    </a:extLst>
                  </p:cNvPr>
                  <p:cNvSpPr txBox="1"/>
                  <p:nvPr/>
                </p:nvSpPr>
                <p:spPr>
                  <a:xfrm>
                    <a:off x="1282103" y="2968316"/>
                    <a:ext cx="3503487" cy="923330"/>
                  </a:xfrm>
                  <a:prstGeom prst="rect">
                    <a:avLst/>
                  </a:prstGeom>
                  <a:noFill/>
                  <a:ln>
                    <a:noFill/>
                  </a:ln>
                </p:spPr>
                <p:txBody>
                  <a:bodyPr wrap="square" rtlCol="0">
                    <a:spAutoFit/>
                  </a:bodyPr>
                  <a:lstStyle/>
                  <a:p>
                    <a:pPr marL="285750" indent="-285750">
                      <a:buFont typeface="Arial" panose="020B0604020202020204" pitchFamily="34" charset="0"/>
                      <a:buChar char="•"/>
                    </a:pPr>
                    <a:r>
                      <a:rPr lang="en-US" noProof="0" dirty="0"/>
                      <a:t>Sample a </a:t>
                    </a:r>
                    <a14:m>
                      <m:oMath xmlns:m="http://schemas.openxmlformats.org/officeDocument/2006/math">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𝜃</m:t>
                            </m:r>
                          </m:e>
                          <m:sub>
                            <m:r>
                              <a:rPr lang="en-US" i="1" noProof="0" smtClean="0">
                                <a:latin typeface="Cambria Math" panose="02040503050406030204" pitchFamily="18" charset="0"/>
                              </a:rPr>
                              <m:t>𝑡</m:t>
                            </m:r>
                          </m:sub>
                        </m:sSub>
                      </m:oMath>
                    </a14:m>
                    <a:r>
                      <a:rPr lang="en-US" noProof="0" dirty="0"/>
                      <a:t> from </a:t>
                    </a:r>
                    <a14:m>
                      <m:oMath xmlns:m="http://schemas.openxmlformats.org/officeDocument/2006/math">
                        <m:r>
                          <a:rPr lang="en-US" i="1" noProof="0" smtClean="0">
                            <a:latin typeface="Cambria Math" panose="02040503050406030204" pitchFamily="18" charset="0"/>
                          </a:rPr>
                          <m:t>𝑞</m:t>
                        </m:r>
                        <m:d>
                          <m:dPr>
                            <m:ctrlPr>
                              <a:rPr lang="en-US" i="1" noProof="0" smtClean="0">
                                <a:latin typeface="Cambria Math" panose="02040503050406030204" pitchFamily="18" charset="0"/>
                              </a:rPr>
                            </m:ctrlPr>
                          </m:dPr>
                          <m:e>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𝜃</m:t>
                                </m:r>
                              </m:e>
                              <m:sub>
                                <m:r>
                                  <a:rPr lang="en-US" i="1" noProof="0" smtClean="0">
                                    <a:latin typeface="Cambria Math" panose="02040503050406030204" pitchFamily="18" charset="0"/>
                                  </a:rPr>
                                  <m:t>0</m:t>
                                </m:r>
                              </m:sub>
                            </m:sSub>
                          </m:e>
                        </m:d>
                      </m:oMath>
                    </a14:m>
                    <a:endParaRPr lang="en-US" noProof="0" dirty="0"/>
                  </a:p>
                  <a:p>
                    <a:pPr marL="285750" indent="-285750">
                      <a:buFont typeface="Arial" panose="020B0604020202020204" pitchFamily="34" charset="0"/>
                      <a:buChar char="•"/>
                    </a:pPr>
                    <a:r>
                      <a:rPr lang="en-US" noProof="0" dirty="0"/>
                      <a:t>Compute the posterior on </a:t>
                    </a:r>
                    <a14:m>
                      <m:oMath xmlns:m="http://schemas.openxmlformats.org/officeDocument/2006/math">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𝜃</m:t>
                            </m:r>
                          </m:e>
                          <m:sub>
                            <m:r>
                              <a:rPr lang="en-US" i="1" noProof="0" smtClean="0">
                                <a:latin typeface="Cambria Math" panose="02040503050406030204" pitchFamily="18" charset="0"/>
                              </a:rPr>
                              <m:t>𝑡</m:t>
                            </m:r>
                          </m:sub>
                        </m:sSub>
                      </m:oMath>
                    </a14:m>
                    <a:endParaRPr lang="en-US" noProof="0" dirty="0"/>
                  </a:p>
                  <a:p>
                    <a:pPr marL="285750" indent="-285750">
                      <a:buFont typeface="Arial" panose="020B0604020202020204" pitchFamily="34" charset="0"/>
                      <a:buChar char="•"/>
                    </a:pPr>
                    <a:r>
                      <a:rPr lang="en-US" noProof="0" dirty="0"/>
                      <a:t>Check acceptance rule</a:t>
                    </a:r>
                  </a:p>
                </p:txBody>
              </p:sp>
            </mc:Choice>
            <mc:Fallback>
              <p:sp>
                <p:nvSpPr>
                  <p:cNvPr id="14" name="CasellaDiTesto 13">
                    <a:extLst>
                      <a:ext uri="{FF2B5EF4-FFF2-40B4-BE49-F238E27FC236}">
                        <a16:creationId xmlns:a16="http://schemas.microsoft.com/office/drawing/2014/main" id="{332E1F84-7556-0134-57AA-96CD0AC96D2C}"/>
                      </a:ext>
                    </a:extLst>
                  </p:cNvPr>
                  <p:cNvSpPr txBox="1">
                    <a:spLocks noRot="1" noChangeAspect="1" noMove="1" noResize="1" noEditPoints="1" noAdjustHandles="1" noChangeArrowheads="1" noChangeShapeType="1" noTextEdit="1"/>
                  </p:cNvSpPr>
                  <p:nvPr/>
                </p:nvSpPr>
                <p:spPr>
                  <a:xfrm>
                    <a:off x="1282103" y="2968316"/>
                    <a:ext cx="3503487" cy="923330"/>
                  </a:xfrm>
                  <a:prstGeom prst="rect">
                    <a:avLst/>
                  </a:prstGeom>
                  <a:blipFill>
                    <a:blip r:embed="rId2"/>
                    <a:stretch>
                      <a:fillRect l="-1217" t="-3974" b="-9934"/>
                    </a:stretch>
                  </a:blipFill>
                  <a:ln>
                    <a:noFill/>
                  </a:ln>
                </p:spPr>
                <p:txBody>
                  <a:bodyPr/>
                  <a:lstStyle/>
                  <a:p>
                    <a:r>
                      <a:rPr lang="it-IT">
                        <a:noFill/>
                      </a:rPr>
                      <a:t> </a:t>
                    </a:r>
                  </a:p>
                </p:txBody>
              </p:sp>
            </mc:Fallback>
          </mc:AlternateContent>
          <p:grpSp>
            <p:nvGrpSpPr>
              <p:cNvPr id="3" name="Gruppo 2">
                <a:extLst>
                  <a:ext uri="{FF2B5EF4-FFF2-40B4-BE49-F238E27FC236}">
                    <a16:creationId xmlns:a16="http://schemas.microsoft.com/office/drawing/2014/main" id="{3D492A90-F670-A969-2BE4-5C0D0CBC8794}"/>
                  </a:ext>
                </a:extLst>
              </p:cNvPr>
              <p:cNvGrpSpPr/>
              <p:nvPr/>
            </p:nvGrpSpPr>
            <p:grpSpPr>
              <a:xfrm>
                <a:off x="864688" y="4088104"/>
                <a:ext cx="4338316" cy="646331"/>
                <a:chOff x="740543" y="4035967"/>
                <a:chExt cx="4338316" cy="646331"/>
              </a:xfrm>
            </p:grpSpPr>
            <mc:AlternateContent xmlns:mc="http://schemas.openxmlformats.org/markup-compatibility/2006">
              <mc:Choice xmlns:a14="http://schemas.microsoft.com/office/drawing/2010/main" Requires="a14">
                <p:sp>
                  <p:nvSpPr>
                    <p:cNvPr id="15" name="CasellaDiTesto 14">
                      <a:extLst>
                        <a:ext uri="{FF2B5EF4-FFF2-40B4-BE49-F238E27FC236}">
                          <a16:creationId xmlns:a16="http://schemas.microsoft.com/office/drawing/2014/main" id="{528A70A0-79FE-6960-C722-D9118CB60554}"/>
                        </a:ext>
                      </a:extLst>
                    </p:cNvPr>
                    <p:cNvSpPr txBox="1"/>
                    <p:nvPr/>
                  </p:nvSpPr>
                  <p:spPr>
                    <a:xfrm>
                      <a:off x="740543" y="4035967"/>
                      <a:ext cx="1684962" cy="646331"/>
                    </a:xfrm>
                    <a:prstGeom prst="rect">
                      <a:avLst/>
                    </a:prstGeom>
                    <a:noFill/>
                    <a:ln>
                      <a:noFill/>
                    </a:ln>
                  </p:spPr>
                  <p:txBody>
                    <a:bodyPr wrap="square" rtlCol="0">
                      <a:spAutoFit/>
                    </a:bodyPr>
                    <a:lstStyle/>
                    <a:p>
                      <a:r>
                        <a:rPr lang="en-US" noProof="0" dirty="0"/>
                        <a:t>If true move to </a:t>
                      </a:r>
                      <a14:m>
                        <m:oMath xmlns:m="http://schemas.openxmlformats.org/officeDocument/2006/math">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𝜃</m:t>
                              </m:r>
                            </m:e>
                            <m:sub>
                              <m:r>
                                <a:rPr lang="en-US" i="1" noProof="0" smtClean="0">
                                  <a:latin typeface="Cambria Math" panose="02040503050406030204" pitchFamily="18" charset="0"/>
                                </a:rPr>
                                <m:t>0</m:t>
                              </m:r>
                            </m:sub>
                          </m:sSub>
                          <m:r>
                            <a:rPr lang="en-US" i="1" noProof="0" smtClean="0">
                              <a:latin typeface="Cambria Math" panose="02040503050406030204" pitchFamily="18" charset="0"/>
                            </a:rPr>
                            <m:t>=</m:t>
                          </m:r>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𝜃</m:t>
                              </m:r>
                            </m:e>
                            <m:sub>
                              <m:r>
                                <a:rPr lang="en-US" i="1" noProof="0" smtClean="0">
                                  <a:latin typeface="Cambria Math" panose="02040503050406030204" pitchFamily="18" charset="0"/>
                                </a:rPr>
                                <m:t>𝑡</m:t>
                              </m:r>
                            </m:sub>
                          </m:sSub>
                        </m:oMath>
                      </a14:m>
                      <a:endParaRPr lang="en-US" noProof="0" dirty="0"/>
                    </a:p>
                  </p:txBody>
                </p:sp>
              </mc:Choice>
              <mc:Fallback>
                <p:sp>
                  <p:nvSpPr>
                    <p:cNvPr id="15" name="CasellaDiTesto 14">
                      <a:extLst>
                        <a:ext uri="{FF2B5EF4-FFF2-40B4-BE49-F238E27FC236}">
                          <a16:creationId xmlns:a16="http://schemas.microsoft.com/office/drawing/2014/main" id="{528A70A0-79FE-6960-C722-D9118CB60554}"/>
                        </a:ext>
                      </a:extLst>
                    </p:cNvPr>
                    <p:cNvSpPr txBox="1">
                      <a:spLocks noRot="1" noChangeAspect="1" noMove="1" noResize="1" noEditPoints="1" noAdjustHandles="1" noChangeArrowheads="1" noChangeShapeType="1" noTextEdit="1"/>
                    </p:cNvSpPr>
                    <p:nvPr/>
                  </p:nvSpPr>
                  <p:spPr>
                    <a:xfrm>
                      <a:off x="740543" y="4035967"/>
                      <a:ext cx="1684962" cy="646331"/>
                    </a:xfrm>
                    <a:prstGeom prst="rect">
                      <a:avLst/>
                    </a:prstGeom>
                    <a:blipFill>
                      <a:blip r:embed="rId3"/>
                      <a:stretch>
                        <a:fillRect l="-2888" t="-4717" b="-14151"/>
                      </a:stretch>
                    </a:blipFill>
                    <a:ln>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6" name="CasellaDiTesto 15">
                      <a:extLst>
                        <a:ext uri="{FF2B5EF4-FFF2-40B4-BE49-F238E27FC236}">
                          <a16:creationId xmlns:a16="http://schemas.microsoft.com/office/drawing/2014/main" id="{451A85DE-B6D0-FCEC-9C0B-E79BDDA5F698}"/>
                        </a:ext>
                      </a:extLst>
                    </p:cNvPr>
                    <p:cNvSpPr txBox="1"/>
                    <p:nvPr/>
                  </p:nvSpPr>
                  <p:spPr>
                    <a:xfrm>
                      <a:off x="3008616" y="4174466"/>
                      <a:ext cx="2070243" cy="369332"/>
                    </a:xfrm>
                    <a:prstGeom prst="rect">
                      <a:avLst/>
                    </a:prstGeom>
                    <a:noFill/>
                    <a:ln>
                      <a:noFill/>
                    </a:ln>
                  </p:spPr>
                  <p:txBody>
                    <a:bodyPr wrap="square" rtlCol="0">
                      <a:spAutoFit/>
                    </a:bodyPr>
                    <a:lstStyle/>
                    <a:p>
                      <a:r>
                        <a:rPr lang="en-US" noProof="0" dirty="0"/>
                        <a:t>If false stay at </a:t>
                      </a:r>
                      <a14:m>
                        <m:oMath xmlns:m="http://schemas.openxmlformats.org/officeDocument/2006/math">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𝜃</m:t>
                              </m:r>
                            </m:e>
                            <m:sub>
                              <m:r>
                                <a:rPr lang="en-US" i="1" noProof="0" smtClean="0">
                                  <a:latin typeface="Cambria Math" panose="02040503050406030204" pitchFamily="18" charset="0"/>
                                </a:rPr>
                                <m:t>0</m:t>
                              </m:r>
                            </m:sub>
                          </m:sSub>
                        </m:oMath>
                      </a14:m>
                      <a:endParaRPr lang="en-US" noProof="0" dirty="0"/>
                    </a:p>
                  </p:txBody>
                </p:sp>
              </mc:Choice>
              <mc:Fallback>
                <p:sp>
                  <p:nvSpPr>
                    <p:cNvPr id="16" name="CasellaDiTesto 15">
                      <a:extLst>
                        <a:ext uri="{FF2B5EF4-FFF2-40B4-BE49-F238E27FC236}">
                          <a16:creationId xmlns:a16="http://schemas.microsoft.com/office/drawing/2014/main" id="{451A85DE-B6D0-FCEC-9C0B-E79BDDA5F698}"/>
                        </a:ext>
                      </a:extLst>
                    </p:cNvPr>
                    <p:cNvSpPr txBox="1">
                      <a:spLocks noRot="1" noChangeAspect="1" noMove="1" noResize="1" noEditPoints="1" noAdjustHandles="1" noChangeArrowheads="1" noChangeShapeType="1" noTextEdit="1"/>
                    </p:cNvSpPr>
                    <p:nvPr/>
                  </p:nvSpPr>
                  <p:spPr>
                    <a:xfrm>
                      <a:off x="3008616" y="4174466"/>
                      <a:ext cx="2070243" cy="369332"/>
                    </a:xfrm>
                    <a:prstGeom prst="rect">
                      <a:avLst/>
                    </a:prstGeom>
                    <a:blipFill>
                      <a:blip r:embed="rId4"/>
                      <a:stretch>
                        <a:fillRect l="-2655" t="-9836" b="-24590"/>
                      </a:stretch>
                    </a:blipFill>
                    <a:ln>
                      <a:noFill/>
                    </a:ln>
                  </p:spPr>
                  <p:txBody>
                    <a:bodyPr/>
                    <a:lstStyle/>
                    <a:p>
                      <a:r>
                        <a:rPr lang="it-IT">
                          <a:noFill/>
                        </a:rPr>
                        <a:t> </a:t>
                      </a:r>
                    </a:p>
                  </p:txBody>
                </p:sp>
              </mc:Fallback>
            </mc:AlternateContent>
          </p:grpSp>
          <mc:AlternateContent xmlns:mc="http://schemas.openxmlformats.org/markup-compatibility/2006">
            <mc:Choice xmlns:a14="http://schemas.microsoft.com/office/drawing/2010/main" Requires="a14">
              <p:sp>
                <p:nvSpPr>
                  <p:cNvPr id="17" name="CasellaDiTesto 16">
                    <a:extLst>
                      <a:ext uri="{FF2B5EF4-FFF2-40B4-BE49-F238E27FC236}">
                        <a16:creationId xmlns:a16="http://schemas.microsoft.com/office/drawing/2014/main" id="{2A1FBE9D-19ED-813F-9839-D741F5D4D85E}"/>
                      </a:ext>
                    </a:extLst>
                  </p:cNvPr>
                  <p:cNvSpPr txBox="1"/>
                  <p:nvPr/>
                </p:nvSpPr>
                <p:spPr>
                  <a:xfrm>
                    <a:off x="642938" y="4930893"/>
                    <a:ext cx="4781817" cy="646331"/>
                  </a:xfrm>
                  <a:prstGeom prst="rect">
                    <a:avLst/>
                  </a:prstGeom>
                  <a:noFill/>
                  <a:ln>
                    <a:noFill/>
                  </a:ln>
                </p:spPr>
                <p:txBody>
                  <a:bodyPr wrap="square" rtlCol="0">
                    <a:spAutoFit/>
                  </a:bodyPr>
                  <a:lstStyle/>
                  <a:p>
                    <a:pPr algn="ctr"/>
                    <a:r>
                      <a:rPr lang="en-US" noProof="0" dirty="0"/>
                      <a:t>In this way we will have the </a:t>
                    </a:r>
                    <a14:m>
                      <m:oMath xmlns:m="http://schemas.openxmlformats.org/officeDocument/2006/math">
                        <m:r>
                          <a:rPr lang="en-US" i="1" noProof="0" smtClean="0">
                            <a:latin typeface="Cambria Math" panose="02040503050406030204" pitchFamily="18" charset="0"/>
                          </a:rPr>
                          <m:t>𝜃</m:t>
                        </m:r>
                      </m:oMath>
                    </a14:m>
                    <a:r>
                      <a:rPr lang="en-US" noProof="0" dirty="0"/>
                      <a:t> with higher posterior more times so more probable! </a:t>
                    </a:r>
                  </a:p>
                </p:txBody>
              </p:sp>
            </mc:Choice>
            <mc:Fallback>
              <p:sp>
                <p:nvSpPr>
                  <p:cNvPr id="17" name="CasellaDiTesto 16">
                    <a:extLst>
                      <a:ext uri="{FF2B5EF4-FFF2-40B4-BE49-F238E27FC236}">
                        <a16:creationId xmlns:a16="http://schemas.microsoft.com/office/drawing/2014/main" id="{2A1FBE9D-19ED-813F-9839-D741F5D4D85E}"/>
                      </a:ext>
                    </a:extLst>
                  </p:cNvPr>
                  <p:cNvSpPr txBox="1">
                    <a:spLocks noRot="1" noChangeAspect="1" noMove="1" noResize="1" noEditPoints="1" noAdjustHandles="1" noChangeArrowheads="1" noChangeShapeType="1" noTextEdit="1"/>
                  </p:cNvSpPr>
                  <p:nvPr/>
                </p:nvSpPr>
                <p:spPr>
                  <a:xfrm>
                    <a:off x="642938" y="4930893"/>
                    <a:ext cx="4781817" cy="646331"/>
                  </a:xfrm>
                  <a:prstGeom prst="rect">
                    <a:avLst/>
                  </a:prstGeom>
                  <a:blipFill>
                    <a:blip r:embed="rId5"/>
                    <a:stretch>
                      <a:fillRect t="-5660" r="-1148" b="-14151"/>
                    </a:stretch>
                  </a:blipFill>
                  <a:ln>
                    <a:noFill/>
                  </a:ln>
                </p:spPr>
                <p:txBody>
                  <a:bodyPr/>
                  <a:lstStyle/>
                  <a:p>
                    <a:r>
                      <a:rPr lang="it-IT">
                        <a:noFill/>
                      </a:rPr>
                      <a:t> </a:t>
                    </a:r>
                  </a:p>
                </p:txBody>
              </p:sp>
            </mc:Fallback>
          </mc:AlternateContent>
          <p:sp>
            <p:nvSpPr>
              <p:cNvPr id="2" name="CasellaDiTesto 1">
                <a:extLst>
                  <a:ext uri="{FF2B5EF4-FFF2-40B4-BE49-F238E27FC236}">
                    <a16:creationId xmlns:a16="http://schemas.microsoft.com/office/drawing/2014/main" id="{AFD19476-F926-FE1A-A565-4DE83D75FA93}"/>
                  </a:ext>
                </a:extLst>
              </p:cNvPr>
              <p:cNvSpPr txBox="1"/>
              <p:nvPr/>
            </p:nvSpPr>
            <p:spPr>
              <a:xfrm>
                <a:off x="2386575" y="2402526"/>
                <a:ext cx="1294543" cy="369332"/>
              </a:xfrm>
              <a:prstGeom prst="rect">
                <a:avLst/>
              </a:prstGeom>
              <a:noFill/>
              <a:ln>
                <a:noFill/>
              </a:ln>
            </p:spPr>
            <p:txBody>
              <a:bodyPr wrap="square" rtlCol="0">
                <a:spAutoFit/>
              </a:bodyPr>
              <a:lstStyle/>
              <a:p>
                <a:r>
                  <a:rPr lang="en-US" noProof="0" dirty="0"/>
                  <a:t>Base idea</a:t>
                </a:r>
              </a:p>
            </p:txBody>
          </p:sp>
        </p:grpSp>
      </p:grpSp>
      <p:sp>
        <p:nvSpPr>
          <p:cNvPr id="8" name="CasellaDiTesto 7">
            <a:extLst>
              <a:ext uri="{FF2B5EF4-FFF2-40B4-BE49-F238E27FC236}">
                <a16:creationId xmlns:a16="http://schemas.microsoft.com/office/drawing/2014/main" id="{1BB31DF0-48C2-89F8-AB86-908E150A61B0}"/>
              </a:ext>
            </a:extLst>
          </p:cNvPr>
          <p:cNvSpPr txBox="1"/>
          <p:nvPr/>
        </p:nvSpPr>
        <p:spPr>
          <a:xfrm>
            <a:off x="945222" y="3618432"/>
            <a:ext cx="3863084" cy="923330"/>
          </a:xfrm>
          <a:prstGeom prst="rect">
            <a:avLst/>
          </a:prstGeom>
          <a:noFill/>
        </p:spPr>
        <p:txBody>
          <a:bodyPr wrap="square" rtlCol="0">
            <a:spAutoFit/>
          </a:bodyPr>
          <a:lstStyle/>
          <a:p>
            <a:r>
              <a:rPr lang="it-IT" dirty="0"/>
              <a:t>We make a first «blind» </a:t>
            </a:r>
            <a:r>
              <a:rPr lang="it-IT" dirty="0" err="1"/>
              <a:t>run</a:t>
            </a:r>
            <a:r>
              <a:rPr lang="it-IT" dirty="0"/>
              <a:t> of the </a:t>
            </a:r>
            <a:r>
              <a:rPr lang="it-IT" dirty="0" err="1"/>
              <a:t>algorithm</a:t>
            </a:r>
            <a:r>
              <a:rPr lang="it-IT" dirty="0"/>
              <a:t> with 10k steps to estimate the </a:t>
            </a:r>
            <a:r>
              <a:rPr lang="it-IT" dirty="0" err="1"/>
              <a:t>covariance</a:t>
            </a:r>
            <a:endParaRPr lang="it-IT" dirty="0"/>
          </a:p>
        </p:txBody>
      </p:sp>
      <p:sp>
        <p:nvSpPr>
          <p:cNvPr id="9" name="CasellaDiTesto 8">
            <a:extLst>
              <a:ext uri="{FF2B5EF4-FFF2-40B4-BE49-F238E27FC236}">
                <a16:creationId xmlns:a16="http://schemas.microsoft.com/office/drawing/2014/main" id="{1A5104F8-6052-1A08-7A54-6FF68CD9F092}"/>
              </a:ext>
            </a:extLst>
          </p:cNvPr>
          <p:cNvSpPr txBox="1"/>
          <p:nvPr/>
        </p:nvSpPr>
        <p:spPr>
          <a:xfrm>
            <a:off x="823243" y="5231733"/>
            <a:ext cx="4027470" cy="646331"/>
          </a:xfrm>
          <a:prstGeom prst="rect">
            <a:avLst/>
          </a:prstGeom>
          <a:noFill/>
        </p:spPr>
        <p:txBody>
          <a:bodyPr wrap="square" rtlCol="0">
            <a:spAutoFit/>
          </a:bodyPr>
          <a:lstStyle/>
          <a:p>
            <a:r>
              <a:rPr lang="it-IT" dirty="0"/>
              <a:t>We </a:t>
            </a:r>
            <a:r>
              <a:rPr lang="it-IT" dirty="0" err="1"/>
              <a:t>then</a:t>
            </a:r>
            <a:r>
              <a:rPr lang="it-IT" dirty="0"/>
              <a:t> make the </a:t>
            </a:r>
            <a:r>
              <a:rPr lang="it-IT" dirty="0" err="1"/>
              <a:t>final</a:t>
            </a:r>
            <a:r>
              <a:rPr lang="it-IT" dirty="0"/>
              <a:t> </a:t>
            </a:r>
            <a:r>
              <a:rPr lang="it-IT" dirty="0" err="1"/>
              <a:t>run</a:t>
            </a:r>
            <a:r>
              <a:rPr lang="it-IT" dirty="0"/>
              <a:t> with 100k steps</a:t>
            </a:r>
          </a:p>
        </p:txBody>
      </p:sp>
    </p:spTree>
    <p:extLst>
      <p:ext uri="{BB962C8B-B14F-4D97-AF65-F5344CB8AC3E}">
        <p14:creationId xmlns:p14="http://schemas.microsoft.com/office/powerpoint/2010/main" val="14541023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0DA32-9781-B808-0A0C-2A51C2DAD4F1}"/>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itolo 1">
                <a:extLst>
                  <a:ext uri="{FF2B5EF4-FFF2-40B4-BE49-F238E27FC236}">
                    <a16:creationId xmlns:a16="http://schemas.microsoft.com/office/drawing/2014/main" id="{946849C8-AAAC-DBA6-DA09-1E7DDF652ED8}"/>
                  </a:ext>
                </a:extLst>
              </p:cNvPr>
              <p:cNvSpPr>
                <a:spLocks noGrp="1"/>
              </p:cNvSpPr>
              <p:nvPr>
                <p:ph type="title"/>
              </p:nvPr>
            </p:nvSpPr>
            <p:spPr>
              <a:xfrm>
                <a:off x="642938" y="288925"/>
                <a:ext cx="10227120" cy="1235075"/>
              </a:xfrm>
            </p:spPr>
            <p:txBody>
              <a:bodyPr>
                <a:normAutofit/>
              </a:bodyPr>
              <a:lstStyle/>
              <a:p>
                <a:r>
                  <a:rPr lang="en-US" noProof="0" dirty="0"/>
                  <a:t>Classification on </a:t>
                </a:r>
                <a14:m>
                  <m:oMath xmlns:m="http://schemas.openxmlformats.org/officeDocument/2006/math">
                    <m:func>
                      <m:funcPr>
                        <m:ctrlPr>
                          <a:rPr lang="en-US" i="1" noProof="0" smtClean="0">
                            <a:latin typeface="Cambria Math" panose="02040503050406030204" pitchFamily="18" charset="0"/>
                          </a:rPr>
                        </m:ctrlPr>
                      </m:funcPr>
                      <m:fName>
                        <m:r>
                          <m:rPr>
                            <m:sty m:val="p"/>
                          </m:rPr>
                          <a:rPr lang="en-US" noProof="0" smtClean="0">
                            <a:latin typeface="Cambria Math" panose="02040503050406030204" pitchFamily="18" charset="0"/>
                          </a:rPr>
                          <m:t>log</m:t>
                        </m:r>
                      </m:fName>
                      <m:e>
                        <m:d>
                          <m:dPr>
                            <m:ctrlPr>
                              <a:rPr lang="en-US" i="1" noProof="0" smtClean="0">
                                <a:latin typeface="Cambria Math" panose="02040503050406030204" pitchFamily="18" charset="0"/>
                              </a:rPr>
                            </m:ctrlPr>
                          </m:dPr>
                          <m:e>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𝑇</m:t>
                                </m:r>
                              </m:e>
                              <m:sub>
                                <m:r>
                                  <a:rPr lang="en-US" i="1" noProof="0" smtClean="0">
                                    <a:latin typeface="Cambria Math" panose="02040503050406030204" pitchFamily="18" charset="0"/>
                                  </a:rPr>
                                  <m:t>90</m:t>
                                </m:r>
                              </m:sub>
                            </m:sSub>
                          </m:e>
                        </m:d>
                      </m:e>
                    </m:func>
                  </m:oMath>
                </a14:m>
                <a:r>
                  <a:rPr lang="en-US" noProof="0" dirty="0"/>
                  <a:t>: traces</a:t>
                </a:r>
              </a:p>
            </p:txBody>
          </p:sp>
        </mc:Choice>
        <mc:Fallback>
          <p:sp>
            <p:nvSpPr>
              <p:cNvPr id="4" name="Titolo 1">
                <a:extLst>
                  <a:ext uri="{FF2B5EF4-FFF2-40B4-BE49-F238E27FC236}">
                    <a16:creationId xmlns:a16="http://schemas.microsoft.com/office/drawing/2014/main" id="{946849C8-AAAC-DBA6-DA09-1E7DDF652ED8}"/>
                  </a:ext>
                </a:extLst>
              </p:cNvPr>
              <p:cNvSpPr>
                <a:spLocks noGrp="1" noRot="1" noChangeAspect="1" noMove="1" noResize="1" noEditPoints="1" noAdjustHandles="1" noChangeArrowheads="1" noChangeShapeType="1" noTextEdit="1"/>
              </p:cNvSpPr>
              <p:nvPr>
                <p:ph type="title"/>
              </p:nvPr>
            </p:nvSpPr>
            <p:spPr>
              <a:xfrm>
                <a:off x="642938" y="288925"/>
                <a:ext cx="10227120" cy="1235075"/>
              </a:xfrm>
              <a:blipFill>
                <a:blip r:embed="rId2"/>
                <a:stretch>
                  <a:fillRect l="-2384" t="-15271"/>
                </a:stretch>
              </a:blipFill>
            </p:spPr>
            <p:txBody>
              <a:bodyPr/>
              <a:lstStyle/>
              <a:p>
                <a:r>
                  <a:rPr lang="it-IT">
                    <a:noFill/>
                  </a:rPr>
                  <a:t> </a:t>
                </a:r>
              </a:p>
            </p:txBody>
          </p:sp>
        </mc:Fallback>
      </mc:AlternateContent>
      <p:pic>
        <p:nvPicPr>
          <p:cNvPr id="8" name="Immagine 7">
            <a:extLst>
              <a:ext uri="{FF2B5EF4-FFF2-40B4-BE49-F238E27FC236}">
                <a16:creationId xmlns:a16="http://schemas.microsoft.com/office/drawing/2014/main" id="{27295680-5A0C-FA92-8886-D663577226A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2938" y="2586649"/>
            <a:ext cx="5528698" cy="4146524"/>
          </a:xfrm>
          <a:prstGeom prst="rect">
            <a:avLst/>
          </a:prstGeom>
        </p:spPr>
      </p:pic>
      <p:pic>
        <p:nvPicPr>
          <p:cNvPr id="10" name="Immagine 9">
            <a:extLst>
              <a:ext uri="{FF2B5EF4-FFF2-40B4-BE49-F238E27FC236}">
                <a16:creationId xmlns:a16="http://schemas.microsoft.com/office/drawing/2014/main" id="{F8D30A6A-8B9C-B099-9203-0A75B00C447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0" y="1962364"/>
            <a:ext cx="4770809" cy="4770809"/>
          </a:xfrm>
          <a:prstGeom prst="rect">
            <a:avLst/>
          </a:prstGeom>
        </p:spPr>
      </p:pic>
      <p:sp>
        <p:nvSpPr>
          <p:cNvPr id="15" name="CasellaDiTesto 14">
            <a:extLst>
              <a:ext uri="{FF2B5EF4-FFF2-40B4-BE49-F238E27FC236}">
                <a16:creationId xmlns:a16="http://schemas.microsoft.com/office/drawing/2014/main" id="{B4FCC60B-CB29-9712-3265-FF777DBE7185}"/>
              </a:ext>
            </a:extLst>
          </p:cNvPr>
          <p:cNvSpPr txBox="1"/>
          <p:nvPr/>
        </p:nvSpPr>
        <p:spPr>
          <a:xfrm>
            <a:off x="642938" y="1200834"/>
            <a:ext cx="3140923" cy="646331"/>
          </a:xfrm>
          <a:prstGeom prst="rect">
            <a:avLst/>
          </a:prstGeom>
          <a:noFill/>
        </p:spPr>
        <p:txBody>
          <a:bodyPr wrap="square" rtlCol="0">
            <a:spAutoFit/>
          </a:bodyPr>
          <a:lstStyle/>
          <a:p>
            <a:r>
              <a:rPr lang="en-US" noProof="0" dirty="0"/>
              <a:t>We see that some steps are needed to find the peak</a:t>
            </a:r>
          </a:p>
        </p:txBody>
      </p:sp>
      <mc:AlternateContent xmlns:mc="http://schemas.openxmlformats.org/markup-compatibility/2006">
        <mc:Choice xmlns:a14="http://schemas.microsoft.com/office/drawing/2010/main" Requires="a14">
          <p:sp>
            <p:nvSpPr>
              <p:cNvPr id="16" name="CasellaDiTesto 15">
                <a:extLst>
                  <a:ext uri="{FF2B5EF4-FFF2-40B4-BE49-F238E27FC236}">
                    <a16:creationId xmlns:a16="http://schemas.microsoft.com/office/drawing/2014/main" id="{12AAD96A-43E3-E63D-AA49-112C0C82C0F1}"/>
                  </a:ext>
                </a:extLst>
              </p:cNvPr>
              <p:cNvSpPr txBox="1"/>
              <p:nvPr/>
            </p:nvSpPr>
            <p:spPr>
              <a:xfrm>
                <a:off x="4525539" y="1200833"/>
                <a:ext cx="3140922" cy="646331"/>
              </a:xfrm>
              <a:prstGeom prst="rect">
                <a:avLst/>
              </a:prstGeom>
              <a:noFill/>
            </p:spPr>
            <p:txBody>
              <a:bodyPr wrap="square" rtlCol="0">
                <a:spAutoFit/>
              </a:bodyPr>
              <a:lstStyle/>
              <a:p>
                <a:r>
                  <a:rPr lang="en-US" noProof="0" dirty="0"/>
                  <a:t>Burn-in: discard </a:t>
                </a:r>
                <a14:m>
                  <m:oMath xmlns:m="http://schemas.openxmlformats.org/officeDocument/2006/math">
                    <m:r>
                      <a:rPr lang="en-US" i="1" noProof="0" dirty="0" smtClean="0">
                        <a:latin typeface="Cambria Math" panose="02040503050406030204" pitchFamily="18" charset="0"/>
                      </a:rPr>
                      <m:t>𝑛</m:t>
                    </m:r>
                  </m:oMath>
                </a14:m>
                <a:r>
                  <a:rPr lang="en-US" noProof="0" dirty="0"/>
                  <a:t> points to have samples of the peak</a:t>
                </a:r>
              </a:p>
            </p:txBody>
          </p:sp>
        </mc:Choice>
        <mc:Fallback>
          <p:sp>
            <p:nvSpPr>
              <p:cNvPr id="16" name="CasellaDiTesto 15">
                <a:extLst>
                  <a:ext uri="{FF2B5EF4-FFF2-40B4-BE49-F238E27FC236}">
                    <a16:creationId xmlns:a16="http://schemas.microsoft.com/office/drawing/2014/main" id="{12AAD96A-43E3-E63D-AA49-112C0C82C0F1}"/>
                  </a:ext>
                </a:extLst>
              </p:cNvPr>
              <p:cNvSpPr txBox="1">
                <a:spLocks noRot="1" noChangeAspect="1" noMove="1" noResize="1" noEditPoints="1" noAdjustHandles="1" noChangeArrowheads="1" noChangeShapeType="1" noTextEdit="1"/>
              </p:cNvSpPr>
              <p:nvPr/>
            </p:nvSpPr>
            <p:spPr>
              <a:xfrm>
                <a:off x="4525539" y="1200833"/>
                <a:ext cx="3140922" cy="646331"/>
              </a:xfrm>
              <a:prstGeom prst="rect">
                <a:avLst/>
              </a:prstGeom>
              <a:blipFill>
                <a:blip r:embed="rId5"/>
                <a:stretch>
                  <a:fillRect l="-1550" t="-5660" r="-2132" b="-14151"/>
                </a:stretch>
              </a:blipFill>
            </p:spPr>
            <p:txBody>
              <a:bodyPr/>
              <a:lstStyle/>
              <a:p>
                <a:r>
                  <a:rPr lang="it-IT">
                    <a:noFill/>
                  </a:rPr>
                  <a:t> </a:t>
                </a:r>
              </a:p>
            </p:txBody>
          </p:sp>
        </mc:Fallback>
      </mc:AlternateContent>
      <p:cxnSp>
        <p:nvCxnSpPr>
          <p:cNvPr id="17" name="Connettore 2 16">
            <a:extLst>
              <a:ext uri="{FF2B5EF4-FFF2-40B4-BE49-F238E27FC236}">
                <a16:creationId xmlns:a16="http://schemas.microsoft.com/office/drawing/2014/main" id="{B71E3E68-CBDE-7BE1-2F8E-6DBD3AC49BA5}"/>
              </a:ext>
            </a:extLst>
          </p:cNvPr>
          <p:cNvCxnSpPr>
            <a:cxnSpLocks/>
            <a:stCxn id="15" idx="3"/>
            <a:endCxn id="16" idx="1"/>
          </p:cNvCxnSpPr>
          <p:nvPr/>
        </p:nvCxnSpPr>
        <p:spPr>
          <a:xfrm flipV="1">
            <a:off x="3783861" y="1523999"/>
            <a:ext cx="741678" cy="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98945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DFFAC3-D709-E112-58FE-8ED773C6B23C}"/>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itolo 1">
                <a:extLst>
                  <a:ext uri="{FF2B5EF4-FFF2-40B4-BE49-F238E27FC236}">
                    <a16:creationId xmlns:a16="http://schemas.microsoft.com/office/drawing/2014/main" id="{2AC1C450-AE7C-1972-672D-812A5F901D0A}"/>
                  </a:ext>
                </a:extLst>
              </p:cNvPr>
              <p:cNvSpPr>
                <a:spLocks noGrp="1"/>
              </p:cNvSpPr>
              <p:nvPr>
                <p:ph type="title"/>
              </p:nvPr>
            </p:nvSpPr>
            <p:spPr>
              <a:xfrm>
                <a:off x="642938" y="288925"/>
                <a:ext cx="10227120" cy="1235075"/>
              </a:xfrm>
            </p:spPr>
            <p:txBody>
              <a:bodyPr>
                <a:normAutofit/>
              </a:bodyPr>
              <a:lstStyle/>
              <a:p>
                <a:r>
                  <a:rPr lang="en-US" noProof="0" dirty="0"/>
                  <a:t>Classification on </a:t>
                </a:r>
                <a14:m>
                  <m:oMath xmlns:m="http://schemas.openxmlformats.org/officeDocument/2006/math">
                    <m:func>
                      <m:funcPr>
                        <m:ctrlPr>
                          <a:rPr lang="en-US" i="1" noProof="0" smtClean="0">
                            <a:latin typeface="Cambria Math" panose="02040503050406030204" pitchFamily="18" charset="0"/>
                          </a:rPr>
                        </m:ctrlPr>
                      </m:funcPr>
                      <m:fName>
                        <m:r>
                          <m:rPr>
                            <m:sty m:val="p"/>
                          </m:rPr>
                          <a:rPr lang="en-US" noProof="0" smtClean="0">
                            <a:latin typeface="Cambria Math" panose="02040503050406030204" pitchFamily="18" charset="0"/>
                          </a:rPr>
                          <m:t>log</m:t>
                        </m:r>
                      </m:fName>
                      <m:e>
                        <m:d>
                          <m:dPr>
                            <m:ctrlPr>
                              <a:rPr lang="en-US" i="1" noProof="0" smtClean="0">
                                <a:latin typeface="Cambria Math" panose="02040503050406030204" pitchFamily="18" charset="0"/>
                              </a:rPr>
                            </m:ctrlPr>
                          </m:dPr>
                          <m:e>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𝑇</m:t>
                                </m:r>
                              </m:e>
                              <m:sub>
                                <m:r>
                                  <a:rPr lang="en-US" i="1" noProof="0" smtClean="0">
                                    <a:latin typeface="Cambria Math" panose="02040503050406030204" pitchFamily="18" charset="0"/>
                                  </a:rPr>
                                  <m:t>90</m:t>
                                </m:r>
                              </m:sub>
                            </m:sSub>
                          </m:e>
                        </m:d>
                      </m:e>
                    </m:func>
                  </m:oMath>
                </a14:m>
                <a:r>
                  <a:rPr lang="en-US" noProof="0" dirty="0"/>
                  <a:t>: traces</a:t>
                </a:r>
              </a:p>
            </p:txBody>
          </p:sp>
        </mc:Choice>
        <mc:Fallback>
          <p:sp>
            <p:nvSpPr>
              <p:cNvPr id="4" name="Titolo 1">
                <a:extLst>
                  <a:ext uri="{FF2B5EF4-FFF2-40B4-BE49-F238E27FC236}">
                    <a16:creationId xmlns:a16="http://schemas.microsoft.com/office/drawing/2014/main" id="{2AC1C450-AE7C-1972-672D-812A5F901D0A}"/>
                  </a:ext>
                </a:extLst>
              </p:cNvPr>
              <p:cNvSpPr>
                <a:spLocks noGrp="1" noRot="1" noChangeAspect="1" noMove="1" noResize="1" noEditPoints="1" noAdjustHandles="1" noChangeArrowheads="1" noChangeShapeType="1" noTextEdit="1"/>
              </p:cNvSpPr>
              <p:nvPr>
                <p:ph type="title"/>
              </p:nvPr>
            </p:nvSpPr>
            <p:spPr>
              <a:xfrm>
                <a:off x="642938" y="288925"/>
                <a:ext cx="10227120" cy="1235075"/>
              </a:xfrm>
              <a:blipFill>
                <a:blip r:embed="rId2"/>
                <a:stretch>
                  <a:fillRect l="-2384" t="-15271"/>
                </a:stretch>
              </a:blipFill>
            </p:spPr>
            <p:txBody>
              <a:bodyPr/>
              <a:lstStyle/>
              <a:p>
                <a:r>
                  <a:rPr lang="it-IT">
                    <a:noFill/>
                  </a:rPr>
                  <a:t> </a:t>
                </a:r>
              </a:p>
            </p:txBody>
          </p:sp>
        </mc:Fallback>
      </mc:AlternateContent>
      <p:pic>
        <p:nvPicPr>
          <p:cNvPr id="3" name="Immagine 2">
            <a:extLst>
              <a:ext uri="{FF2B5EF4-FFF2-40B4-BE49-F238E27FC236}">
                <a16:creationId xmlns:a16="http://schemas.microsoft.com/office/drawing/2014/main" id="{CF694175-9F7B-0300-1D75-C9AD576775B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2938" y="2585973"/>
            <a:ext cx="5529600" cy="4147200"/>
          </a:xfrm>
          <a:prstGeom prst="rect">
            <a:avLst/>
          </a:prstGeom>
        </p:spPr>
      </p:pic>
      <p:sp>
        <p:nvSpPr>
          <p:cNvPr id="12" name="CasellaDiTesto 11">
            <a:extLst>
              <a:ext uri="{FF2B5EF4-FFF2-40B4-BE49-F238E27FC236}">
                <a16:creationId xmlns:a16="http://schemas.microsoft.com/office/drawing/2014/main" id="{71590EF2-D29D-1BD5-6D15-7420759BCA46}"/>
              </a:ext>
            </a:extLst>
          </p:cNvPr>
          <p:cNvSpPr txBox="1"/>
          <p:nvPr/>
        </p:nvSpPr>
        <p:spPr>
          <a:xfrm>
            <a:off x="642938" y="1200834"/>
            <a:ext cx="3140923" cy="646331"/>
          </a:xfrm>
          <a:prstGeom prst="rect">
            <a:avLst/>
          </a:prstGeom>
          <a:noFill/>
        </p:spPr>
        <p:txBody>
          <a:bodyPr wrap="square" rtlCol="0">
            <a:spAutoFit/>
          </a:bodyPr>
          <a:lstStyle/>
          <a:p>
            <a:r>
              <a:rPr lang="en-US" noProof="0" dirty="0"/>
              <a:t>We see that some steps are needed to find the peak</a:t>
            </a:r>
          </a:p>
        </p:txBody>
      </p:sp>
      <mc:AlternateContent xmlns:mc="http://schemas.openxmlformats.org/markup-compatibility/2006">
        <mc:Choice xmlns:a14="http://schemas.microsoft.com/office/drawing/2010/main" Requires="a14">
          <p:sp>
            <p:nvSpPr>
              <p:cNvPr id="13" name="CasellaDiTesto 12">
                <a:extLst>
                  <a:ext uri="{FF2B5EF4-FFF2-40B4-BE49-F238E27FC236}">
                    <a16:creationId xmlns:a16="http://schemas.microsoft.com/office/drawing/2014/main" id="{85B31A4E-B62C-2FB7-81AD-01C974CAAC6C}"/>
                  </a:ext>
                </a:extLst>
              </p:cNvPr>
              <p:cNvSpPr txBox="1"/>
              <p:nvPr/>
            </p:nvSpPr>
            <p:spPr>
              <a:xfrm>
                <a:off x="4525539" y="1200833"/>
                <a:ext cx="3140922" cy="646331"/>
              </a:xfrm>
              <a:prstGeom prst="rect">
                <a:avLst/>
              </a:prstGeom>
              <a:noFill/>
            </p:spPr>
            <p:txBody>
              <a:bodyPr wrap="square" rtlCol="0">
                <a:spAutoFit/>
              </a:bodyPr>
              <a:lstStyle/>
              <a:p>
                <a:r>
                  <a:rPr lang="en-US" noProof="0" dirty="0"/>
                  <a:t>Burn-in: discard </a:t>
                </a:r>
                <a14:m>
                  <m:oMath xmlns:m="http://schemas.openxmlformats.org/officeDocument/2006/math">
                    <m:r>
                      <a:rPr lang="en-US" i="1" noProof="0" dirty="0" smtClean="0">
                        <a:latin typeface="Cambria Math" panose="02040503050406030204" pitchFamily="18" charset="0"/>
                      </a:rPr>
                      <m:t>𝑛</m:t>
                    </m:r>
                  </m:oMath>
                </a14:m>
                <a:r>
                  <a:rPr lang="en-US" noProof="0" dirty="0"/>
                  <a:t> points to have samples of the peak</a:t>
                </a:r>
              </a:p>
            </p:txBody>
          </p:sp>
        </mc:Choice>
        <mc:Fallback>
          <p:sp>
            <p:nvSpPr>
              <p:cNvPr id="13" name="CasellaDiTesto 12">
                <a:extLst>
                  <a:ext uri="{FF2B5EF4-FFF2-40B4-BE49-F238E27FC236}">
                    <a16:creationId xmlns:a16="http://schemas.microsoft.com/office/drawing/2014/main" id="{85B31A4E-B62C-2FB7-81AD-01C974CAAC6C}"/>
                  </a:ext>
                </a:extLst>
              </p:cNvPr>
              <p:cNvSpPr txBox="1">
                <a:spLocks noRot="1" noChangeAspect="1" noMove="1" noResize="1" noEditPoints="1" noAdjustHandles="1" noChangeArrowheads="1" noChangeShapeType="1" noTextEdit="1"/>
              </p:cNvSpPr>
              <p:nvPr/>
            </p:nvSpPr>
            <p:spPr>
              <a:xfrm>
                <a:off x="4525539" y="1200833"/>
                <a:ext cx="3140922" cy="646331"/>
              </a:xfrm>
              <a:prstGeom prst="rect">
                <a:avLst/>
              </a:prstGeom>
              <a:blipFill>
                <a:blip r:embed="rId4"/>
                <a:stretch>
                  <a:fillRect l="-1550" t="-5660" r="-2132" b="-14151"/>
                </a:stretch>
              </a:blipFill>
            </p:spPr>
            <p:txBody>
              <a:bodyPr/>
              <a:lstStyle/>
              <a:p>
                <a:r>
                  <a:rPr lang="it-IT">
                    <a:noFill/>
                  </a:rPr>
                  <a:t> </a:t>
                </a:r>
              </a:p>
            </p:txBody>
          </p:sp>
        </mc:Fallback>
      </mc:AlternateContent>
      <p:pic>
        <p:nvPicPr>
          <p:cNvPr id="6" name="Immagine 5">
            <a:extLst>
              <a:ext uri="{FF2B5EF4-FFF2-40B4-BE49-F238E27FC236}">
                <a16:creationId xmlns:a16="http://schemas.microsoft.com/office/drawing/2014/main" id="{EDD4849E-0E57-1F2C-5ECB-0810F06F501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96000" y="1963173"/>
            <a:ext cx="4770000" cy="4770000"/>
          </a:xfrm>
          <a:prstGeom prst="rect">
            <a:avLst/>
          </a:prstGeom>
        </p:spPr>
      </p:pic>
      <mc:AlternateContent xmlns:mc="http://schemas.openxmlformats.org/markup-compatibility/2006">
        <mc:Choice xmlns:a14="http://schemas.microsoft.com/office/drawing/2010/main" Requires="a14">
          <p:sp>
            <p:nvSpPr>
              <p:cNvPr id="7" name="CasellaDiTesto 6">
                <a:extLst>
                  <a:ext uri="{FF2B5EF4-FFF2-40B4-BE49-F238E27FC236}">
                    <a16:creationId xmlns:a16="http://schemas.microsoft.com/office/drawing/2014/main" id="{36876473-B59A-3A8E-6463-C711C6523323}"/>
                  </a:ext>
                </a:extLst>
              </p:cNvPr>
              <p:cNvSpPr txBox="1"/>
              <p:nvPr/>
            </p:nvSpPr>
            <p:spPr>
              <a:xfrm>
                <a:off x="642938" y="2216641"/>
                <a:ext cx="1852773" cy="369332"/>
              </a:xfrm>
              <a:prstGeom prst="rect">
                <a:avLst/>
              </a:prstGeom>
              <a:solidFill>
                <a:schemeClr val="bg2"/>
              </a:solidFill>
              <a:ln w="19050">
                <a:solidFill>
                  <a:schemeClr val="accent1"/>
                </a:solidFill>
              </a:ln>
            </p:spPr>
            <p:txBody>
              <a:bodyPr wrap="square" rtlCol="0">
                <a:spAutoFit/>
              </a:bodyPr>
              <a:lstStyle/>
              <a:p>
                <a:r>
                  <a:rPr lang="it-IT" dirty="0"/>
                  <a:t>Burn-in </a:t>
                </a:r>
                <a14:m>
                  <m:oMath xmlns:m="http://schemas.openxmlformats.org/officeDocument/2006/math">
                    <m:r>
                      <a:rPr lang="it-IT" i="1" dirty="0" smtClean="0">
                        <a:latin typeface="Cambria Math" panose="02040503050406030204" pitchFamily="18" charset="0"/>
                      </a:rPr>
                      <m:t>= 200</m:t>
                    </m:r>
                  </m:oMath>
                </a14:m>
                <a:endParaRPr lang="it-IT" dirty="0"/>
              </a:p>
            </p:txBody>
          </p:sp>
        </mc:Choice>
        <mc:Fallback>
          <p:sp>
            <p:nvSpPr>
              <p:cNvPr id="7" name="CasellaDiTesto 6">
                <a:extLst>
                  <a:ext uri="{FF2B5EF4-FFF2-40B4-BE49-F238E27FC236}">
                    <a16:creationId xmlns:a16="http://schemas.microsoft.com/office/drawing/2014/main" id="{36876473-B59A-3A8E-6463-C711C6523323}"/>
                  </a:ext>
                </a:extLst>
              </p:cNvPr>
              <p:cNvSpPr txBox="1">
                <a:spLocks noRot="1" noChangeAspect="1" noMove="1" noResize="1" noEditPoints="1" noAdjustHandles="1" noChangeArrowheads="1" noChangeShapeType="1" noTextEdit="1"/>
              </p:cNvSpPr>
              <p:nvPr/>
            </p:nvSpPr>
            <p:spPr>
              <a:xfrm>
                <a:off x="642938" y="2216641"/>
                <a:ext cx="1852773" cy="369332"/>
              </a:xfrm>
              <a:prstGeom prst="rect">
                <a:avLst/>
              </a:prstGeom>
              <a:blipFill>
                <a:blip r:embed="rId6"/>
                <a:stretch>
                  <a:fillRect l="-2280" t="-7937" b="-22222"/>
                </a:stretch>
              </a:blipFill>
              <a:ln w="19050">
                <a:solidFill>
                  <a:schemeClr val="accent1"/>
                </a:solidFill>
              </a:ln>
            </p:spPr>
            <p:txBody>
              <a:bodyPr/>
              <a:lstStyle/>
              <a:p>
                <a:r>
                  <a:rPr lang="it-IT">
                    <a:noFill/>
                  </a:rPr>
                  <a:t> </a:t>
                </a:r>
              </a:p>
            </p:txBody>
          </p:sp>
        </mc:Fallback>
      </mc:AlternateContent>
      <p:cxnSp>
        <p:nvCxnSpPr>
          <p:cNvPr id="11" name="Connettore 2 10">
            <a:extLst>
              <a:ext uri="{FF2B5EF4-FFF2-40B4-BE49-F238E27FC236}">
                <a16:creationId xmlns:a16="http://schemas.microsoft.com/office/drawing/2014/main" id="{9F6E2C0C-DADC-9C70-E3A9-C00D0D2769AD}"/>
              </a:ext>
            </a:extLst>
          </p:cNvPr>
          <p:cNvCxnSpPr>
            <a:cxnSpLocks/>
            <a:stCxn id="12" idx="3"/>
            <a:endCxn id="13" idx="1"/>
          </p:cNvCxnSpPr>
          <p:nvPr/>
        </p:nvCxnSpPr>
        <p:spPr>
          <a:xfrm flipV="1">
            <a:off x="3783861" y="1523999"/>
            <a:ext cx="741678" cy="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028923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1E04F7-08B1-0F67-0E00-DD3B07E78B29}"/>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itolo 1">
                <a:extLst>
                  <a:ext uri="{FF2B5EF4-FFF2-40B4-BE49-F238E27FC236}">
                    <a16:creationId xmlns:a16="http://schemas.microsoft.com/office/drawing/2014/main" id="{61AB2C2D-3F36-2B3C-0D1A-E1E4A797FBA4}"/>
                  </a:ext>
                </a:extLst>
              </p:cNvPr>
              <p:cNvSpPr>
                <a:spLocks noGrp="1"/>
              </p:cNvSpPr>
              <p:nvPr>
                <p:ph type="title"/>
              </p:nvPr>
            </p:nvSpPr>
            <p:spPr>
              <a:xfrm>
                <a:off x="642938" y="288925"/>
                <a:ext cx="10227120" cy="1235075"/>
              </a:xfrm>
            </p:spPr>
            <p:txBody>
              <a:bodyPr>
                <a:normAutofit fontScale="90000"/>
              </a:bodyPr>
              <a:lstStyle/>
              <a:p>
                <a:r>
                  <a:rPr lang="en-US" noProof="0" dirty="0"/>
                  <a:t>Classification on </a:t>
                </a:r>
                <a14:m>
                  <m:oMath xmlns:m="http://schemas.openxmlformats.org/officeDocument/2006/math">
                    <m:func>
                      <m:funcPr>
                        <m:ctrlPr>
                          <a:rPr lang="en-US" i="1" noProof="0" smtClean="0">
                            <a:latin typeface="Cambria Math" panose="02040503050406030204" pitchFamily="18" charset="0"/>
                          </a:rPr>
                        </m:ctrlPr>
                      </m:funcPr>
                      <m:fName>
                        <m:r>
                          <m:rPr>
                            <m:sty m:val="p"/>
                          </m:rPr>
                          <a:rPr lang="en-US" noProof="0" smtClean="0">
                            <a:latin typeface="Cambria Math" panose="02040503050406030204" pitchFamily="18" charset="0"/>
                          </a:rPr>
                          <m:t>log</m:t>
                        </m:r>
                      </m:fName>
                      <m:e>
                        <m:d>
                          <m:dPr>
                            <m:ctrlPr>
                              <a:rPr lang="en-US" i="1" noProof="0" smtClean="0">
                                <a:latin typeface="Cambria Math" panose="02040503050406030204" pitchFamily="18" charset="0"/>
                              </a:rPr>
                            </m:ctrlPr>
                          </m:dPr>
                          <m:e>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𝑇</m:t>
                                </m:r>
                              </m:e>
                              <m:sub>
                                <m:r>
                                  <a:rPr lang="en-US" i="1" noProof="0" smtClean="0">
                                    <a:latin typeface="Cambria Math" panose="02040503050406030204" pitchFamily="18" charset="0"/>
                                  </a:rPr>
                                  <m:t>90</m:t>
                                </m:r>
                              </m:sub>
                            </m:sSub>
                          </m:e>
                        </m:d>
                      </m:e>
                    </m:func>
                  </m:oMath>
                </a14:m>
                <a:r>
                  <a:rPr lang="en-US" noProof="0" dirty="0"/>
                  <a:t>: autocorrelation</a:t>
                </a:r>
              </a:p>
            </p:txBody>
          </p:sp>
        </mc:Choice>
        <mc:Fallback>
          <p:sp>
            <p:nvSpPr>
              <p:cNvPr id="4" name="Titolo 1">
                <a:extLst>
                  <a:ext uri="{FF2B5EF4-FFF2-40B4-BE49-F238E27FC236}">
                    <a16:creationId xmlns:a16="http://schemas.microsoft.com/office/drawing/2014/main" id="{61AB2C2D-3F36-2B3C-0D1A-E1E4A797FBA4}"/>
                  </a:ext>
                </a:extLst>
              </p:cNvPr>
              <p:cNvSpPr>
                <a:spLocks noGrp="1" noRot="1" noChangeAspect="1" noMove="1" noResize="1" noEditPoints="1" noAdjustHandles="1" noChangeArrowheads="1" noChangeShapeType="1" noTextEdit="1"/>
              </p:cNvSpPr>
              <p:nvPr>
                <p:ph type="title"/>
              </p:nvPr>
            </p:nvSpPr>
            <p:spPr>
              <a:xfrm>
                <a:off x="642938" y="288925"/>
                <a:ext cx="10227120" cy="1235075"/>
              </a:xfrm>
              <a:blipFill>
                <a:blip r:embed="rId2"/>
                <a:stretch>
                  <a:fillRect l="-2086" t="-13793"/>
                </a:stretch>
              </a:blipFill>
            </p:spPr>
            <p:txBody>
              <a:bodyPr/>
              <a:lstStyle/>
              <a:p>
                <a:r>
                  <a:rPr lang="it-IT">
                    <a:noFill/>
                  </a:rPr>
                  <a:t> </a:t>
                </a:r>
              </a:p>
            </p:txBody>
          </p:sp>
        </mc:Fallback>
      </mc:AlternateContent>
      <p:sp>
        <p:nvSpPr>
          <p:cNvPr id="12" name="CasellaDiTesto 11">
            <a:extLst>
              <a:ext uri="{FF2B5EF4-FFF2-40B4-BE49-F238E27FC236}">
                <a16:creationId xmlns:a16="http://schemas.microsoft.com/office/drawing/2014/main" id="{2869B42F-15EF-2B74-826F-CE70400484C8}"/>
              </a:ext>
            </a:extLst>
          </p:cNvPr>
          <p:cNvSpPr txBox="1"/>
          <p:nvPr/>
        </p:nvSpPr>
        <p:spPr>
          <a:xfrm>
            <a:off x="745679" y="1590414"/>
            <a:ext cx="4113997" cy="923330"/>
          </a:xfrm>
          <a:prstGeom prst="rect">
            <a:avLst/>
          </a:prstGeom>
          <a:noFill/>
        </p:spPr>
        <p:txBody>
          <a:bodyPr wrap="square" rtlCol="0">
            <a:spAutoFit/>
          </a:bodyPr>
          <a:lstStyle/>
          <a:p>
            <a:r>
              <a:rPr lang="en-US" noProof="0" dirty="0"/>
              <a:t>We look at the autocorrelation for the parameters and we see that for small lag the samples are correlated</a:t>
            </a:r>
          </a:p>
        </p:txBody>
      </p:sp>
      <mc:AlternateContent xmlns:mc="http://schemas.openxmlformats.org/markup-compatibility/2006">
        <mc:Choice xmlns:a14="http://schemas.microsoft.com/office/drawing/2010/main" Requires="a14">
          <p:sp>
            <p:nvSpPr>
              <p:cNvPr id="13" name="CasellaDiTesto 12">
                <a:extLst>
                  <a:ext uri="{FF2B5EF4-FFF2-40B4-BE49-F238E27FC236}">
                    <a16:creationId xmlns:a16="http://schemas.microsoft.com/office/drawing/2014/main" id="{CD09C7CC-B53E-6830-0A4A-1B362D3C8486}"/>
                  </a:ext>
                </a:extLst>
              </p:cNvPr>
              <p:cNvSpPr txBox="1"/>
              <p:nvPr/>
            </p:nvSpPr>
            <p:spPr>
              <a:xfrm>
                <a:off x="1059040" y="3468463"/>
                <a:ext cx="3487274" cy="646331"/>
              </a:xfrm>
              <a:prstGeom prst="rect">
                <a:avLst/>
              </a:prstGeom>
              <a:noFill/>
            </p:spPr>
            <p:txBody>
              <a:bodyPr wrap="square" rtlCol="0">
                <a:spAutoFit/>
              </a:bodyPr>
              <a:lstStyle/>
              <a:p>
                <a:r>
                  <a:rPr lang="en-US" noProof="0" dirty="0"/>
                  <a:t>Thinning: take a point every </a:t>
                </a:r>
                <a14:m>
                  <m:oMath xmlns:m="http://schemas.openxmlformats.org/officeDocument/2006/math">
                    <m:r>
                      <a:rPr lang="en-US" i="1" noProof="0" dirty="0" smtClean="0">
                        <a:latin typeface="Cambria Math" panose="02040503050406030204" pitchFamily="18" charset="0"/>
                      </a:rPr>
                      <m:t>𝑛</m:t>
                    </m:r>
                  </m:oMath>
                </a14:m>
                <a:r>
                  <a:rPr lang="en-US" noProof="0" dirty="0"/>
                  <a:t> to have not correlated samples</a:t>
                </a:r>
              </a:p>
            </p:txBody>
          </p:sp>
        </mc:Choice>
        <mc:Fallback>
          <p:sp>
            <p:nvSpPr>
              <p:cNvPr id="13" name="CasellaDiTesto 12">
                <a:extLst>
                  <a:ext uri="{FF2B5EF4-FFF2-40B4-BE49-F238E27FC236}">
                    <a16:creationId xmlns:a16="http://schemas.microsoft.com/office/drawing/2014/main" id="{CD09C7CC-B53E-6830-0A4A-1B362D3C8486}"/>
                  </a:ext>
                </a:extLst>
              </p:cNvPr>
              <p:cNvSpPr txBox="1">
                <a:spLocks noRot="1" noChangeAspect="1" noMove="1" noResize="1" noEditPoints="1" noAdjustHandles="1" noChangeArrowheads="1" noChangeShapeType="1" noTextEdit="1"/>
              </p:cNvSpPr>
              <p:nvPr/>
            </p:nvSpPr>
            <p:spPr>
              <a:xfrm>
                <a:off x="1059040" y="3468463"/>
                <a:ext cx="3487274" cy="646331"/>
              </a:xfrm>
              <a:prstGeom prst="rect">
                <a:avLst/>
              </a:prstGeom>
              <a:blipFill>
                <a:blip r:embed="rId3"/>
                <a:stretch>
                  <a:fillRect l="-1573" t="-5660" b="-14151"/>
                </a:stretch>
              </a:blipFill>
            </p:spPr>
            <p:txBody>
              <a:bodyPr/>
              <a:lstStyle/>
              <a:p>
                <a:r>
                  <a:rPr lang="it-IT">
                    <a:noFill/>
                  </a:rPr>
                  <a:t> </a:t>
                </a:r>
              </a:p>
            </p:txBody>
          </p:sp>
        </mc:Fallback>
      </mc:AlternateContent>
      <p:pic>
        <p:nvPicPr>
          <p:cNvPr id="6" name="Immagine 5">
            <a:extLst>
              <a:ext uri="{FF2B5EF4-FFF2-40B4-BE49-F238E27FC236}">
                <a16:creationId xmlns:a16="http://schemas.microsoft.com/office/drawing/2014/main" id="{2400B507-44B8-4462-0D5C-2EB5A253B78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78853" y="1371589"/>
            <a:ext cx="5486411" cy="5486411"/>
          </a:xfrm>
          <a:prstGeom prst="rect">
            <a:avLst/>
          </a:prstGeom>
        </p:spPr>
      </p:pic>
      <p:cxnSp>
        <p:nvCxnSpPr>
          <p:cNvPr id="8" name="Connettore 2 7">
            <a:extLst>
              <a:ext uri="{FF2B5EF4-FFF2-40B4-BE49-F238E27FC236}">
                <a16:creationId xmlns:a16="http://schemas.microsoft.com/office/drawing/2014/main" id="{7F84FB61-4BF5-D0B5-C5E0-2E7720E9C78B}"/>
              </a:ext>
            </a:extLst>
          </p:cNvPr>
          <p:cNvCxnSpPr>
            <a:stCxn id="12" idx="2"/>
            <a:endCxn id="13" idx="0"/>
          </p:cNvCxnSpPr>
          <p:nvPr/>
        </p:nvCxnSpPr>
        <p:spPr>
          <a:xfrm flipH="1">
            <a:off x="2802677" y="2513744"/>
            <a:ext cx="1" cy="95471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12159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BD6315-AEB7-C863-D195-8C3164BD666E}"/>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itolo 1">
                <a:extLst>
                  <a:ext uri="{FF2B5EF4-FFF2-40B4-BE49-F238E27FC236}">
                    <a16:creationId xmlns:a16="http://schemas.microsoft.com/office/drawing/2014/main" id="{9632FD51-E291-6B34-77E6-5DD1DB2E1E27}"/>
                  </a:ext>
                </a:extLst>
              </p:cNvPr>
              <p:cNvSpPr>
                <a:spLocks noGrp="1"/>
              </p:cNvSpPr>
              <p:nvPr>
                <p:ph type="title"/>
              </p:nvPr>
            </p:nvSpPr>
            <p:spPr>
              <a:xfrm>
                <a:off x="642938" y="288925"/>
                <a:ext cx="10227120" cy="1235075"/>
              </a:xfrm>
            </p:spPr>
            <p:txBody>
              <a:bodyPr>
                <a:normAutofit fontScale="90000"/>
              </a:bodyPr>
              <a:lstStyle/>
              <a:p>
                <a:r>
                  <a:rPr lang="en-US" noProof="0" dirty="0"/>
                  <a:t>Classification on </a:t>
                </a:r>
                <a14:m>
                  <m:oMath xmlns:m="http://schemas.openxmlformats.org/officeDocument/2006/math">
                    <m:func>
                      <m:funcPr>
                        <m:ctrlPr>
                          <a:rPr lang="en-US" i="1" noProof="0" smtClean="0">
                            <a:latin typeface="Cambria Math" panose="02040503050406030204" pitchFamily="18" charset="0"/>
                          </a:rPr>
                        </m:ctrlPr>
                      </m:funcPr>
                      <m:fName>
                        <m:r>
                          <m:rPr>
                            <m:sty m:val="p"/>
                          </m:rPr>
                          <a:rPr lang="en-US" noProof="0" smtClean="0">
                            <a:latin typeface="Cambria Math" panose="02040503050406030204" pitchFamily="18" charset="0"/>
                          </a:rPr>
                          <m:t>log</m:t>
                        </m:r>
                      </m:fName>
                      <m:e>
                        <m:d>
                          <m:dPr>
                            <m:ctrlPr>
                              <a:rPr lang="en-US" i="1" noProof="0" smtClean="0">
                                <a:latin typeface="Cambria Math" panose="02040503050406030204" pitchFamily="18" charset="0"/>
                              </a:rPr>
                            </m:ctrlPr>
                          </m:dPr>
                          <m:e>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𝑇</m:t>
                                </m:r>
                              </m:e>
                              <m:sub>
                                <m:r>
                                  <a:rPr lang="en-US" i="1" noProof="0" smtClean="0">
                                    <a:latin typeface="Cambria Math" panose="02040503050406030204" pitchFamily="18" charset="0"/>
                                  </a:rPr>
                                  <m:t>90</m:t>
                                </m:r>
                              </m:sub>
                            </m:sSub>
                          </m:e>
                        </m:d>
                      </m:e>
                    </m:func>
                  </m:oMath>
                </a14:m>
                <a:r>
                  <a:rPr lang="en-US" noProof="0" dirty="0"/>
                  <a:t>: autocorrelation</a:t>
                </a:r>
              </a:p>
            </p:txBody>
          </p:sp>
        </mc:Choice>
        <mc:Fallback>
          <p:sp>
            <p:nvSpPr>
              <p:cNvPr id="4" name="Titolo 1">
                <a:extLst>
                  <a:ext uri="{FF2B5EF4-FFF2-40B4-BE49-F238E27FC236}">
                    <a16:creationId xmlns:a16="http://schemas.microsoft.com/office/drawing/2014/main" id="{9632FD51-E291-6B34-77E6-5DD1DB2E1E27}"/>
                  </a:ext>
                </a:extLst>
              </p:cNvPr>
              <p:cNvSpPr>
                <a:spLocks noGrp="1" noRot="1" noChangeAspect="1" noMove="1" noResize="1" noEditPoints="1" noAdjustHandles="1" noChangeArrowheads="1" noChangeShapeType="1" noTextEdit="1"/>
              </p:cNvSpPr>
              <p:nvPr>
                <p:ph type="title"/>
              </p:nvPr>
            </p:nvSpPr>
            <p:spPr>
              <a:xfrm>
                <a:off x="642938" y="288925"/>
                <a:ext cx="10227120" cy="1235075"/>
              </a:xfrm>
              <a:blipFill>
                <a:blip r:embed="rId2"/>
                <a:stretch>
                  <a:fillRect l="-2086" t="-13793"/>
                </a:stretch>
              </a:blipFill>
            </p:spPr>
            <p:txBody>
              <a:bodyPr/>
              <a:lstStyle/>
              <a:p>
                <a:r>
                  <a:rPr lang="it-IT">
                    <a:noFill/>
                  </a:rPr>
                  <a:t> </a:t>
                </a:r>
              </a:p>
            </p:txBody>
          </p:sp>
        </mc:Fallback>
      </mc:AlternateContent>
      <p:pic>
        <p:nvPicPr>
          <p:cNvPr id="3" name="Immagine 2">
            <a:extLst>
              <a:ext uri="{FF2B5EF4-FFF2-40B4-BE49-F238E27FC236}">
                <a16:creationId xmlns:a16="http://schemas.microsoft.com/office/drawing/2014/main" id="{203AEC41-B449-082D-5729-BA2AA814A4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79600" y="1371589"/>
            <a:ext cx="5486411" cy="5486411"/>
          </a:xfrm>
          <a:prstGeom prst="rect">
            <a:avLst/>
          </a:prstGeom>
        </p:spPr>
      </p:pic>
      <mc:AlternateContent xmlns:mc="http://schemas.openxmlformats.org/markup-compatibility/2006">
        <mc:Choice xmlns:a14="http://schemas.microsoft.com/office/drawing/2010/main" Requires="a14">
          <p:sp>
            <p:nvSpPr>
              <p:cNvPr id="5" name="CasellaDiTesto 4">
                <a:extLst>
                  <a:ext uri="{FF2B5EF4-FFF2-40B4-BE49-F238E27FC236}">
                    <a16:creationId xmlns:a16="http://schemas.microsoft.com/office/drawing/2014/main" id="{FD7A4D70-2D5B-179D-9E5D-41316780EE9B}"/>
                  </a:ext>
                </a:extLst>
              </p:cNvPr>
              <p:cNvSpPr txBox="1"/>
              <p:nvPr/>
            </p:nvSpPr>
            <p:spPr>
              <a:xfrm>
                <a:off x="1824465" y="5069513"/>
                <a:ext cx="1956424" cy="369332"/>
              </a:xfrm>
              <a:prstGeom prst="rect">
                <a:avLst/>
              </a:prstGeom>
              <a:solidFill>
                <a:schemeClr val="bg2"/>
              </a:solidFill>
              <a:ln w="19050">
                <a:solidFill>
                  <a:schemeClr val="accent1"/>
                </a:solidFill>
              </a:ln>
            </p:spPr>
            <p:txBody>
              <a:bodyPr wrap="square" rtlCol="0">
                <a:spAutoFit/>
              </a:bodyPr>
              <a:lstStyle/>
              <a:p>
                <a:r>
                  <a:rPr lang="it-IT" dirty="0" err="1"/>
                  <a:t>Thinning</a:t>
                </a:r>
                <a:r>
                  <a:rPr lang="it-IT" dirty="0"/>
                  <a:t> </a:t>
                </a:r>
                <a14:m>
                  <m:oMath xmlns:m="http://schemas.openxmlformats.org/officeDocument/2006/math">
                    <m:r>
                      <a:rPr lang="it-IT" i="1" dirty="0" smtClean="0">
                        <a:latin typeface="Cambria Math" panose="02040503050406030204" pitchFamily="18" charset="0"/>
                      </a:rPr>
                      <m:t>= 125</m:t>
                    </m:r>
                  </m:oMath>
                </a14:m>
                <a:endParaRPr lang="it-IT" dirty="0"/>
              </a:p>
            </p:txBody>
          </p:sp>
        </mc:Choice>
        <mc:Fallback>
          <p:sp>
            <p:nvSpPr>
              <p:cNvPr id="5" name="CasellaDiTesto 4">
                <a:extLst>
                  <a:ext uri="{FF2B5EF4-FFF2-40B4-BE49-F238E27FC236}">
                    <a16:creationId xmlns:a16="http://schemas.microsoft.com/office/drawing/2014/main" id="{FD7A4D70-2D5B-179D-9E5D-41316780EE9B}"/>
                  </a:ext>
                </a:extLst>
              </p:cNvPr>
              <p:cNvSpPr txBox="1">
                <a:spLocks noRot="1" noChangeAspect="1" noMove="1" noResize="1" noEditPoints="1" noAdjustHandles="1" noChangeArrowheads="1" noChangeShapeType="1" noTextEdit="1"/>
              </p:cNvSpPr>
              <p:nvPr/>
            </p:nvSpPr>
            <p:spPr>
              <a:xfrm>
                <a:off x="1824465" y="5069513"/>
                <a:ext cx="1956424" cy="369332"/>
              </a:xfrm>
              <a:prstGeom prst="rect">
                <a:avLst/>
              </a:prstGeom>
              <a:blipFill>
                <a:blip r:embed="rId4"/>
                <a:stretch>
                  <a:fillRect l="-2160" t="-7937" b="-22222"/>
                </a:stretch>
              </a:blipFill>
              <a:ln w="19050">
                <a:solidFill>
                  <a:schemeClr val="accent1"/>
                </a:solidFill>
              </a:ln>
            </p:spPr>
            <p:txBody>
              <a:bodyPr/>
              <a:lstStyle/>
              <a:p>
                <a:r>
                  <a:rPr lang="it-IT">
                    <a:noFill/>
                  </a:rPr>
                  <a:t> </a:t>
                </a:r>
              </a:p>
            </p:txBody>
          </p:sp>
        </mc:Fallback>
      </mc:AlternateContent>
      <p:sp>
        <p:nvSpPr>
          <p:cNvPr id="7" name="CasellaDiTesto 6">
            <a:extLst>
              <a:ext uri="{FF2B5EF4-FFF2-40B4-BE49-F238E27FC236}">
                <a16:creationId xmlns:a16="http://schemas.microsoft.com/office/drawing/2014/main" id="{317A2D86-07D0-855D-0C46-1598D2B23F46}"/>
              </a:ext>
            </a:extLst>
          </p:cNvPr>
          <p:cNvSpPr txBox="1"/>
          <p:nvPr/>
        </p:nvSpPr>
        <p:spPr>
          <a:xfrm>
            <a:off x="745679" y="1590414"/>
            <a:ext cx="4113997" cy="923330"/>
          </a:xfrm>
          <a:prstGeom prst="rect">
            <a:avLst/>
          </a:prstGeom>
          <a:noFill/>
        </p:spPr>
        <p:txBody>
          <a:bodyPr wrap="square" rtlCol="0">
            <a:spAutoFit/>
          </a:bodyPr>
          <a:lstStyle/>
          <a:p>
            <a:r>
              <a:rPr lang="en-US" noProof="0" dirty="0"/>
              <a:t>We look at the autocorrelation for the parameters and we see that for small lag the samples are correlated</a:t>
            </a:r>
          </a:p>
        </p:txBody>
      </p:sp>
      <mc:AlternateContent xmlns:mc="http://schemas.openxmlformats.org/markup-compatibility/2006">
        <mc:Choice xmlns:a14="http://schemas.microsoft.com/office/drawing/2010/main" Requires="a14">
          <p:sp>
            <p:nvSpPr>
              <p:cNvPr id="8" name="CasellaDiTesto 7">
                <a:extLst>
                  <a:ext uri="{FF2B5EF4-FFF2-40B4-BE49-F238E27FC236}">
                    <a16:creationId xmlns:a16="http://schemas.microsoft.com/office/drawing/2014/main" id="{2B40C58E-4D9A-AB3D-39C4-5F122FD1A289}"/>
                  </a:ext>
                </a:extLst>
              </p:cNvPr>
              <p:cNvSpPr txBox="1"/>
              <p:nvPr/>
            </p:nvSpPr>
            <p:spPr>
              <a:xfrm>
                <a:off x="1059040" y="3468463"/>
                <a:ext cx="3487274" cy="646331"/>
              </a:xfrm>
              <a:prstGeom prst="rect">
                <a:avLst/>
              </a:prstGeom>
              <a:noFill/>
            </p:spPr>
            <p:txBody>
              <a:bodyPr wrap="square" rtlCol="0">
                <a:spAutoFit/>
              </a:bodyPr>
              <a:lstStyle/>
              <a:p>
                <a:r>
                  <a:rPr lang="en-US" noProof="0" dirty="0"/>
                  <a:t>Thinning: take a point every </a:t>
                </a:r>
                <a14:m>
                  <m:oMath xmlns:m="http://schemas.openxmlformats.org/officeDocument/2006/math">
                    <m:r>
                      <a:rPr lang="en-US" i="1" noProof="0" dirty="0" smtClean="0">
                        <a:latin typeface="Cambria Math" panose="02040503050406030204" pitchFamily="18" charset="0"/>
                      </a:rPr>
                      <m:t>𝑛</m:t>
                    </m:r>
                  </m:oMath>
                </a14:m>
                <a:r>
                  <a:rPr lang="en-US" noProof="0" dirty="0"/>
                  <a:t> to have not correlated samples</a:t>
                </a:r>
              </a:p>
            </p:txBody>
          </p:sp>
        </mc:Choice>
        <mc:Fallback>
          <p:sp>
            <p:nvSpPr>
              <p:cNvPr id="8" name="CasellaDiTesto 7">
                <a:extLst>
                  <a:ext uri="{FF2B5EF4-FFF2-40B4-BE49-F238E27FC236}">
                    <a16:creationId xmlns:a16="http://schemas.microsoft.com/office/drawing/2014/main" id="{2B40C58E-4D9A-AB3D-39C4-5F122FD1A289}"/>
                  </a:ext>
                </a:extLst>
              </p:cNvPr>
              <p:cNvSpPr txBox="1">
                <a:spLocks noRot="1" noChangeAspect="1" noMove="1" noResize="1" noEditPoints="1" noAdjustHandles="1" noChangeArrowheads="1" noChangeShapeType="1" noTextEdit="1"/>
              </p:cNvSpPr>
              <p:nvPr/>
            </p:nvSpPr>
            <p:spPr>
              <a:xfrm>
                <a:off x="1059040" y="3468463"/>
                <a:ext cx="3487274" cy="646331"/>
              </a:xfrm>
              <a:prstGeom prst="rect">
                <a:avLst/>
              </a:prstGeom>
              <a:blipFill>
                <a:blip r:embed="rId5"/>
                <a:stretch>
                  <a:fillRect l="-1573" t="-5660" b="-14151"/>
                </a:stretch>
              </a:blipFill>
            </p:spPr>
            <p:txBody>
              <a:bodyPr/>
              <a:lstStyle/>
              <a:p>
                <a:r>
                  <a:rPr lang="it-IT">
                    <a:noFill/>
                  </a:rPr>
                  <a:t> </a:t>
                </a:r>
              </a:p>
            </p:txBody>
          </p:sp>
        </mc:Fallback>
      </mc:AlternateContent>
      <p:cxnSp>
        <p:nvCxnSpPr>
          <p:cNvPr id="9" name="Connettore 2 8">
            <a:extLst>
              <a:ext uri="{FF2B5EF4-FFF2-40B4-BE49-F238E27FC236}">
                <a16:creationId xmlns:a16="http://schemas.microsoft.com/office/drawing/2014/main" id="{31594329-256C-8B2D-5008-C1E28980DC25}"/>
              </a:ext>
            </a:extLst>
          </p:cNvPr>
          <p:cNvCxnSpPr>
            <a:stCxn id="7" idx="2"/>
            <a:endCxn id="8" idx="0"/>
          </p:cNvCxnSpPr>
          <p:nvPr/>
        </p:nvCxnSpPr>
        <p:spPr>
          <a:xfrm flipH="1">
            <a:off x="2802677" y="2513744"/>
            <a:ext cx="1" cy="95471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095421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F2ABE6-0E02-B97D-7D52-AA01837657F1}"/>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itolo 1">
                <a:extLst>
                  <a:ext uri="{FF2B5EF4-FFF2-40B4-BE49-F238E27FC236}">
                    <a16:creationId xmlns:a16="http://schemas.microsoft.com/office/drawing/2014/main" id="{AE704596-465D-664E-9786-E44E348CCC9C}"/>
                  </a:ext>
                </a:extLst>
              </p:cNvPr>
              <p:cNvSpPr>
                <a:spLocks noGrp="1"/>
              </p:cNvSpPr>
              <p:nvPr>
                <p:ph type="title"/>
              </p:nvPr>
            </p:nvSpPr>
            <p:spPr>
              <a:xfrm>
                <a:off x="642938" y="288925"/>
                <a:ext cx="10227120" cy="1235075"/>
              </a:xfrm>
            </p:spPr>
            <p:txBody>
              <a:bodyPr>
                <a:normAutofit/>
              </a:bodyPr>
              <a:lstStyle/>
              <a:p>
                <a:r>
                  <a:rPr lang="en-US" noProof="0" dirty="0"/>
                  <a:t>Classification on </a:t>
                </a:r>
                <a14:m>
                  <m:oMath xmlns:m="http://schemas.openxmlformats.org/officeDocument/2006/math">
                    <m:func>
                      <m:funcPr>
                        <m:ctrlPr>
                          <a:rPr lang="en-US" i="1" noProof="0" smtClean="0">
                            <a:latin typeface="Cambria Math" panose="02040503050406030204" pitchFamily="18" charset="0"/>
                          </a:rPr>
                        </m:ctrlPr>
                      </m:funcPr>
                      <m:fName>
                        <m:r>
                          <m:rPr>
                            <m:sty m:val="p"/>
                          </m:rPr>
                          <a:rPr lang="en-US" noProof="0" smtClean="0">
                            <a:latin typeface="Cambria Math" panose="02040503050406030204" pitchFamily="18" charset="0"/>
                          </a:rPr>
                          <m:t>log</m:t>
                        </m:r>
                      </m:fName>
                      <m:e>
                        <m:d>
                          <m:dPr>
                            <m:ctrlPr>
                              <a:rPr lang="en-US" i="1" noProof="0" smtClean="0">
                                <a:latin typeface="Cambria Math" panose="02040503050406030204" pitchFamily="18" charset="0"/>
                              </a:rPr>
                            </m:ctrlPr>
                          </m:dPr>
                          <m:e>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𝑇</m:t>
                                </m:r>
                              </m:e>
                              <m:sub>
                                <m:r>
                                  <a:rPr lang="en-US" i="1" noProof="0" smtClean="0">
                                    <a:latin typeface="Cambria Math" panose="02040503050406030204" pitchFamily="18" charset="0"/>
                                  </a:rPr>
                                  <m:t>90</m:t>
                                </m:r>
                              </m:sub>
                            </m:sSub>
                          </m:e>
                        </m:d>
                      </m:e>
                    </m:func>
                  </m:oMath>
                </a14:m>
                <a:r>
                  <a:rPr lang="en-US" noProof="0" dirty="0"/>
                  <a:t>: marginals </a:t>
                </a:r>
              </a:p>
            </p:txBody>
          </p:sp>
        </mc:Choice>
        <mc:Fallback>
          <p:sp>
            <p:nvSpPr>
              <p:cNvPr id="4" name="Titolo 1">
                <a:extLst>
                  <a:ext uri="{FF2B5EF4-FFF2-40B4-BE49-F238E27FC236}">
                    <a16:creationId xmlns:a16="http://schemas.microsoft.com/office/drawing/2014/main" id="{AE704596-465D-664E-9786-E44E348CCC9C}"/>
                  </a:ext>
                </a:extLst>
              </p:cNvPr>
              <p:cNvSpPr>
                <a:spLocks noGrp="1" noRot="1" noChangeAspect="1" noMove="1" noResize="1" noEditPoints="1" noAdjustHandles="1" noChangeArrowheads="1" noChangeShapeType="1" noTextEdit="1"/>
              </p:cNvSpPr>
              <p:nvPr>
                <p:ph type="title"/>
              </p:nvPr>
            </p:nvSpPr>
            <p:spPr>
              <a:xfrm>
                <a:off x="642938" y="288925"/>
                <a:ext cx="10227120" cy="1235075"/>
              </a:xfrm>
              <a:blipFill>
                <a:blip r:embed="rId2"/>
                <a:stretch>
                  <a:fillRect l="-2384" t="-15271"/>
                </a:stretch>
              </a:blipFill>
            </p:spPr>
            <p:txBody>
              <a:bodyPr/>
              <a:lstStyle/>
              <a:p>
                <a:r>
                  <a:rPr lang="it-IT">
                    <a:noFill/>
                  </a:rPr>
                  <a:t> </a:t>
                </a:r>
              </a:p>
            </p:txBody>
          </p:sp>
        </mc:Fallback>
      </mc:AlternateContent>
      <p:sp>
        <p:nvSpPr>
          <p:cNvPr id="12" name="CasellaDiTesto 11">
            <a:extLst>
              <a:ext uri="{FF2B5EF4-FFF2-40B4-BE49-F238E27FC236}">
                <a16:creationId xmlns:a16="http://schemas.microsoft.com/office/drawing/2014/main" id="{5EB4D7EE-F9D3-DAD6-AB74-2E4A0EF3066C}"/>
              </a:ext>
            </a:extLst>
          </p:cNvPr>
          <p:cNvSpPr txBox="1"/>
          <p:nvPr/>
        </p:nvSpPr>
        <p:spPr>
          <a:xfrm>
            <a:off x="509368" y="1524000"/>
            <a:ext cx="5007849" cy="923330"/>
          </a:xfrm>
          <a:prstGeom prst="rect">
            <a:avLst/>
          </a:prstGeom>
          <a:noFill/>
        </p:spPr>
        <p:txBody>
          <a:bodyPr wrap="square" rtlCol="0">
            <a:spAutoFit/>
          </a:bodyPr>
          <a:lstStyle/>
          <a:p>
            <a:r>
              <a:rPr lang="en-US" noProof="0" dirty="0"/>
              <a:t>We make the histograms for each parameter We find the median value and the interval corresponding to 90% level of confidence</a:t>
            </a:r>
          </a:p>
        </p:txBody>
      </p:sp>
      <p:pic>
        <p:nvPicPr>
          <p:cNvPr id="5" name="Immagine 4">
            <a:extLst>
              <a:ext uri="{FF2B5EF4-FFF2-40B4-BE49-F238E27FC236}">
                <a16:creationId xmlns:a16="http://schemas.microsoft.com/office/drawing/2014/main" id="{BA67C029-26E8-7EA3-D5FF-6D8EA58C356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83647" y="1371589"/>
            <a:ext cx="5486411" cy="5486411"/>
          </a:xfrm>
          <a:prstGeom prst="rect">
            <a:avLst/>
          </a:prstGeom>
        </p:spPr>
      </p:pic>
      <mc:AlternateContent xmlns:mc="http://schemas.openxmlformats.org/markup-compatibility/2006">
        <mc:Choice xmlns:a14="http://schemas.microsoft.com/office/drawing/2010/main" Requires="a14">
          <p:graphicFrame>
            <p:nvGraphicFramePr>
              <p:cNvPr id="6" name="Tabella 5">
                <a:extLst>
                  <a:ext uri="{FF2B5EF4-FFF2-40B4-BE49-F238E27FC236}">
                    <a16:creationId xmlns:a16="http://schemas.microsoft.com/office/drawing/2014/main" id="{2F892785-F275-E4C0-A881-0549ADEDB903}"/>
                  </a:ext>
                </a:extLst>
              </p:cNvPr>
              <p:cNvGraphicFramePr>
                <a:graphicFrameLocks noGrp="1"/>
              </p:cNvGraphicFramePr>
              <p:nvPr>
                <p:extLst>
                  <p:ext uri="{D42A27DB-BD31-4B8C-83A1-F6EECF244321}">
                    <p14:modId xmlns:p14="http://schemas.microsoft.com/office/powerpoint/2010/main" val="706030940"/>
                  </p:ext>
                </p:extLst>
              </p:nvPr>
            </p:nvGraphicFramePr>
            <p:xfrm>
              <a:off x="854578" y="4294132"/>
              <a:ext cx="3507883" cy="747586"/>
            </p:xfrm>
            <a:graphic>
              <a:graphicData uri="http://schemas.openxmlformats.org/drawingml/2006/table">
                <a:tbl>
                  <a:tblPr firstRow="1" bandRow="1">
                    <a:tableStyleId>{5C22544A-7EE6-4342-B048-85BDC9FD1C3A}</a:tableStyleId>
                  </a:tblPr>
                  <a:tblGrid>
                    <a:gridCol w="1755058">
                      <a:extLst>
                        <a:ext uri="{9D8B030D-6E8A-4147-A177-3AD203B41FA5}">
                          <a16:colId xmlns:a16="http://schemas.microsoft.com/office/drawing/2014/main" val="3089219851"/>
                        </a:ext>
                      </a:extLst>
                    </a:gridCol>
                    <a:gridCol w="1752825">
                      <a:extLst>
                        <a:ext uri="{9D8B030D-6E8A-4147-A177-3AD203B41FA5}">
                          <a16:colId xmlns:a16="http://schemas.microsoft.com/office/drawing/2014/main" val="174376597"/>
                        </a:ext>
                      </a:extLst>
                    </a:gridCol>
                  </a:tblGrid>
                  <a:tr h="370840">
                    <a:tc>
                      <a:txBody>
                        <a:bodyPr/>
                        <a:lstStyle/>
                        <a:p>
                          <a14:m>
                            <m:oMathPara xmlns:m="http://schemas.openxmlformats.org/officeDocument/2006/math">
                              <m:oMathParaPr>
                                <m:jc m:val="centerGroup"/>
                              </m:oMathParaPr>
                              <m:oMath xmlns:m="http://schemas.openxmlformats.org/officeDocument/2006/math">
                                <m:sSub>
                                  <m:sSubPr>
                                    <m:ctrlPr>
                                      <a:rPr lang="it-IT" b="1" i="1" dirty="0" smtClean="0">
                                        <a:latin typeface="Cambria Math" panose="02040503050406030204" pitchFamily="18" charset="0"/>
                                      </a:rPr>
                                    </m:ctrlPr>
                                  </m:sSubPr>
                                  <m:e>
                                    <m:r>
                                      <a:rPr lang="it-IT" b="1" i="1" dirty="0" smtClean="0">
                                        <a:latin typeface="Cambria Math" panose="02040503050406030204" pitchFamily="18" charset="0"/>
                                      </a:rPr>
                                      <m:t>𝝁</m:t>
                                    </m:r>
                                  </m:e>
                                  <m:sub>
                                    <m:r>
                                      <a:rPr lang="it-IT" b="1" i="1" dirty="0" smtClean="0">
                                        <a:latin typeface="Cambria Math" panose="02040503050406030204" pitchFamily="18" charset="0"/>
                                      </a:rPr>
                                      <m:t>𝟏</m:t>
                                    </m:r>
                                  </m:sub>
                                </m:sSub>
                              </m:oMath>
                            </m:oMathPara>
                          </a14:m>
                          <a:endParaRPr lang="it-IT" b="1" dirty="0"/>
                        </a:p>
                      </a:txBody>
                      <a:tcPr/>
                    </a:tc>
                    <a:tc>
                      <a:txBody>
                        <a:bodyPr/>
                        <a:lstStyle/>
                        <a:p>
                          <a14:m>
                            <m:oMathPara xmlns:m="http://schemas.openxmlformats.org/officeDocument/2006/math">
                              <m:oMathParaPr>
                                <m:jc m:val="centerGroup"/>
                              </m:oMathParaPr>
                              <m:oMath xmlns:m="http://schemas.openxmlformats.org/officeDocument/2006/math">
                                <m:sSub>
                                  <m:sSubPr>
                                    <m:ctrlPr>
                                      <a:rPr lang="it-IT" b="1" i="1" dirty="0" smtClean="0">
                                        <a:latin typeface="Cambria Math" panose="02040503050406030204" pitchFamily="18" charset="0"/>
                                      </a:rPr>
                                    </m:ctrlPr>
                                  </m:sSubPr>
                                  <m:e>
                                    <m:r>
                                      <a:rPr lang="it-IT" b="1" i="1" dirty="0" smtClean="0">
                                        <a:latin typeface="Cambria Math" panose="02040503050406030204" pitchFamily="18" charset="0"/>
                                      </a:rPr>
                                      <m:t>𝝈</m:t>
                                    </m:r>
                                  </m:e>
                                  <m:sub>
                                    <m:r>
                                      <a:rPr lang="it-IT" b="1" i="1" dirty="0" smtClean="0">
                                        <a:latin typeface="Cambria Math" panose="02040503050406030204" pitchFamily="18" charset="0"/>
                                      </a:rPr>
                                      <m:t>𝟏</m:t>
                                    </m:r>
                                  </m:sub>
                                </m:sSub>
                              </m:oMath>
                            </m:oMathPara>
                          </a14:m>
                          <a:endParaRPr lang="it-IT" b="1" dirty="0"/>
                        </a:p>
                      </a:txBody>
                      <a:tcPr/>
                    </a:tc>
                    <a:extLst>
                      <a:ext uri="{0D108BD9-81ED-4DB2-BD59-A6C34878D82A}">
                        <a16:rowId xmlns:a16="http://schemas.microsoft.com/office/drawing/2014/main" val="803125368"/>
                      </a:ext>
                    </a:extLst>
                  </a:tr>
                  <a:tr h="370840">
                    <a:tc>
                      <a:txBody>
                        <a:bodyPr/>
                        <a:lstStyle/>
                        <a:p>
                          <a14:m>
                            <m:oMathPara xmlns:m="http://schemas.openxmlformats.org/officeDocument/2006/math">
                              <m:oMathParaPr>
                                <m:jc m:val="centerGroup"/>
                              </m:oMathParaPr>
                              <m:oMath xmlns:m="http://schemas.openxmlformats.org/officeDocument/2006/math">
                                <m:r>
                                  <a:rPr lang="it-IT" i="1" dirty="0" smtClean="0">
                                    <a:latin typeface="Cambria Math" panose="02040503050406030204" pitchFamily="18" charset="0"/>
                                  </a:rPr>
                                  <m:t>−</m:t>
                                </m:r>
                                <m:sSubSup>
                                  <m:sSubSupPr>
                                    <m:ctrlPr>
                                      <a:rPr lang="it-IT" i="1" dirty="0" smtClean="0">
                                        <a:latin typeface="Cambria Math" panose="02040503050406030204" pitchFamily="18" charset="0"/>
                                      </a:rPr>
                                    </m:ctrlPr>
                                  </m:sSubSupPr>
                                  <m:e>
                                    <m:r>
                                      <a:rPr lang="it-IT" i="1" dirty="0" smtClean="0">
                                        <a:latin typeface="Cambria Math" panose="02040503050406030204" pitchFamily="18" charset="0"/>
                                      </a:rPr>
                                      <m:t>0.18</m:t>
                                    </m:r>
                                  </m:e>
                                  <m:sub>
                                    <m:r>
                                      <a:rPr lang="it-IT" i="1" dirty="0" smtClean="0">
                                        <a:latin typeface="Cambria Math" panose="02040503050406030204" pitchFamily="18" charset="0"/>
                                      </a:rPr>
                                      <m:t>−0.21</m:t>
                                    </m:r>
                                  </m:sub>
                                  <m:sup>
                                    <m:r>
                                      <a:rPr lang="it-IT" i="1" dirty="0" smtClean="0">
                                        <a:latin typeface="Cambria Math" panose="02040503050406030204" pitchFamily="18" charset="0"/>
                                      </a:rPr>
                                      <m:t>+0.26</m:t>
                                    </m:r>
                                  </m:sup>
                                </m:sSubSup>
                              </m:oMath>
                            </m:oMathPara>
                          </a14:m>
                          <a:endParaRPr lang="it-IT" dirty="0"/>
                        </a:p>
                      </a:txBody>
                      <a:tcPr/>
                    </a:tc>
                    <a:tc>
                      <a:txBody>
                        <a:bodyPr/>
                        <a:lstStyle/>
                        <a:p>
                          <a14:m>
                            <m:oMathPara xmlns:m="http://schemas.openxmlformats.org/officeDocument/2006/math">
                              <m:oMathParaPr>
                                <m:jc m:val="centerGroup"/>
                              </m:oMathParaPr>
                              <m:oMath xmlns:m="http://schemas.openxmlformats.org/officeDocument/2006/math">
                                <m:sSubSup>
                                  <m:sSubSupPr>
                                    <m:ctrlPr>
                                      <a:rPr lang="it-IT" i="1" dirty="0" smtClean="0">
                                        <a:latin typeface="Cambria Math" panose="02040503050406030204" pitchFamily="18" charset="0"/>
                                      </a:rPr>
                                    </m:ctrlPr>
                                  </m:sSubSupPr>
                                  <m:e>
                                    <m:r>
                                      <a:rPr lang="it-IT" i="1" dirty="0" smtClean="0">
                                        <a:latin typeface="Cambria Math" panose="02040503050406030204" pitchFamily="18" charset="0"/>
                                      </a:rPr>
                                      <m:t>1.47</m:t>
                                    </m:r>
                                  </m:e>
                                  <m:sub>
                                    <m:r>
                                      <a:rPr lang="it-IT" i="1" dirty="0" smtClean="0">
                                        <a:latin typeface="Cambria Math" panose="02040503050406030204" pitchFamily="18" charset="0"/>
                                      </a:rPr>
                                      <m:t>−0.15</m:t>
                                    </m:r>
                                  </m:sub>
                                  <m:sup>
                                    <m:r>
                                      <a:rPr lang="it-IT" i="1" dirty="0" smtClean="0">
                                        <a:latin typeface="Cambria Math" panose="02040503050406030204" pitchFamily="18" charset="0"/>
                                      </a:rPr>
                                      <m:t>+0.19</m:t>
                                    </m:r>
                                  </m:sup>
                                </m:sSubSup>
                              </m:oMath>
                            </m:oMathPara>
                          </a14:m>
                          <a:endParaRPr lang="it-IT" dirty="0"/>
                        </a:p>
                      </a:txBody>
                      <a:tcPr/>
                    </a:tc>
                    <a:extLst>
                      <a:ext uri="{0D108BD9-81ED-4DB2-BD59-A6C34878D82A}">
                        <a16:rowId xmlns:a16="http://schemas.microsoft.com/office/drawing/2014/main" val="3271069214"/>
                      </a:ext>
                    </a:extLst>
                  </a:tr>
                </a:tbl>
              </a:graphicData>
            </a:graphic>
          </p:graphicFrame>
        </mc:Choice>
        <mc:Fallback>
          <p:graphicFrame>
            <p:nvGraphicFramePr>
              <p:cNvPr id="6" name="Tabella 5">
                <a:extLst>
                  <a:ext uri="{FF2B5EF4-FFF2-40B4-BE49-F238E27FC236}">
                    <a16:creationId xmlns:a16="http://schemas.microsoft.com/office/drawing/2014/main" id="{2F892785-F275-E4C0-A881-0549ADEDB903}"/>
                  </a:ext>
                </a:extLst>
              </p:cNvPr>
              <p:cNvGraphicFramePr>
                <a:graphicFrameLocks noGrp="1"/>
              </p:cNvGraphicFramePr>
              <p:nvPr>
                <p:extLst>
                  <p:ext uri="{D42A27DB-BD31-4B8C-83A1-F6EECF244321}">
                    <p14:modId xmlns:p14="http://schemas.microsoft.com/office/powerpoint/2010/main" val="706030940"/>
                  </p:ext>
                </p:extLst>
              </p:nvPr>
            </p:nvGraphicFramePr>
            <p:xfrm>
              <a:off x="854578" y="4294132"/>
              <a:ext cx="3507883" cy="747586"/>
            </p:xfrm>
            <a:graphic>
              <a:graphicData uri="http://schemas.openxmlformats.org/drawingml/2006/table">
                <a:tbl>
                  <a:tblPr firstRow="1" bandRow="1">
                    <a:tableStyleId>{5C22544A-7EE6-4342-B048-85BDC9FD1C3A}</a:tableStyleId>
                  </a:tblPr>
                  <a:tblGrid>
                    <a:gridCol w="1755058">
                      <a:extLst>
                        <a:ext uri="{9D8B030D-6E8A-4147-A177-3AD203B41FA5}">
                          <a16:colId xmlns:a16="http://schemas.microsoft.com/office/drawing/2014/main" val="3089219851"/>
                        </a:ext>
                      </a:extLst>
                    </a:gridCol>
                    <a:gridCol w="1752825">
                      <a:extLst>
                        <a:ext uri="{9D8B030D-6E8A-4147-A177-3AD203B41FA5}">
                          <a16:colId xmlns:a16="http://schemas.microsoft.com/office/drawing/2014/main" val="174376597"/>
                        </a:ext>
                      </a:extLst>
                    </a:gridCol>
                  </a:tblGrid>
                  <a:tr h="370840">
                    <a:tc>
                      <a:txBody>
                        <a:bodyPr/>
                        <a:lstStyle/>
                        <a:p>
                          <a:endParaRPr lang="it-IT"/>
                        </a:p>
                      </a:txBody>
                      <a:tcPr>
                        <a:blipFill>
                          <a:blip r:embed="rId4"/>
                          <a:stretch>
                            <a:fillRect l="-347" t="-1613" r="-101389" b="-103226"/>
                          </a:stretch>
                        </a:blipFill>
                      </a:tcPr>
                    </a:tc>
                    <a:tc>
                      <a:txBody>
                        <a:bodyPr/>
                        <a:lstStyle/>
                        <a:p>
                          <a:endParaRPr lang="it-IT"/>
                        </a:p>
                      </a:txBody>
                      <a:tcPr>
                        <a:blipFill>
                          <a:blip r:embed="rId4"/>
                          <a:stretch>
                            <a:fillRect l="-100347" t="-1613" r="-1389" b="-103226"/>
                          </a:stretch>
                        </a:blipFill>
                      </a:tcPr>
                    </a:tc>
                    <a:extLst>
                      <a:ext uri="{0D108BD9-81ED-4DB2-BD59-A6C34878D82A}">
                        <a16:rowId xmlns:a16="http://schemas.microsoft.com/office/drawing/2014/main" val="803125368"/>
                      </a:ext>
                    </a:extLst>
                  </a:tr>
                  <a:tr h="376746">
                    <a:tc>
                      <a:txBody>
                        <a:bodyPr/>
                        <a:lstStyle/>
                        <a:p>
                          <a:endParaRPr lang="it-IT"/>
                        </a:p>
                      </a:txBody>
                      <a:tcPr>
                        <a:blipFill>
                          <a:blip r:embed="rId4"/>
                          <a:stretch>
                            <a:fillRect l="-347" t="-101613" r="-101389" b="-3226"/>
                          </a:stretch>
                        </a:blipFill>
                      </a:tcPr>
                    </a:tc>
                    <a:tc>
                      <a:txBody>
                        <a:bodyPr/>
                        <a:lstStyle/>
                        <a:p>
                          <a:endParaRPr lang="it-IT"/>
                        </a:p>
                      </a:txBody>
                      <a:tcPr>
                        <a:blipFill>
                          <a:blip r:embed="rId4"/>
                          <a:stretch>
                            <a:fillRect l="-100347" t="-101613" r="-1389" b="-3226"/>
                          </a:stretch>
                        </a:blipFill>
                      </a:tcPr>
                    </a:tc>
                    <a:extLst>
                      <a:ext uri="{0D108BD9-81ED-4DB2-BD59-A6C34878D82A}">
                        <a16:rowId xmlns:a16="http://schemas.microsoft.com/office/drawing/2014/main" val="3271069214"/>
                      </a:ext>
                    </a:extLst>
                  </a:tr>
                </a:tbl>
              </a:graphicData>
            </a:graphic>
          </p:graphicFrame>
        </mc:Fallback>
      </mc:AlternateContent>
      <mc:AlternateContent xmlns:mc="http://schemas.openxmlformats.org/markup-compatibility/2006">
        <mc:Choice xmlns:a14="http://schemas.microsoft.com/office/drawing/2010/main" Requires="a14">
          <p:graphicFrame>
            <p:nvGraphicFramePr>
              <p:cNvPr id="7" name="Tabella 6">
                <a:extLst>
                  <a:ext uri="{FF2B5EF4-FFF2-40B4-BE49-F238E27FC236}">
                    <a16:creationId xmlns:a16="http://schemas.microsoft.com/office/drawing/2014/main" id="{5D7F20D3-411F-A47A-D9BD-A481B35CBA9E}"/>
                  </a:ext>
                </a:extLst>
              </p:cNvPr>
              <p:cNvGraphicFramePr>
                <a:graphicFrameLocks noGrp="1"/>
              </p:cNvGraphicFramePr>
              <p:nvPr>
                <p:extLst>
                  <p:ext uri="{D42A27DB-BD31-4B8C-83A1-F6EECF244321}">
                    <p14:modId xmlns:p14="http://schemas.microsoft.com/office/powerpoint/2010/main" val="1017112145"/>
                  </p:ext>
                </p:extLst>
              </p:nvPr>
            </p:nvGraphicFramePr>
            <p:xfrm>
              <a:off x="854578" y="2992721"/>
              <a:ext cx="1755058" cy="743712"/>
            </p:xfrm>
            <a:graphic>
              <a:graphicData uri="http://schemas.openxmlformats.org/drawingml/2006/table">
                <a:tbl>
                  <a:tblPr firstRow="1" bandRow="1">
                    <a:tableStyleId>{5C22544A-7EE6-4342-B048-85BDC9FD1C3A}</a:tableStyleId>
                  </a:tblPr>
                  <a:tblGrid>
                    <a:gridCol w="1755058">
                      <a:extLst>
                        <a:ext uri="{9D8B030D-6E8A-4147-A177-3AD203B41FA5}">
                          <a16:colId xmlns:a16="http://schemas.microsoft.com/office/drawing/2014/main" val="2348880626"/>
                        </a:ext>
                      </a:extLst>
                    </a:gridCol>
                  </a:tblGrid>
                  <a:tr h="370840">
                    <a:tc>
                      <a:txBody>
                        <a:bodyPr/>
                        <a:lstStyle/>
                        <a:p>
                          <a:pPr/>
                          <a14:m>
                            <m:oMathPara xmlns:m="http://schemas.openxmlformats.org/officeDocument/2006/math">
                              <m:oMathParaPr>
                                <m:jc m:val="centerGroup"/>
                              </m:oMathParaPr>
                              <m:oMath xmlns:m="http://schemas.openxmlformats.org/officeDocument/2006/math">
                                <m:r>
                                  <a:rPr lang="it-IT" b="1" i="1" dirty="0" smtClean="0">
                                    <a:latin typeface="Cambria Math" panose="02040503050406030204" pitchFamily="18" charset="0"/>
                                  </a:rPr>
                                  <m:t>𝒘</m:t>
                                </m:r>
                              </m:oMath>
                            </m:oMathPara>
                          </a14:m>
                          <a:endParaRPr lang="it-IT" b="1" dirty="0"/>
                        </a:p>
                      </a:txBody>
                      <a:tcPr/>
                    </a:tc>
                    <a:extLst>
                      <a:ext uri="{0D108BD9-81ED-4DB2-BD59-A6C34878D82A}">
                        <a16:rowId xmlns:a16="http://schemas.microsoft.com/office/drawing/2014/main" val="273662172"/>
                      </a:ext>
                    </a:extLst>
                  </a:tr>
                  <a:tr h="370840">
                    <a:tc>
                      <a:txBody>
                        <a:bodyPr/>
                        <a:lstStyle/>
                        <a:p>
                          <a:pPr/>
                          <a14:m>
                            <m:oMathPara xmlns:m="http://schemas.openxmlformats.org/officeDocument/2006/math">
                              <m:oMathParaPr>
                                <m:jc m:val="centerGroup"/>
                              </m:oMathParaPr>
                              <m:oMath xmlns:m="http://schemas.openxmlformats.org/officeDocument/2006/math">
                                <m:sSubSup>
                                  <m:sSubSupPr>
                                    <m:ctrlPr>
                                      <a:rPr lang="it-IT" i="1" dirty="0" smtClean="0">
                                        <a:latin typeface="Cambria Math" panose="02040503050406030204" pitchFamily="18" charset="0"/>
                                      </a:rPr>
                                    </m:ctrlPr>
                                  </m:sSubSupPr>
                                  <m:e>
                                    <m:r>
                                      <a:rPr lang="it-IT" i="1" dirty="0" smtClean="0">
                                        <a:latin typeface="Cambria Math" panose="02040503050406030204" pitchFamily="18" charset="0"/>
                                      </a:rPr>
                                      <m:t>0.325</m:t>
                                    </m:r>
                                  </m:e>
                                  <m:sub>
                                    <m:r>
                                      <a:rPr lang="it-IT" i="1" dirty="0" smtClean="0">
                                        <a:latin typeface="Cambria Math" panose="02040503050406030204" pitchFamily="18" charset="0"/>
                                      </a:rPr>
                                      <m:t>−0.033</m:t>
                                    </m:r>
                                  </m:sub>
                                  <m:sup>
                                    <m:r>
                                      <a:rPr lang="it-IT" i="1" dirty="0" smtClean="0">
                                        <a:latin typeface="Cambria Math" panose="02040503050406030204" pitchFamily="18" charset="0"/>
                                      </a:rPr>
                                      <m:t>+0.039</m:t>
                                    </m:r>
                                  </m:sup>
                                </m:sSubSup>
                              </m:oMath>
                            </m:oMathPara>
                          </a14:m>
                          <a:endParaRPr lang="it-IT" dirty="0"/>
                        </a:p>
                      </a:txBody>
                      <a:tcPr/>
                    </a:tc>
                    <a:extLst>
                      <a:ext uri="{0D108BD9-81ED-4DB2-BD59-A6C34878D82A}">
                        <a16:rowId xmlns:a16="http://schemas.microsoft.com/office/drawing/2014/main" val="3379430786"/>
                      </a:ext>
                    </a:extLst>
                  </a:tr>
                </a:tbl>
              </a:graphicData>
            </a:graphic>
          </p:graphicFrame>
        </mc:Choice>
        <mc:Fallback>
          <p:graphicFrame>
            <p:nvGraphicFramePr>
              <p:cNvPr id="7" name="Tabella 6">
                <a:extLst>
                  <a:ext uri="{FF2B5EF4-FFF2-40B4-BE49-F238E27FC236}">
                    <a16:creationId xmlns:a16="http://schemas.microsoft.com/office/drawing/2014/main" id="{5D7F20D3-411F-A47A-D9BD-A481B35CBA9E}"/>
                  </a:ext>
                </a:extLst>
              </p:cNvPr>
              <p:cNvGraphicFramePr>
                <a:graphicFrameLocks noGrp="1"/>
              </p:cNvGraphicFramePr>
              <p:nvPr>
                <p:extLst>
                  <p:ext uri="{D42A27DB-BD31-4B8C-83A1-F6EECF244321}">
                    <p14:modId xmlns:p14="http://schemas.microsoft.com/office/powerpoint/2010/main" val="1017112145"/>
                  </p:ext>
                </p:extLst>
              </p:nvPr>
            </p:nvGraphicFramePr>
            <p:xfrm>
              <a:off x="854578" y="2992721"/>
              <a:ext cx="1755058" cy="743712"/>
            </p:xfrm>
            <a:graphic>
              <a:graphicData uri="http://schemas.openxmlformats.org/drawingml/2006/table">
                <a:tbl>
                  <a:tblPr firstRow="1" bandRow="1">
                    <a:tableStyleId>{5C22544A-7EE6-4342-B048-85BDC9FD1C3A}</a:tableStyleId>
                  </a:tblPr>
                  <a:tblGrid>
                    <a:gridCol w="1755058">
                      <a:extLst>
                        <a:ext uri="{9D8B030D-6E8A-4147-A177-3AD203B41FA5}">
                          <a16:colId xmlns:a16="http://schemas.microsoft.com/office/drawing/2014/main" val="2348880626"/>
                        </a:ext>
                      </a:extLst>
                    </a:gridCol>
                  </a:tblGrid>
                  <a:tr h="370840">
                    <a:tc>
                      <a:txBody>
                        <a:bodyPr/>
                        <a:lstStyle/>
                        <a:p>
                          <a:endParaRPr lang="it-IT"/>
                        </a:p>
                      </a:txBody>
                      <a:tcPr>
                        <a:blipFill>
                          <a:blip r:embed="rId5"/>
                          <a:stretch>
                            <a:fillRect l="-346" t="-1639" r="-1384" b="-106557"/>
                          </a:stretch>
                        </a:blipFill>
                      </a:tcPr>
                    </a:tc>
                    <a:extLst>
                      <a:ext uri="{0D108BD9-81ED-4DB2-BD59-A6C34878D82A}">
                        <a16:rowId xmlns:a16="http://schemas.microsoft.com/office/drawing/2014/main" val="273662172"/>
                      </a:ext>
                    </a:extLst>
                  </a:tr>
                  <a:tr h="372872">
                    <a:tc>
                      <a:txBody>
                        <a:bodyPr/>
                        <a:lstStyle/>
                        <a:p>
                          <a:endParaRPr lang="it-IT"/>
                        </a:p>
                      </a:txBody>
                      <a:tcPr>
                        <a:blipFill>
                          <a:blip r:embed="rId5"/>
                          <a:stretch>
                            <a:fillRect l="-346" t="-100000" r="-1384" b="-4839"/>
                          </a:stretch>
                        </a:blipFill>
                      </a:tcPr>
                    </a:tc>
                    <a:extLst>
                      <a:ext uri="{0D108BD9-81ED-4DB2-BD59-A6C34878D82A}">
                        <a16:rowId xmlns:a16="http://schemas.microsoft.com/office/drawing/2014/main" val="3379430786"/>
                      </a:ext>
                    </a:extLst>
                  </a:tr>
                </a:tbl>
              </a:graphicData>
            </a:graphic>
          </p:graphicFrame>
        </mc:Fallback>
      </mc:AlternateContent>
      <mc:AlternateContent xmlns:mc="http://schemas.openxmlformats.org/markup-compatibility/2006">
        <mc:Choice xmlns:a14="http://schemas.microsoft.com/office/drawing/2010/main" Requires="a14">
          <p:graphicFrame>
            <p:nvGraphicFramePr>
              <p:cNvPr id="8" name="Tabella 7">
                <a:extLst>
                  <a:ext uri="{FF2B5EF4-FFF2-40B4-BE49-F238E27FC236}">
                    <a16:creationId xmlns:a16="http://schemas.microsoft.com/office/drawing/2014/main" id="{3C0E2ACE-ADC8-19FD-3E0E-CFBCA8BA0839}"/>
                  </a:ext>
                </a:extLst>
              </p:cNvPr>
              <p:cNvGraphicFramePr>
                <a:graphicFrameLocks noGrp="1"/>
              </p:cNvGraphicFramePr>
              <p:nvPr>
                <p:extLst>
                  <p:ext uri="{D42A27DB-BD31-4B8C-83A1-F6EECF244321}">
                    <p14:modId xmlns:p14="http://schemas.microsoft.com/office/powerpoint/2010/main" val="3469681787"/>
                  </p:ext>
                </p:extLst>
              </p:nvPr>
            </p:nvGraphicFramePr>
            <p:xfrm>
              <a:off x="854578" y="5599416"/>
              <a:ext cx="3507883" cy="751586"/>
            </p:xfrm>
            <a:graphic>
              <a:graphicData uri="http://schemas.openxmlformats.org/drawingml/2006/table">
                <a:tbl>
                  <a:tblPr firstRow="1" bandRow="1">
                    <a:tableStyleId>{5C22544A-7EE6-4342-B048-85BDC9FD1C3A}</a:tableStyleId>
                  </a:tblPr>
                  <a:tblGrid>
                    <a:gridCol w="1746634">
                      <a:extLst>
                        <a:ext uri="{9D8B030D-6E8A-4147-A177-3AD203B41FA5}">
                          <a16:colId xmlns:a16="http://schemas.microsoft.com/office/drawing/2014/main" val="3469716170"/>
                        </a:ext>
                      </a:extLst>
                    </a:gridCol>
                    <a:gridCol w="1761249">
                      <a:extLst>
                        <a:ext uri="{9D8B030D-6E8A-4147-A177-3AD203B41FA5}">
                          <a16:colId xmlns:a16="http://schemas.microsoft.com/office/drawing/2014/main" val="2634977079"/>
                        </a:ext>
                      </a:extLst>
                    </a:gridCol>
                  </a:tblGrid>
                  <a:tr h="370840">
                    <a:tc>
                      <a:txBody>
                        <a:bodyPr/>
                        <a:lstStyle/>
                        <a:p>
                          <a:pPr/>
                          <a14:m>
                            <m:oMathPara xmlns:m="http://schemas.openxmlformats.org/officeDocument/2006/math">
                              <m:oMathParaPr>
                                <m:jc m:val="centerGroup"/>
                              </m:oMathParaPr>
                              <m:oMath xmlns:m="http://schemas.openxmlformats.org/officeDocument/2006/math">
                                <m:sSub>
                                  <m:sSubPr>
                                    <m:ctrlPr>
                                      <a:rPr lang="it-IT" b="1" i="1" dirty="0" smtClean="0">
                                        <a:latin typeface="Cambria Math" panose="02040503050406030204" pitchFamily="18" charset="0"/>
                                      </a:rPr>
                                    </m:ctrlPr>
                                  </m:sSubPr>
                                  <m:e>
                                    <m:r>
                                      <a:rPr lang="it-IT" b="1" i="1" dirty="0" smtClean="0">
                                        <a:latin typeface="Cambria Math" panose="02040503050406030204" pitchFamily="18" charset="0"/>
                                      </a:rPr>
                                      <m:t>𝝁</m:t>
                                    </m:r>
                                  </m:e>
                                  <m:sub>
                                    <m:r>
                                      <a:rPr lang="it-IT" b="1" i="1" dirty="0" smtClean="0">
                                        <a:latin typeface="Cambria Math" panose="02040503050406030204" pitchFamily="18" charset="0"/>
                                      </a:rPr>
                                      <m:t>𝟐</m:t>
                                    </m:r>
                                  </m:sub>
                                </m:sSub>
                              </m:oMath>
                            </m:oMathPara>
                          </a14:m>
                          <a:endParaRPr lang="it-IT" b="1"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it-IT" b="1" i="1" dirty="0" smtClean="0">
                                        <a:latin typeface="Cambria Math" panose="02040503050406030204" pitchFamily="18" charset="0"/>
                                      </a:rPr>
                                    </m:ctrlPr>
                                  </m:sSubPr>
                                  <m:e>
                                    <m:r>
                                      <a:rPr lang="it-IT" b="1" i="1" dirty="0" smtClean="0">
                                        <a:latin typeface="Cambria Math" panose="02040503050406030204" pitchFamily="18" charset="0"/>
                                      </a:rPr>
                                      <m:t>𝝈</m:t>
                                    </m:r>
                                  </m:e>
                                  <m:sub>
                                    <m:r>
                                      <a:rPr lang="it-IT" b="1" i="1" dirty="0" smtClean="0">
                                        <a:latin typeface="Cambria Math" panose="02040503050406030204" pitchFamily="18" charset="0"/>
                                      </a:rPr>
                                      <m:t>𝟐</m:t>
                                    </m:r>
                                  </m:sub>
                                </m:sSub>
                              </m:oMath>
                            </m:oMathPara>
                          </a14:m>
                          <a:endParaRPr lang="it-IT" b="1" dirty="0"/>
                        </a:p>
                      </a:txBody>
                      <a:tcPr/>
                    </a:tc>
                    <a:extLst>
                      <a:ext uri="{0D108BD9-81ED-4DB2-BD59-A6C34878D82A}">
                        <a16:rowId xmlns:a16="http://schemas.microsoft.com/office/drawing/2014/main" val="2893380502"/>
                      </a:ext>
                    </a:extLst>
                  </a:tr>
                  <a:tr h="370840">
                    <a:tc>
                      <a:txBody>
                        <a:bodyPr/>
                        <a:lstStyle/>
                        <a:p>
                          <a:pPr/>
                          <a14:m>
                            <m:oMathPara xmlns:m="http://schemas.openxmlformats.org/officeDocument/2006/math">
                              <m:oMathParaPr>
                                <m:jc m:val="centerGroup"/>
                              </m:oMathParaPr>
                              <m:oMath xmlns:m="http://schemas.openxmlformats.org/officeDocument/2006/math">
                                <m:sSubSup>
                                  <m:sSubSupPr>
                                    <m:ctrlPr>
                                      <a:rPr lang="it-IT" i="1" dirty="0" smtClean="0">
                                        <a:latin typeface="Cambria Math" panose="02040503050406030204" pitchFamily="18" charset="0"/>
                                      </a:rPr>
                                    </m:ctrlPr>
                                  </m:sSubSupPr>
                                  <m:e>
                                    <m:r>
                                      <a:rPr lang="it-IT" i="1" dirty="0" smtClean="0">
                                        <a:latin typeface="Cambria Math" panose="02040503050406030204" pitchFamily="18" charset="0"/>
                                      </a:rPr>
                                      <m:t>3.560</m:t>
                                    </m:r>
                                  </m:e>
                                  <m:sub>
                                    <m:r>
                                      <a:rPr lang="it-IT" i="1" dirty="0" smtClean="0">
                                        <a:latin typeface="Cambria Math" panose="02040503050406030204" pitchFamily="18" charset="0"/>
                                      </a:rPr>
                                      <m:t>−0.082</m:t>
                                    </m:r>
                                  </m:sub>
                                  <m:sup>
                                    <m:r>
                                      <a:rPr lang="it-IT" i="1" dirty="0" smtClean="0">
                                        <a:latin typeface="Cambria Math" panose="02040503050406030204" pitchFamily="18" charset="0"/>
                                      </a:rPr>
                                      <m:t>+0.077</m:t>
                                    </m:r>
                                  </m:sup>
                                </m:sSubSup>
                              </m:oMath>
                            </m:oMathPara>
                          </a14:m>
                          <a:endParaRPr lang="it-IT" dirty="0"/>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it-IT" i="1" dirty="0" smtClean="0">
                                        <a:latin typeface="Cambria Math" panose="02040503050406030204" pitchFamily="18" charset="0"/>
                                      </a:rPr>
                                    </m:ctrlPr>
                                  </m:sSubSupPr>
                                  <m:e>
                                    <m:r>
                                      <a:rPr lang="it-IT" i="1" dirty="0" smtClean="0">
                                        <a:latin typeface="Cambria Math" panose="02040503050406030204" pitchFamily="18" charset="0"/>
                                      </a:rPr>
                                      <m:t>0.984</m:t>
                                    </m:r>
                                  </m:e>
                                  <m:sub>
                                    <m:r>
                                      <a:rPr lang="it-IT" i="1" dirty="0" smtClean="0">
                                        <a:latin typeface="Cambria Math" panose="02040503050406030204" pitchFamily="18" charset="0"/>
                                      </a:rPr>
                                      <m:t>−0.057</m:t>
                                    </m:r>
                                  </m:sub>
                                  <m:sup>
                                    <m:r>
                                      <a:rPr lang="it-IT" i="1" dirty="0" smtClean="0">
                                        <a:latin typeface="Cambria Math" panose="02040503050406030204" pitchFamily="18" charset="0"/>
                                      </a:rPr>
                                      <m:t>+0.058</m:t>
                                    </m:r>
                                  </m:sup>
                                </m:sSubSup>
                              </m:oMath>
                            </m:oMathPara>
                          </a14:m>
                          <a:endParaRPr lang="it-IT" dirty="0"/>
                        </a:p>
                      </a:txBody>
                      <a:tcPr/>
                    </a:tc>
                    <a:extLst>
                      <a:ext uri="{0D108BD9-81ED-4DB2-BD59-A6C34878D82A}">
                        <a16:rowId xmlns:a16="http://schemas.microsoft.com/office/drawing/2014/main" val="475251237"/>
                      </a:ext>
                    </a:extLst>
                  </a:tr>
                </a:tbl>
              </a:graphicData>
            </a:graphic>
          </p:graphicFrame>
        </mc:Choice>
        <mc:Fallback>
          <p:graphicFrame>
            <p:nvGraphicFramePr>
              <p:cNvPr id="8" name="Tabella 7">
                <a:extLst>
                  <a:ext uri="{FF2B5EF4-FFF2-40B4-BE49-F238E27FC236}">
                    <a16:creationId xmlns:a16="http://schemas.microsoft.com/office/drawing/2014/main" id="{3C0E2ACE-ADC8-19FD-3E0E-CFBCA8BA0839}"/>
                  </a:ext>
                </a:extLst>
              </p:cNvPr>
              <p:cNvGraphicFramePr>
                <a:graphicFrameLocks noGrp="1"/>
              </p:cNvGraphicFramePr>
              <p:nvPr>
                <p:extLst>
                  <p:ext uri="{D42A27DB-BD31-4B8C-83A1-F6EECF244321}">
                    <p14:modId xmlns:p14="http://schemas.microsoft.com/office/powerpoint/2010/main" val="3469681787"/>
                  </p:ext>
                </p:extLst>
              </p:nvPr>
            </p:nvGraphicFramePr>
            <p:xfrm>
              <a:off x="854578" y="5599416"/>
              <a:ext cx="3507883" cy="751586"/>
            </p:xfrm>
            <a:graphic>
              <a:graphicData uri="http://schemas.openxmlformats.org/drawingml/2006/table">
                <a:tbl>
                  <a:tblPr firstRow="1" bandRow="1">
                    <a:tableStyleId>{5C22544A-7EE6-4342-B048-85BDC9FD1C3A}</a:tableStyleId>
                  </a:tblPr>
                  <a:tblGrid>
                    <a:gridCol w="1746634">
                      <a:extLst>
                        <a:ext uri="{9D8B030D-6E8A-4147-A177-3AD203B41FA5}">
                          <a16:colId xmlns:a16="http://schemas.microsoft.com/office/drawing/2014/main" val="3469716170"/>
                        </a:ext>
                      </a:extLst>
                    </a:gridCol>
                    <a:gridCol w="1761249">
                      <a:extLst>
                        <a:ext uri="{9D8B030D-6E8A-4147-A177-3AD203B41FA5}">
                          <a16:colId xmlns:a16="http://schemas.microsoft.com/office/drawing/2014/main" val="2634977079"/>
                        </a:ext>
                      </a:extLst>
                    </a:gridCol>
                  </a:tblGrid>
                  <a:tr h="370840">
                    <a:tc>
                      <a:txBody>
                        <a:bodyPr/>
                        <a:lstStyle/>
                        <a:p>
                          <a:endParaRPr lang="it-IT"/>
                        </a:p>
                      </a:txBody>
                      <a:tcPr>
                        <a:blipFill>
                          <a:blip r:embed="rId6"/>
                          <a:stretch>
                            <a:fillRect l="-348" t="-1639" r="-102091" b="-106557"/>
                          </a:stretch>
                        </a:blipFill>
                      </a:tcPr>
                    </a:tc>
                    <a:tc>
                      <a:txBody>
                        <a:bodyPr/>
                        <a:lstStyle/>
                        <a:p>
                          <a:endParaRPr lang="it-IT"/>
                        </a:p>
                      </a:txBody>
                      <a:tcPr>
                        <a:blipFill>
                          <a:blip r:embed="rId6"/>
                          <a:stretch>
                            <a:fillRect l="-99654" t="-1639" r="-1384" b="-106557"/>
                          </a:stretch>
                        </a:blipFill>
                      </a:tcPr>
                    </a:tc>
                    <a:extLst>
                      <a:ext uri="{0D108BD9-81ED-4DB2-BD59-A6C34878D82A}">
                        <a16:rowId xmlns:a16="http://schemas.microsoft.com/office/drawing/2014/main" val="2893380502"/>
                      </a:ext>
                    </a:extLst>
                  </a:tr>
                  <a:tr h="380746">
                    <a:tc>
                      <a:txBody>
                        <a:bodyPr/>
                        <a:lstStyle/>
                        <a:p>
                          <a:endParaRPr lang="it-IT"/>
                        </a:p>
                      </a:txBody>
                      <a:tcPr>
                        <a:blipFill>
                          <a:blip r:embed="rId6"/>
                          <a:stretch>
                            <a:fillRect l="-348" t="-98413" r="-102091" b="-3175"/>
                          </a:stretch>
                        </a:blipFill>
                      </a:tcPr>
                    </a:tc>
                    <a:tc>
                      <a:txBody>
                        <a:bodyPr/>
                        <a:lstStyle/>
                        <a:p>
                          <a:endParaRPr lang="it-IT"/>
                        </a:p>
                      </a:txBody>
                      <a:tcPr>
                        <a:blipFill>
                          <a:blip r:embed="rId6"/>
                          <a:stretch>
                            <a:fillRect l="-99654" t="-98413" r="-1384" b="-3175"/>
                          </a:stretch>
                        </a:blipFill>
                      </a:tcPr>
                    </a:tc>
                    <a:extLst>
                      <a:ext uri="{0D108BD9-81ED-4DB2-BD59-A6C34878D82A}">
                        <a16:rowId xmlns:a16="http://schemas.microsoft.com/office/drawing/2014/main" val="475251237"/>
                      </a:ext>
                    </a:extLst>
                  </a:tr>
                </a:tbl>
              </a:graphicData>
            </a:graphic>
          </p:graphicFrame>
        </mc:Fallback>
      </mc:AlternateContent>
    </p:spTree>
    <p:extLst>
      <p:ext uri="{BB962C8B-B14F-4D97-AF65-F5344CB8AC3E}">
        <p14:creationId xmlns:p14="http://schemas.microsoft.com/office/powerpoint/2010/main" val="9027200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32DF931F-0CE4-A645-A0BF-7F3424E181B3}"/>
              </a:ext>
            </a:extLst>
          </p:cNvPr>
          <p:cNvSpPr>
            <a:spLocks noGrp="1"/>
          </p:cNvSpPr>
          <p:nvPr>
            <p:ph type="title"/>
          </p:nvPr>
        </p:nvSpPr>
        <p:spPr/>
        <p:txBody>
          <a:bodyPr/>
          <a:lstStyle/>
          <a:p>
            <a:endParaRPr lang="en-US" noProof="0" dirty="0"/>
          </a:p>
        </p:txBody>
      </p:sp>
      <mc:AlternateContent xmlns:mc="http://schemas.openxmlformats.org/markup-compatibility/2006">
        <mc:Choice xmlns:a14="http://schemas.microsoft.com/office/drawing/2010/main" Requires="a14">
          <p:graphicFrame>
            <p:nvGraphicFramePr>
              <p:cNvPr id="4" name="Tabella 3">
                <a:extLst>
                  <a:ext uri="{FF2B5EF4-FFF2-40B4-BE49-F238E27FC236}">
                    <a16:creationId xmlns:a16="http://schemas.microsoft.com/office/drawing/2014/main" id="{AE0AB884-D705-0F16-784C-E77C80F014EF}"/>
                  </a:ext>
                </a:extLst>
              </p:cNvPr>
              <p:cNvGraphicFramePr>
                <a:graphicFrameLocks noGrp="1"/>
              </p:cNvGraphicFramePr>
              <p:nvPr>
                <p:extLst>
                  <p:ext uri="{D42A27DB-BD31-4B8C-83A1-F6EECF244321}">
                    <p14:modId xmlns:p14="http://schemas.microsoft.com/office/powerpoint/2010/main" val="97632566"/>
                  </p:ext>
                </p:extLst>
              </p:nvPr>
            </p:nvGraphicFramePr>
            <p:xfrm>
              <a:off x="1918984" y="2687320"/>
              <a:ext cx="8128000" cy="1118553"/>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500066530"/>
                        </a:ext>
                      </a:extLst>
                    </a:gridCol>
                    <a:gridCol w="1625600">
                      <a:extLst>
                        <a:ext uri="{9D8B030D-6E8A-4147-A177-3AD203B41FA5}">
                          <a16:colId xmlns:a16="http://schemas.microsoft.com/office/drawing/2014/main" val="1819855302"/>
                        </a:ext>
                      </a:extLst>
                    </a:gridCol>
                    <a:gridCol w="1625600">
                      <a:extLst>
                        <a:ext uri="{9D8B030D-6E8A-4147-A177-3AD203B41FA5}">
                          <a16:colId xmlns:a16="http://schemas.microsoft.com/office/drawing/2014/main" val="4011376178"/>
                        </a:ext>
                      </a:extLst>
                    </a:gridCol>
                    <a:gridCol w="1625600">
                      <a:extLst>
                        <a:ext uri="{9D8B030D-6E8A-4147-A177-3AD203B41FA5}">
                          <a16:colId xmlns:a16="http://schemas.microsoft.com/office/drawing/2014/main" val="1305298267"/>
                        </a:ext>
                      </a:extLst>
                    </a:gridCol>
                    <a:gridCol w="1625600">
                      <a:extLst>
                        <a:ext uri="{9D8B030D-6E8A-4147-A177-3AD203B41FA5}">
                          <a16:colId xmlns:a16="http://schemas.microsoft.com/office/drawing/2014/main" val="4118232767"/>
                        </a:ext>
                      </a:extLst>
                    </a:gridCol>
                  </a:tblGrid>
                  <a:tr h="370840">
                    <a:tc>
                      <a:txBody>
                        <a:bodyPr/>
                        <a:lstStyle/>
                        <a:p>
                          <a:pPr/>
                          <a14:m>
                            <m:oMathPara xmlns:m="http://schemas.openxmlformats.org/officeDocument/2006/math">
                              <m:oMathParaPr>
                                <m:jc m:val="centerGroup"/>
                              </m:oMathParaPr>
                              <m:oMath xmlns:m="http://schemas.openxmlformats.org/officeDocument/2006/math">
                                <m:r>
                                  <a:rPr lang="en-US" b="1" i="1" noProof="0" smtClean="0">
                                    <a:latin typeface="Cambria Math" panose="02040503050406030204" pitchFamily="18" charset="0"/>
                                  </a:rPr>
                                  <m:t>𝒘</m:t>
                                </m:r>
                              </m:oMath>
                            </m:oMathPara>
                          </a14:m>
                          <a:endParaRPr lang="en-US" b="1" noProof="0"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noProof="0" smtClean="0">
                                        <a:latin typeface="Cambria Math" panose="02040503050406030204" pitchFamily="18" charset="0"/>
                                      </a:rPr>
                                    </m:ctrlPr>
                                  </m:sSubPr>
                                  <m:e>
                                    <m:r>
                                      <a:rPr lang="en-US" b="1" i="1" noProof="0" smtClean="0">
                                        <a:latin typeface="Cambria Math" panose="02040503050406030204" pitchFamily="18" charset="0"/>
                                      </a:rPr>
                                      <m:t>𝝁</m:t>
                                    </m:r>
                                  </m:e>
                                  <m:sub>
                                    <m:r>
                                      <a:rPr lang="en-US" b="1" i="1" noProof="0" smtClean="0">
                                        <a:latin typeface="Cambria Math" panose="02040503050406030204" pitchFamily="18" charset="0"/>
                                      </a:rPr>
                                      <m:t>𝟏</m:t>
                                    </m:r>
                                  </m:sub>
                                </m:sSub>
                              </m:oMath>
                            </m:oMathPara>
                          </a14:m>
                          <a:endParaRPr lang="en-US" b="1" noProof="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b="1" i="1" noProof="0" smtClean="0">
                                        <a:latin typeface="Cambria Math" panose="02040503050406030204" pitchFamily="18" charset="0"/>
                                      </a:rPr>
                                    </m:ctrlPr>
                                  </m:sSubPr>
                                  <m:e>
                                    <m:r>
                                      <a:rPr lang="en-US" b="1" i="1" noProof="0" smtClean="0">
                                        <a:latin typeface="Cambria Math" panose="02040503050406030204" pitchFamily="18" charset="0"/>
                                      </a:rPr>
                                      <m:t>𝝈</m:t>
                                    </m:r>
                                  </m:e>
                                  <m:sub>
                                    <m:r>
                                      <a:rPr lang="en-US" b="1" i="1" noProof="0" smtClean="0">
                                        <a:latin typeface="Cambria Math" panose="02040503050406030204" pitchFamily="18" charset="0"/>
                                      </a:rPr>
                                      <m:t>𝟏</m:t>
                                    </m:r>
                                  </m:sub>
                                </m:sSub>
                              </m:oMath>
                            </m:oMathPara>
                          </a14:m>
                          <a:endParaRPr lang="en-US" b="1" noProof="0"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noProof="0" smtClean="0">
                                        <a:latin typeface="Cambria Math" panose="02040503050406030204" pitchFamily="18" charset="0"/>
                                      </a:rPr>
                                    </m:ctrlPr>
                                  </m:sSubPr>
                                  <m:e>
                                    <m:r>
                                      <a:rPr lang="en-US" b="1" i="1" noProof="0" smtClean="0">
                                        <a:latin typeface="Cambria Math" panose="02040503050406030204" pitchFamily="18" charset="0"/>
                                      </a:rPr>
                                      <m:t>𝝁</m:t>
                                    </m:r>
                                  </m:e>
                                  <m:sub>
                                    <m:r>
                                      <a:rPr lang="en-US" b="1" i="1" noProof="0" smtClean="0">
                                        <a:latin typeface="Cambria Math" panose="02040503050406030204" pitchFamily="18" charset="0"/>
                                      </a:rPr>
                                      <m:t>𝟐</m:t>
                                    </m:r>
                                  </m:sub>
                                </m:sSub>
                              </m:oMath>
                            </m:oMathPara>
                          </a14:m>
                          <a:endParaRPr lang="en-US" b="1" noProof="0" dirty="0"/>
                        </a:p>
                      </a:txBody>
                      <a:tcPr/>
                    </a:tc>
                    <a:tc>
                      <a:txBody>
                        <a:bodyPr/>
                        <a:lstStyle/>
                        <a:p>
                          <a:pPr/>
                          <a14:m>
                            <m:oMathPara xmlns:m="http://schemas.openxmlformats.org/officeDocument/2006/math">
                              <m:oMathParaPr>
                                <m:jc m:val="centerGroup"/>
                              </m:oMathParaPr>
                              <m:oMath xmlns:m="http://schemas.openxmlformats.org/officeDocument/2006/math">
                                <m:sSub>
                                  <m:sSubPr>
                                    <m:ctrlPr>
                                      <a:rPr lang="en-US" b="1" i="1" noProof="0" smtClean="0">
                                        <a:latin typeface="Cambria Math" panose="02040503050406030204" pitchFamily="18" charset="0"/>
                                      </a:rPr>
                                    </m:ctrlPr>
                                  </m:sSubPr>
                                  <m:e>
                                    <m:r>
                                      <a:rPr lang="en-US" b="1" i="1" noProof="0" smtClean="0">
                                        <a:latin typeface="Cambria Math" panose="02040503050406030204" pitchFamily="18" charset="0"/>
                                      </a:rPr>
                                      <m:t>𝝈</m:t>
                                    </m:r>
                                  </m:e>
                                  <m:sub>
                                    <m:r>
                                      <a:rPr lang="en-US" b="1" i="1" noProof="0" smtClean="0">
                                        <a:latin typeface="Cambria Math" panose="02040503050406030204" pitchFamily="18" charset="0"/>
                                      </a:rPr>
                                      <m:t>𝟐</m:t>
                                    </m:r>
                                  </m:sub>
                                </m:sSub>
                              </m:oMath>
                            </m:oMathPara>
                          </a14:m>
                          <a:endParaRPr lang="en-US" b="1" noProof="0" dirty="0"/>
                        </a:p>
                      </a:txBody>
                      <a:tcPr/>
                    </a:tc>
                    <a:extLst>
                      <a:ext uri="{0D108BD9-81ED-4DB2-BD59-A6C34878D82A}">
                        <a16:rowId xmlns:a16="http://schemas.microsoft.com/office/drawing/2014/main" val="235488845"/>
                      </a:ext>
                    </a:extLst>
                  </a:tr>
                  <a:tr h="370840">
                    <a:tc>
                      <a:txBody>
                        <a:bodyPr/>
                        <a:lstStyle/>
                        <a:p>
                          <a:pPr/>
                          <a14:m>
                            <m:oMathPara xmlns:m="http://schemas.openxmlformats.org/officeDocument/2006/math">
                              <m:oMathParaPr>
                                <m:jc m:val="centerGroup"/>
                              </m:oMathParaPr>
                              <m:oMath xmlns:m="http://schemas.openxmlformats.org/officeDocument/2006/math">
                                <m:sSubSup>
                                  <m:sSubSupPr>
                                    <m:ctrlPr>
                                      <a:rPr lang="en-US" i="1" noProof="0" smtClean="0">
                                        <a:latin typeface="Cambria Math" panose="02040503050406030204" pitchFamily="18" charset="0"/>
                                      </a:rPr>
                                    </m:ctrlPr>
                                  </m:sSubSupPr>
                                  <m:e>
                                    <m:r>
                                      <a:rPr lang="en-US" i="1" noProof="0" smtClean="0">
                                        <a:latin typeface="Cambria Math" panose="02040503050406030204" pitchFamily="18" charset="0"/>
                                      </a:rPr>
                                      <m:t>0.326</m:t>
                                    </m:r>
                                  </m:e>
                                  <m:sub>
                                    <m:r>
                                      <a:rPr lang="en-US" i="1" noProof="0" smtClean="0">
                                        <a:latin typeface="Cambria Math" panose="02040503050406030204" pitchFamily="18" charset="0"/>
                                      </a:rPr>
                                      <m:t>−0.020</m:t>
                                    </m:r>
                                  </m:sub>
                                  <m:sup>
                                    <m:r>
                                      <a:rPr lang="en-US" i="1" noProof="0" smtClean="0">
                                        <a:latin typeface="Cambria Math" panose="02040503050406030204" pitchFamily="18" charset="0"/>
                                      </a:rPr>
                                      <m:t>+0.024</m:t>
                                    </m:r>
                                  </m:sup>
                                </m:sSubSup>
                              </m:oMath>
                            </m:oMathPara>
                          </a14:m>
                          <a:endParaRPr lang="en-US" noProof="0" dirty="0"/>
                        </a:p>
                      </a:txBody>
                      <a:tcPr/>
                    </a:tc>
                    <a:tc>
                      <a:txBody>
                        <a:bodyPr/>
                        <a:lstStyle/>
                        <a:p>
                          <a:pPr/>
                          <a14:m>
                            <m:oMathPara xmlns:m="http://schemas.openxmlformats.org/officeDocument/2006/math">
                              <m:oMathParaPr>
                                <m:jc m:val="centerGroup"/>
                              </m:oMathParaPr>
                              <m:oMath xmlns:m="http://schemas.openxmlformats.org/officeDocument/2006/math">
                                <m:r>
                                  <a:rPr lang="en-US" i="1" noProof="0" smtClean="0">
                                    <a:latin typeface="Cambria Math" panose="02040503050406030204" pitchFamily="18" charset="0"/>
                                  </a:rPr>
                                  <m:t>−</m:t>
                                </m:r>
                                <m:sSubSup>
                                  <m:sSubSupPr>
                                    <m:ctrlPr>
                                      <a:rPr lang="en-US" i="1" noProof="0" smtClean="0">
                                        <a:latin typeface="Cambria Math" panose="02040503050406030204" pitchFamily="18" charset="0"/>
                                      </a:rPr>
                                    </m:ctrlPr>
                                  </m:sSubSupPr>
                                  <m:e>
                                    <m:r>
                                      <a:rPr lang="en-US" i="1" noProof="0" smtClean="0">
                                        <a:latin typeface="Cambria Math" panose="02040503050406030204" pitchFamily="18" charset="0"/>
                                      </a:rPr>
                                      <m:t>0.18</m:t>
                                    </m:r>
                                  </m:e>
                                  <m:sub>
                                    <m:r>
                                      <a:rPr lang="en-US" i="1" noProof="0" smtClean="0">
                                        <a:latin typeface="Cambria Math" panose="02040503050406030204" pitchFamily="18" charset="0"/>
                                      </a:rPr>
                                      <m:t>−0.14</m:t>
                                    </m:r>
                                  </m:sub>
                                  <m:sup>
                                    <m:r>
                                      <a:rPr lang="en-US" i="1" noProof="0" smtClean="0">
                                        <a:latin typeface="Cambria Math" panose="02040503050406030204" pitchFamily="18" charset="0"/>
                                      </a:rPr>
                                      <m:t>+0.15</m:t>
                                    </m:r>
                                  </m:sup>
                                </m:sSubSup>
                              </m:oMath>
                            </m:oMathPara>
                          </a14:m>
                          <a:endParaRPr lang="en-US" noProof="0" dirty="0"/>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en-US" i="1" noProof="0" smtClean="0">
                                        <a:latin typeface="Cambria Math" panose="02040503050406030204" pitchFamily="18" charset="0"/>
                                      </a:rPr>
                                    </m:ctrlPr>
                                  </m:sSubSupPr>
                                  <m:e>
                                    <m:r>
                                      <a:rPr lang="en-US" i="1" noProof="0" smtClean="0">
                                        <a:latin typeface="Cambria Math" panose="02040503050406030204" pitchFamily="18" charset="0"/>
                                      </a:rPr>
                                      <m:t>1.48</m:t>
                                    </m:r>
                                  </m:e>
                                  <m:sub>
                                    <m:r>
                                      <a:rPr lang="en-US" i="1" noProof="0" smtClean="0">
                                        <a:latin typeface="Cambria Math" panose="02040503050406030204" pitchFamily="18" charset="0"/>
                                      </a:rPr>
                                      <m:t>−0.10</m:t>
                                    </m:r>
                                  </m:sub>
                                  <m:sup>
                                    <m:r>
                                      <a:rPr lang="en-US" i="1" noProof="0" smtClean="0">
                                        <a:latin typeface="Cambria Math" panose="02040503050406030204" pitchFamily="18" charset="0"/>
                                      </a:rPr>
                                      <m:t>+0.12</m:t>
                                    </m:r>
                                  </m:sup>
                                </m:sSubSup>
                              </m:oMath>
                            </m:oMathPara>
                          </a14:m>
                          <a:endParaRPr lang="en-US" noProof="0" dirty="0"/>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en-US" i="1" noProof="0" smtClean="0">
                                        <a:latin typeface="Cambria Math" panose="02040503050406030204" pitchFamily="18" charset="0"/>
                                      </a:rPr>
                                    </m:ctrlPr>
                                  </m:sSubSupPr>
                                  <m:e>
                                    <m:r>
                                      <a:rPr lang="en-US" i="1" noProof="0" smtClean="0">
                                        <a:latin typeface="Cambria Math" panose="02040503050406030204" pitchFamily="18" charset="0"/>
                                      </a:rPr>
                                      <m:t>3.56</m:t>
                                    </m:r>
                                  </m:e>
                                  <m:sub>
                                    <m:r>
                                      <a:rPr lang="en-US" i="1" noProof="0" smtClean="0">
                                        <a:latin typeface="Cambria Math" panose="02040503050406030204" pitchFamily="18" charset="0"/>
                                      </a:rPr>
                                      <m:t>−0.050</m:t>
                                    </m:r>
                                  </m:sub>
                                  <m:sup>
                                    <m:r>
                                      <a:rPr lang="en-US" i="1" noProof="0" smtClean="0">
                                        <a:latin typeface="Cambria Math" panose="02040503050406030204" pitchFamily="18" charset="0"/>
                                      </a:rPr>
                                      <m:t>+0.048</m:t>
                                    </m:r>
                                  </m:sup>
                                </m:sSubSup>
                              </m:oMath>
                            </m:oMathPara>
                          </a14:m>
                          <a:endParaRPr lang="en-US" noProof="0" dirty="0"/>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en-US" i="1" noProof="0" smtClean="0">
                                        <a:latin typeface="Cambria Math" panose="02040503050406030204" pitchFamily="18" charset="0"/>
                                      </a:rPr>
                                    </m:ctrlPr>
                                  </m:sSubSupPr>
                                  <m:e>
                                    <m:r>
                                      <a:rPr lang="en-US" i="1" noProof="0" smtClean="0">
                                        <a:latin typeface="Cambria Math" panose="02040503050406030204" pitchFamily="18" charset="0"/>
                                      </a:rPr>
                                      <m:t>0.982</m:t>
                                    </m:r>
                                  </m:e>
                                  <m:sub>
                                    <m:r>
                                      <a:rPr lang="en-US" i="1" noProof="0" smtClean="0">
                                        <a:latin typeface="Cambria Math" panose="02040503050406030204" pitchFamily="18" charset="0"/>
                                      </a:rPr>
                                      <m:t>−0.033</m:t>
                                    </m:r>
                                  </m:sub>
                                  <m:sup>
                                    <m:r>
                                      <a:rPr lang="en-US" i="1" noProof="0" smtClean="0">
                                        <a:latin typeface="Cambria Math" panose="02040503050406030204" pitchFamily="18" charset="0"/>
                                      </a:rPr>
                                      <m:t>+0.035</m:t>
                                    </m:r>
                                  </m:sup>
                                </m:sSubSup>
                              </m:oMath>
                            </m:oMathPara>
                          </a14:m>
                          <a:endParaRPr lang="en-US" noProof="0" dirty="0"/>
                        </a:p>
                      </a:txBody>
                      <a:tcPr/>
                    </a:tc>
                    <a:extLst>
                      <a:ext uri="{0D108BD9-81ED-4DB2-BD59-A6C34878D82A}">
                        <a16:rowId xmlns:a16="http://schemas.microsoft.com/office/drawing/2014/main" val="3320676961"/>
                      </a:ext>
                    </a:extLst>
                  </a:tr>
                  <a:tr h="370840">
                    <a:tc>
                      <a:txBody>
                        <a:bodyPr/>
                        <a:lstStyle/>
                        <a:p>
                          <a:endParaRPr lang="en-US" noProof="0" dirty="0"/>
                        </a:p>
                      </a:txBody>
                      <a:tcPr/>
                    </a:tc>
                    <a:tc>
                      <a:txBody>
                        <a:bodyPr/>
                        <a:lstStyle/>
                        <a:p>
                          <a:endParaRPr lang="en-US" noProof="0" dirty="0"/>
                        </a:p>
                      </a:txBody>
                      <a:tcPr/>
                    </a:tc>
                    <a:tc>
                      <a:txBody>
                        <a:bodyPr/>
                        <a:lstStyle/>
                        <a:p>
                          <a:endParaRPr lang="en-US" noProof="0" dirty="0"/>
                        </a:p>
                      </a:txBody>
                      <a:tcPr/>
                    </a:tc>
                    <a:tc>
                      <a:txBody>
                        <a:bodyPr/>
                        <a:lstStyle/>
                        <a:p>
                          <a:endParaRPr lang="en-US" noProof="0" dirty="0"/>
                        </a:p>
                      </a:txBody>
                      <a:tcPr/>
                    </a:tc>
                    <a:tc>
                      <a:txBody>
                        <a:bodyPr/>
                        <a:lstStyle/>
                        <a:p>
                          <a:endParaRPr lang="en-US" noProof="0" dirty="0"/>
                        </a:p>
                      </a:txBody>
                      <a:tcPr/>
                    </a:tc>
                    <a:extLst>
                      <a:ext uri="{0D108BD9-81ED-4DB2-BD59-A6C34878D82A}">
                        <a16:rowId xmlns:a16="http://schemas.microsoft.com/office/drawing/2014/main" val="3412315347"/>
                      </a:ext>
                    </a:extLst>
                  </a:tr>
                </a:tbl>
              </a:graphicData>
            </a:graphic>
          </p:graphicFrame>
        </mc:Choice>
        <mc:Fallback>
          <p:graphicFrame>
            <p:nvGraphicFramePr>
              <p:cNvPr id="4" name="Tabella 3">
                <a:extLst>
                  <a:ext uri="{FF2B5EF4-FFF2-40B4-BE49-F238E27FC236}">
                    <a16:creationId xmlns:a16="http://schemas.microsoft.com/office/drawing/2014/main" id="{AE0AB884-D705-0F16-784C-E77C80F014EF}"/>
                  </a:ext>
                </a:extLst>
              </p:cNvPr>
              <p:cNvGraphicFramePr>
                <a:graphicFrameLocks noGrp="1"/>
              </p:cNvGraphicFramePr>
              <p:nvPr>
                <p:extLst>
                  <p:ext uri="{D42A27DB-BD31-4B8C-83A1-F6EECF244321}">
                    <p14:modId xmlns:p14="http://schemas.microsoft.com/office/powerpoint/2010/main" val="97632566"/>
                  </p:ext>
                </p:extLst>
              </p:nvPr>
            </p:nvGraphicFramePr>
            <p:xfrm>
              <a:off x="1918984" y="2687320"/>
              <a:ext cx="8128000" cy="1118553"/>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500066530"/>
                        </a:ext>
                      </a:extLst>
                    </a:gridCol>
                    <a:gridCol w="1625600">
                      <a:extLst>
                        <a:ext uri="{9D8B030D-6E8A-4147-A177-3AD203B41FA5}">
                          <a16:colId xmlns:a16="http://schemas.microsoft.com/office/drawing/2014/main" val="1819855302"/>
                        </a:ext>
                      </a:extLst>
                    </a:gridCol>
                    <a:gridCol w="1625600">
                      <a:extLst>
                        <a:ext uri="{9D8B030D-6E8A-4147-A177-3AD203B41FA5}">
                          <a16:colId xmlns:a16="http://schemas.microsoft.com/office/drawing/2014/main" val="4011376178"/>
                        </a:ext>
                      </a:extLst>
                    </a:gridCol>
                    <a:gridCol w="1625600">
                      <a:extLst>
                        <a:ext uri="{9D8B030D-6E8A-4147-A177-3AD203B41FA5}">
                          <a16:colId xmlns:a16="http://schemas.microsoft.com/office/drawing/2014/main" val="1305298267"/>
                        </a:ext>
                      </a:extLst>
                    </a:gridCol>
                    <a:gridCol w="1625600">
                      <a:extLst>
                        <a:ext uri="{9D8B030D-6E8A-4147-A177-3AD203B41FA5}">
                          <a16:colId xmlns:a16="http://schemas.microsoft.com/office/drawing/2014/main" val="4118232767"/>
                        </a:ext>
                      </a:extLst>
                    </a:gridCol>
                  </a:tblGrid>
                  <a:tr h="370840">
                    <a:tc>
                      <a:txBody>
                        <a:bodyPr/>
                        <a:lstStyle/>
                        <a:p>
                          <a:endParaRPr lang="it-IT"/>
                        </a:p>
                      </a:txBody>
                      <a:tcPr>
                        <a:blipFill>
                          <a:blip r:embed="rId2"/>
                          <a:stretch>
                            <a:fillRect l="-375" t="-1639" r="-401498" b="-206557"/>
                          </a:stretch>
                        </a:blipFill>
                      </a:tcPr>
                    </a:tc>
                    <a:tc>
                      <a:txBody>
                        <a:bodyPr/>
                        <a:lstStyle/>
                        <a:p>
                          <a:endParaRPr lang="it-IT"/>
                        </a:p>
                      </a:txBody>
                      <a:tcPr>
                        <a:blipFill>
                          <a:blip r:embed="rId2"/>
                          <a:stretch>
                            <a:fillRect l="-100375" t="-1639" r="-301498" b="-206557"/>
                          </a:stretch>
                        </a:blipFill>
                      </a:tcPr>
                    </a:tc>
                    <a:tc>
                      <a:txBody>
                        <a:bodyPr/>
                        <a:lstStyle/>
                        <a:p>
                          <a:endParaRPr lang="it-IT"/>
                        </a:p>
                      </a:txBody>
                      <a:tcPr>
                        <a:blipFill>
                          <a:blip r:embed="rId2"/>
                          <a:stretch>
                            <a:fillRect l="-200375" t="-1639" r="-201498" b="-206557"/>
                          </a:stretch>
                        </a:blipFill>
                      </a:tcPr>
                    </a:tc>
                    <a:tc>
                      <a:txBody>
                        <a:bodyPr/>
                        <a:lstStyle/>
                        <a:p>
                          <a:endParaRPr lang="it-IT"/>
                        </a:p>
                      </a:txBody>
                      <a:tcPr>
                        <a:blipFill>
                          <a:blip r:embed="rId2"/>
                          <a:stretch>
                            <a:fillRect l="-300375" t="-1639" r="-101498" b="-206557"/>
                          </a:stretch>
                        </a:blipFill>
                      </a:tcPr>
                    </a:tc>
                    <a:tc>
                      <a:txBody>
                        <a:bodyPr/>
                        <a:lstStyle/>
                        <a:p>
                          <a:endParaRPr lang="it-IT"/>
                        </a:p>
                      </a:txBody>
                      <a:tcPr>
                        <a:blipFill>
                          <a:blip r:embed="rId2"/>
                          <a:stretch>
                            <a:fillRect l="-400375" t="-1639" r="-1498" b="-206557"/>
                          </a:stretch>
                        </a:blipFill>
                      </a:tcPr>
                    </a:tc>
                    <a:extLst>
                      <a:ext uri="{0D108BD9-81ED-4DB2-BD59-A6C34878D82A}">
                        <a16:rowId xmlns:a16="http://schemas.microsoft.com/office/drawing/2014/main" val="235488845"/>
                      </a:ext>
                    </a:extLst>
                  </a:tr>
                  <a:tr h="376873">
                    <a:tc>
                      <a:txBody>
                        <a:bodyPr/>
                        <a:lstStyle/>
                        <a:p>
                          <a:endParaRPr lang="it-IT"/>
                        </a:p>
                      </a:txBody>
                      <a:tcPr>
                        <a:blipFill>
                          <a:blip r:embed="rId2"/>
                          <a:stretch>
                            <a:fillRect l="-375" t="-98413" r="-401498" b="-100000"/>
                          </a:stretch>
                        </a:blipFill>
                      </a:tcPr>
                    </a:tc>
                    <a:tc>
                      <a:txBody>
                        <a:bodyPr/>
                        <a:lstStyle/>
                        <a:p>
                          <a:endParaRPr lang="it-IT"/>
                        </a:p>
                      </a:txBody>
                      <a:tcPr>
                        <a:blipFill>
                          <a:blip r:embed="rId2"/>
                          <a:stretch>
                            <a:fillRect l="-100375" t="-98413" r="-301498" b="-100000"/>
                          </a:stretch>
                        </a:blipFill>
                      </a:tcPr>
                    </a:tc>
                    <a:tc>
                      <a:txBody>
                        <a:bodyPr/>
                        <a:lstStyle/>
                        <a:p>
                          <a:endParaRPr lang="it-IT"/>
                        </a:p>
                      </a:txBody>
                      <a:tcPr>
                        <a:blipFill>
                          <a:blip r:embed="rId2"/>
                          <a:stretch>
                            <a:fillRect l="-200375" t="-98413" r="-201498" b="-100000"/>
                          </a:stretch>
                        </a:blipFill>
                      </a:tcPr>
                    </a:tc>
                    <a:tc>
                      <a:txBody>
                        <a:bodyPr/>
                        <a:lstStyle/>
                        <a:p>
                          <a:endParaRPr lang="it-IT"/>
                        </a:p>
                      </a:txBody>
                      <a:tcPr>
                        <a:blipFill>
                          <a:blip r:embed="rId2"/>
                          <a:stretch>
                            <a:fillRect l="-300375" t="-98413" r="-101498" b="-100000"/>
                          </a:stretch>
                        </a:blipFill>
                      </a:tcPr>
                    </a:tc>
                    <a:tc>
                      <a:txBody>
                        <a:bodyPr/>
                        <a:lstStyle/>
                        <a:p>
                          <a:endParaRPr lang="it-IT"/>
                        </a:p>
                      </a:txBody>
                      <a:tcPr>
                        <a:blipFill>
                          <a:blip r:embed="rId2"/>
                          <a:stretch>
                            <a:fillRect l="-400375" t="-98413" r="-1498" b="-100000"/>
                          </a:stretch>
                        </a:blipFill>
                      </a:tcPr>
                    </a:tc>
                    <a:extLst>
                      <a:ext uri="{0D108BD9-81ED-4DB2-BD59-A6C34878D82A}">
                        <a16:rowId xmlns:a16="http://schemas.microsoft.com/office/drawing/2014/main" val="3320676961"/>
                      </a:ext>
                    </a:extLst>
                  </a:tr>
                  <a:tr h="370840">
                    <a:tc>
                      <a:txBody>
                        <a:bodyPr/>
                        <a:lstStyle/>
                        <a:p>
                          <a:endParaRPr lang="en-US" noProof="0" dirty="0"/>
                        </a:p>
                      </a:txBody>
                      <a:tcPr/>
                    </a:tc>
                    <a:tc>
                      <a:txBody>
                        <a:bodyPr/>
                        <a:lstStyle/>
                        <a:p>
                          <a:endParaRPr lang="en-US" noProof="0" dirty="0"/>
                        </a:p>
                      </a:txBody>
                      <a:tcPr/>
                    </a:tc>
                    <a:tc>
                      <a:txBody>
                        <a:bodyPr/>
                        <a:lstStyle/>
                        <a:p>
                          <a:endParaRPr lang="en-US" noProof="0" dirty="0"/>
                        </a:p>
                      </a:txBody>
                      <a:tcPr/>
                    </a:tc>
                    <a:tc>
                      <a:txBody>
                        <a:bodyPr/>
                        <a:lstStyle/>
                        <a:p>
                          <a:endParaRPr lang="en-US" noProof="0" dirty="0"/>
                        </a:p>
                      </a:txBody>
                      <a:tcPr/>
                    </a:tc>
                    <a:tc>
                      <a:txBody>
                        <a:bodyPr/>
                        <a:lstStyle/>
                        <a:p>
                          <a:endParaRPr lang="en-US" noProof="0" dirty="0"/>
                        </a:p>
                      </a:txBody>
                      <a:tcPr/>
                    </a:tc>
                    <a:extLst>
                      <a:ext uri="{0D108BD9-81ED-4DB2-BD59-A6C34878D82A}">
                        <a16:rowId xmlns:a16="http://schemas.microsoft.com/office/drawing/2014/main" val="3412315347"/>
                      </a:ext>
                    </a:extLst>
                  </a:tr>
                </a:tbl>
              </a:graphicData>
            </a:graphic>
          </p:graphicFrame>
        </mc:Fallback>
      </mc:AlternateContent>
    </p:spTree>
    <p:extLst>
      <p:ext uri="{BB962C8B-B14F-4D97-AF65-F5344CB8AC3E}">
        <p14:creationId xmlns:p14="http://schemas.microsoft.com/office/powerpoint/2010/main" val="22462162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026A7-7C5E-E914-F984-A40B37CCE10B}"/>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itolo 1">
                <a:extLst>
                  <a:ext uri="{FF2B5EF4-FFF2-40B4-BE49-F238E27FC236}">
                    <a16:creationId xmlns:a16="http://schemas.microsoft.com/office/drawing/2014/main" id="{D67CD9F1-19DB-7679-A1E8-A3FE1AAFC7BD}"/>
                  </a:ext>
                </a:extLst>
              </p:cNvPr>
              <p:cNvSpPr>
                <a:spLocks noGrp="1"/>
              </p:cNvSpPr>
              <p:nvPr>
                <p:ph type="title"/>
              </p:nvPr>
            </p:nvSpPr>
            <p:spPr>
              <a:xfrm>
                <a:off x="642938" y="288925"/>
                <a:ext cx="10227120" cy="1235075"/>
              </a:xfrm>
            </p:spPr>
            <p:txBody>
              <a:bodyPr>
                <a:normAutofit/>
              </a:bodyPr>
              <a:lstStyle/>
              <a:p>
                <a:r>
                  <a:rPr lang="en-US" noProof="0" dirty="0"/>
                  <a:t>Classification on </a:t>
                </a:r>
                <a14:m>
                  <m:oMath xmlns:m="http://schemas.openxmlformats.org/officeDocument/2006/math">
                    <m:func>
                      <m:funcPr>
                        <m:ctrlPr>
                          <a:rPr lang="en-US" i="1" noProof="0" smtClean="0">
                            <a:latin typeface="Cambria Math" panose="02040503050406030204" pitchFamily="18" charset="0"/>
                          </a:rPr>
                        </m:ctrlPr>
                      </m:funcPr>
                      <m:fName>
                        <m:r>
                          <m:rPr>
                            <m:sty m:val="p"/>
                          </m:rPr>
                          <a:rPr lang="en-US" noProof="0" smtClean="0">
                            <a:latin typeface="Cambria Math" panose="02040503050406030204" pitchFamily="18" charset="0"/>
                          </a:rPr>
                          <m:t>log</m:t>
                        </m:r>
                      </m:fName>
                      <m:e>
                        <m:d>
                          <m:dPr>
                            <m:ctrlPr>
                              <a:rPr lang="en-US" i="1" noProof="0" smtClean="0">
                                <a:latin typeface="Cambria Math" panose="02040503050406030204" pitchFamily="18" charset="0"/>
                              </a:rPr>
                            </m:ctrlPr>
                          </m:dPr>
                          <m:e>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𝑇</m:t>
                                </m:r>
                              </m:e>
                              <m:sub>
                                <m:r>
                                  <a:rPr lang="en-US" i="1" noProof="0" smtClean="0">
                                    <a:latin typeface="Cambria Math" panose="02040503050406030204" pitchFamily="18" charset="0"/>
                                  </a:rPr>
                                  <m:t>90</m:t>
                                </m:r>
                              </m:sub>
                            </m:sSub>
                          </m:e>
                        </m:d>
                      </m:e>
                    </m:func>
                  </m:oMath>
                </a14:m>
                <a:r>
                  <a:rPr lang="en-US" noProof="0" dirty="0"/>
                  <a:t>: final model </a:t>
                </a:r>
              </a:p>
            </p:txBody>
          </p:sp>
        </mc:Choice>
        <mc:Fallback>
          <p:sp>
            <p:nvSpPr>
              <p:cNvPr id="4" name="Titolo 1">
                <a:extLst>
                  <a:ext uri="{FF2B5EF4-FFF2-40B4-BE49-F238E27FC236}">
                    <a16:creationId xmlns:a16="http://schemas.microsoft.com/office/drawing/2014/main" id="{D67CD9F1-19DB-7679-A1E8-A3FE1AAFC7BD}"/>
                  </a:ext>
                </a:extLst>
              </p:cNvPr>
              <p:cNvSpPr>
                <a:spLocks noGrp="1" noRot="1" noChangeAspect="1" noMove="1" noResize="1" noEditPoints="1" noAdjustHandles="1" noChangeArrowheads="1" noChangeShapeType="1" noTextEdit="1"/>
              </p:cNvSpPr>
              <p:nvPr>
                <p:ph type="title"/>
              </p:nvPr>
            </p:nvSpPr>
            <p:spPr>
              <a:xfrm>
                <a:off x="642938" y="288925"/>
                <a:ext cx="10227120" cy="1235075"/>
              </a:xfrm>
              <a:blipFill>
                <a:blip r:embed="rId2"/>
                <a:stretch>
                  <a:fillRect l="-2384" t="-15271"/>
                </a:stretch>
              </a:blipFill>
            </p:spPr>
            <p:txBody>
              <a:bodyPr/>
              <a:lstStyle/>
              <a:p>
                <a:r>
                  <a:rPr lang="it-IT">
                    <a:noFill/>
                  </a:rPr>
                  <a:t> </a:t>
                </a:r>
              </a:p>
            </p:txBody>
          </p:sp>
        </mc:Fallback>
      </mc:AlternateContent>
      <p:sp>
        <p:nvSpPr>
          <p:cNvPr id="12" name="CasellaDiTesto 11">
            <a:extLst>
              <a:ext uri="{FF2B5EF4-FFF2-40B4-BE49-F238E27FC236}">
                <a16:creationId xmlns:a16="http://schemas.microsoft.com/office/drawing/2014/main" id="{C02E9209-318D-37B3-6915-51823614E145}"/>
              </a:ext>
            </a:extLst>
          </p:cNvPr>
          <p:cNvSpPr txBox="1"/>
          <p:nvPr/>
        </p:nvSpPr>
        <p:spPr>
          <a:xfrm>
            <a:off x="642938" y="1517151"/>
            <a:ext cx="3387047" cy="3139321"/>
          </a:xfrm>
          <a:prstGeom prst="rect">
            <a:avLst/>
          </a:prstGeom>
          <a:noFill/>
        </p:spPr>
        <p:txBody>
          <a:bodyPr wrap="square" rtlCol="0">
            <a:spAutoFit/>
          </a:bodyPr>
          <a:lstStyle/>
          <a:p>
            <a:r>
              <a:rPr lang="en-US" noProof="0" dirty="0"/>
              <a:t>Finally we look at the final model, computed as the median of the models computed on each sample (and not the model on the median values) and we also plot the interval </a:t>
            </a:r>
            <a:r>
              <a:rPr lang="en-US" noProof="0" dirty="0" err="1"/>
              <a:t>corrisponding</a:t>
            </a:r>
            <a:r>
              <a:rPr lang="en-US" noProof="0" dirty="0"/>
              <a:t> to 68% level of confidence. We also show the two </a:t>
            </a:r>
            <a:r>
              <a:rPr lang="en-US" noProof="0" dirty="0" err="1"/>
              <a:t>separete</a:t>
            </a:r>
            <a:r>
              <a:rPr lang="en-US" noProof="0" dirty="0"/>
              <a:t> components of the model</a:t>
            </a:r>
          </a:p>
        </p:txBody>
      </p:sp>
      <p:sp>
        <p:nvSpPr>
          <p:cNvPr id="2" name="CasellaDiTesto 1">
            <a:extLst>
              <a:ext uri="{FF2B5EF4-FFF2-40B4-BE49-F238E27FC236}">
                <a16:creationId xmlns:a16="http://schemas.microsoft.com/office/drawing/2014/main" id="{A813098C-0858-D030-C73E-CCE714DEEA2F}"/>
              </a:ext>
            </a:extLst>
          </p:cNvPr>
          <p:cNvSpPr txBox="1"/>
          <p:nvPr/>
        </p:nvSpPr>
        <p:spPr>
          <a:xfrm>
            <a:off x="6688476" y="2178121"/>
            <a:ext cx="2630185" cy="369332"/>
          </a:xfrm>
          <a:prstGeom prst="rect">
            <a:avLst/>
          </a:prstGeom>
          <a:noFill/>
        </p:spPr>
        <p:txBody>
          <a:bodyPr wrap="square" rtlCol="0">
            <a:spAutoFit/>
          </a:bodyPr>
          <a:lstStyle/>
          <a:p>
            <a:r>
              <a:rPr lang="en-US" noProof="0" dirty="0"/>
              <a:t>Final model </a:t>
            </a:r>
            <a:r>
              <a:rPr lang="en-US" noProof="0" dirty="0" err="1"/>
              <a:t>img</a:t>
            </a:r>
            <a:endParaRPr lang="en-US" noProof="0" dirty="0"/>
          </a:p>
        </p:txBody>
      </p:sp>
    </p:spTree>
    <p:extLst>
      <p:ext uri="{BB962C8B-B14F-4D97-AF65-F5344CB8AC3E}">
        <p14:creationId xmlns:p14="http://schemas.microsoft.com/office/powerpoint/2010/main" val="11967594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8B4848-BCDE-BE79-9846-0785787D7874}"/>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itolo 1">
                <a:extLst>
                  <a:ext uri="{FF2B5EF4-FFF2-40B4-BE49-F238E27FC236}">
                    <a16:creationId xmlns:a16="http://schemas.microsoft.com/office/drawing/2014/main" id="{635BCE01-13DF-C903-4E4A-E887A64201E3}"/>
                  </a:ext>
                </a:extLst>
              </p:cNvPr>
              <p:cNvSpPr>
                <a:spLocks noGrp="1"/>
              </p:cNvSpPr>
              <p:nvPr>
                <p:ph type="title"/>
              </p:nvPr>
            </p:nvSpPr>
            <p:spPr>
              <a:xfrm>
                <a:off x="642938" y="288925"/>
                <a:ext cx="10227120" cy="1235075"/>
              </a:xfrm>
            </p:spPr>
            <p:txBody>
              <a:bodyPr>
                <a:normAutofit/>
              </a:bodyPr>
              <a:lstStyle/>
              <a:p>
                <a:r>
                  <a:rPr lang="en-US" noProof="0" dirty="0"/>
                  <a:t>Classification on </a:t>
                </a:r>
                <a14:m>
                  <m:oMath xmlns:m="http://schemas.openxmlformats.org/officeDocument/2006/math">
                    <m:func>
                      <m:funcPr>
                        <m:ctrlPr>
                          <a:rPr lang="en-US" i="1" noProof="0" smtClean="0">
                            <a:latin typeface="Cambria Math" panose="02040503050406030204" pitchFamily="18" charset="0"/>
                          </a:rPr>
                        </m:ctrlPr>
                      </m:funcPr>
                      <m:fName>
                        <m:r>
                          <m:rPr>
                            <m:sty m:val="p"/>
                          </m:rPr>
                          <a:rPr lang="en-US" noProof="0" smtClean="0">
                            <a:latin typeface="Cambria Math" panose="02040503050406030204" pitchFamily="18" charset="0"/>
                          </a:rPr>
                          <m:t>log</m:t>
                        </m:r>
                      </m:fName>
                      <m:e>
                        <m:d>
                          <m:dPr>
                            <m:ctrlPr>
                              <a:rPr lang="en-US" i="1" noProof="0" smtClean="0">
                                <a:latin typeface="Cambria Math" panose="02040503050406030204" pitchFamily="18" charset="0"/>
                              </a:rPr>
                            </m:ctrlPr>
                          </m:dPr>
                          <m:e>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𝑇</m:t>
                                </m:r>
                              </m:e>
                              <m:sub>
                                <m:r>
                                  <a:rPr lang="en-US" i="1" noProof="0" smtClean="0">
                                    <a:latin typeface="Cambria Math" panose="02040503050406030204" pitchFamily="18" charset="0"/>
                                  </a:rPr>
                                  <m:t>90</m:t>
                                </m:r>
                              </m:sub>
                            </m:sSub>
                          </m:e>
                        </m:d>
                      </m:e>
                    </m:func>
                  </m:oMath>
                </a14:m>
                <a:r>
                  <a:rPr lang="en-US" noProof="0" dirty="0"/>
                  <a:t> with errors </a:t>
                </a:r>
              </a:p>
            </p:txBody>
          </p:sp>
        </mc:Choice>
        <mc:Fallback>
          <p:sp>
            <p:nvSpPr>
              <p:cNvPr id="4" name="Titolo 1">
                <a:extLst>
                  <a:ext uri="{FF2B5EF4-FFF2-40B4-BE49-F238E27FC236}">
                    <a16:creationId xmlns:a16="http://schemas.microsoft.com/office/drawing/2014/main" id="{635BCE01-13DF-C903-4E4A-E887A64201E3}"/>
                  </a:ext>
                </a:extLst>
              </p:cNvPr>
              <p:cNvSpPr>
                <a:spLocks noGrp="1" noRot="1" noChangeAspect="1" noMove="1" noResize="1" noEditPoints="1" noAdjustHandles="1" noChangeArrowheads="1" noChangeShapeType="1" noTextEdit="1"/>
              </p:cNvSpPr>
              <p:nvPr>
                <p:ph type="title"/>
              </p:nvPr>
            </p:nvSpPr>
            <p:spPr>
              <a:xfrm>
                <a:off x="642938" y="288925"/>
                <a:ext cx="10227120" cy="1235075"/>
              </a:xfrm>
              <a:blipFill>
                <a:blip r:embed="rId2"/>
                <a:stretch>
                  <a:fillRect l="-2384" t="-15271"/>
                </a:stretch>
              </a:blipFill>
            </p:spPr>
            <p:txBody>
              <a:bodyPr/>
              <a:lstStyle/>
              <a:p>
                <a:r>
                  <a:rPr lang="it-IT">
                    <a:noFill/>
                  </a:rPr>
                  <a:t> </a:t>
                </a:r>
              </a:p>
            </p:txBody>
          </p:sp>
        </mc:Fallback>
      </mc:AlternateContent>
      <p:sp>
        <p:nvSpPr>
          <p:cNvPr id="12" name="CasellaDiTesto 11">
            <a:extLst>
              <a:ext uri="{FF2B5EF4-FFF2-40B4-BE49-F238E27FC236}">
                <a16:creationId xmlns:a16="http://schemas.microsoft.com/office/drawing/2014/main" id="{7F1FAD3D-7226-39C2-4F69-F003E58656CF}"/>
              </a:ext>
            </a:extLst>
          </p:cNvPr>
          <p:cNvSpPr txBox="1"/>
          <p:nvPr/>
        </p:nvSpPr>
        <p:spPr>
          <a:xfrm>
            <a:off x="642938" y="1517151"/>
            <a:ext cx="3387047" cy="369332"/>
          </a:xfrm>
          <a:prstGeom prst="rect">
            <a:avLst/>
          </a:prstGeom>
          <a:noFill/>
        </p:spPr>
        <p:txBody>
          <a:bodyPr wrap="square" rtlCol="0">
            <a:spAutoFit/>
          </a:bodyPr>
          <a:lstStyle/>
          <a:p>
            <a:r>
              <a:rPr lang="en-US" noProof="0" dirty="0"/>
              <a:t>Consider </a:t>
            </a:r>
          </a:p>
        </p:txBody>
      </p:sp>
    </p:spTree>
    <p:extLst>
      <p:ext uri="{BB962C8B-B14F-4D97-AF65-F5344CB8AC3E}">
        <p14:creationId xmlns:p14="http://schemas.microsoft.com/office/powerpoint/2010/main" val="26510396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B4B57A-6293-2976-B48B-555FE2F44DE3}"/>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3B18B03-F308-DD92-1281-8B17984DC3E6}"/>
              </a:ext>
            </a:extLst>
          </p:cNvPr>
          <p:cNvSpPr>
            <a:spLocks noGrp="1"/>
          </p:cNvSpPr>
          <p:nvPr>
            <p:ph type="title"/>
          </p:nvPr>
        </p:nvSpPr>
        <p:spPr/>
        <p:txBody>
          <a:bodyPr/>
          <a:lstStyle/>
          <a:p>
            <a:r>
              <a:rPr lang="en-US" noProof="0" dirty="0"/>
              <a:t>Conclusions</a:t>
            </a:r>
          </a:p>
        </p:txBody>
      </p:sp>
      <p:sp>
        <p:nvSpPr>
          <p:cNvPr id="4" name="Segnaposto contenuto 4">
            <a:extLst>
              <a:ext uri="{FF2B5EF4-FFF2-40B4-BE49-F238E27FC236}">
                <a16:creationId xmlns:a16="http://schemas.microsoft.com/office/drawing/2014/main" id="{F9B62D35-990E-4023-5A62-EB1014B42B8B}"/>
              </a:ext>
            </a:extLst>
          </p:cNvPr>
          <p:cNvSpPr>
            <a:spLocks noGrp="1"/>
          </p:cNvSpPr>
          <p:nvPr>
            <p:ph idx="1"/>
          </p:nvPr>
        </p:nvSpPr>
        <p:spPr>
          <a:xfrm>
            <a:off x="642746" y="1714500"/>
            <a:ext cx="9625203" cy="4502149"/>
          </a:xfrm>
        </p:spPr>
        <p:txBody>
          <a:bodyPr>
            <a:normAutofit/>
          </a:bodyPr>
          <a:lstStyle/>
          <a:p>
            <a:pPr>
              <a:buSzPct val="90000"/>
              <a:buFont typeface="Wingdings" panose="05000000000000000000" pitchFamily="2" charset="2"/>
              <a:buChar char="Ø"/>
            </a:pPr>
            <a:r>
              <a:rPr lang="en-US" sz="2400" noProof="0" dirty="0"/>
              <a:t> </a:t>
            </a:r>
          </a:p>
        </p:txBody>
      </p:sp>
    </p:spTree>
    <p:extLst>
      <p:ext uri="{BB962C8B-B14F-4D97-AF65-F5344CB8AC3E}">
        <p14:creationId xmlns:p14="http://schemas.microsoft.com/office/powerpoint/2010/main" val="97612028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FD0BC4E-0507-38A8-8010-BD9A0EBB1660}"/>
              </a:ext>
            </a:extLst>
          </p:cNvPr>
          <p:cNvSpPr>
            <a:spLocks noGrp="1"/>
          </p:cNvSpPr>
          <p:nvPr>
            <p:ph type="title"/>
          </p:nvPr>
        </p:nvSpPr>
        <p:spPr/>
        <p:txBody>
          <a:bodyPr/>
          <a:lstStyle/>
          <a:p>
            <a:r>
              <a:rPr lang="en-US" noProof="0" dirty="0" err="1"/>
              <a:t>Bibliografia</a:t>
            </a:r>
            <a:endParaRPr lang="en-US" noProof="0" dirty="0"/>
          </a:p>
        </p:txBody>
      </p:sp>
      <p:sp>
        <p:nvSpPr>
          <p:cNvPr id="3" name="Segnaposto contenuto 2">
            <a:extLst>
              <a:ext uri="{FF2B5EF4-FFF2-40B4-BE49-F238E27FC236}">
                <a16:creationId xmlns:a16="http://schemas.microsoft.com/office/drawing/2014/main" id="{7BAC323B-B885-CD5A-7BAD-38DB1BA09399}"/>
              </a:ext>
            </a:extLst>
          </p:cNvPr>
          <p:cNvSpPr>
            <a:spLocks noGrp="1"/>
          </p:cNvSpPr>
          <p:nvPr>
            <p:ph idx="1"/>
          </p:nvPr>
        </p:nvSpPr>
        <p:spPr>
          <a:xfrm>
            <a:off x="642746" y="1417833"/>
            <a:ext cx="9826620" cy="5301465"/>
          </a:xfrm>
        </p:spPr>
        <p:txBody>
          <a:bodyPr>
            <a:normAutofit/>
          </a:bodyPr>
          <a:lstStyle/>
          <a:p>
            <a:pPr marL="0" indent="0">
              <a:buNone/>
            </a:pPr>
            <a:r>
              <a:rPr lang="en-US" sz="2000" noProof="0" dirty="0" err="1">
                <a:solidFill>
                  <a:schemeClr val="tx1">
                    <a:lumMod val="95000"/>
                  </a:schemeClr>
                </a:solidFill>
              </a:rPr>
              <a:t>Questo</a:t>
            </a:r>
            <a:r>
              <a:rPr lang="en-US" sz="2000" noProof="0" dirty="0">
                <a:solidFill>
                  <a:schemeClr val="tx1">
                    <a:lumMod val="95000"/>
                  </a:schemeClr>
                </a:solidFill>
              </a:rPr>
              <a:t> </a:t>
            </a:r>
            <a:r>
              <a:rPr lang="en-US" sz="2000" noProof="0" dirty="0" err="1">
                <a:solidFill>
                  <a:schemeClr val="tx1">
                    <a:lumMod val="95000"/>
                  </a:schemeClr>
                </a:solidFill>
              </a:rPr>
              <a:t>articolo</a:t>
            </a:r>
            <a:r>
              <a:rPr lang="en-US" sz="2000" noProof="0" dirty="0">
                <a:solidFill>
                  <a:schemeClr val="tx1">
                    <a:lumMod val="95000"/>
                  </a:schemeClr>
                </a:solidFill>
              </a:rPr>
              <a:t>: </a:t>
            </a:r>
            <a:r>
              <a:rPr lang="en-US" sz="2000" noProof="0" dirty="0"/>
              <a:t>H. Alfvén, Magneto hydrodynamic waves, and the heating of the solar corona, Monthly Notices of the Royal Astronomical Society </a:t>
            </a:r>
            <a:r>
              <a:rPr lang="en-US" sz="2000" b="1" noProof="0" dirty="0"/>
              <a:t>107</a:t>
            </a:r>
            <a:r>
              <a:rPr lang="en-US" sz="2000" noProof="0" dirty="0"/>
              <a:t>, 211 (1947).</a:t>
            </a:r>
          </a:p>
          <a:p>
            <a:pPr marL="0" indent="0">
              <a:buNone/>
            </a:pPr>
            <a:endParaRPr lang="en-US" sz="2000" noProof="0" dirty="0"/>
          </a:p>
          <a:p>
            <a:pPr marL="0" indent="0">
              <a:buNone/>
            </a:pPr>
            <a:r>
              <a:rPr lang="en-US" sz="2000" noProof="0" dirty="0"/>
              <a:t>[1]: H. Alfven, On the existence of electromagnetic-hydro· dynamic waves., Ark. Mat. </a:t>
            </a:r>
            <a:r>
              <a:rPr lang="en-US" sz="2000" noProof="0" dirty="0" err="1"/>
              <a:t>Astr</a:t>
            </a:r>
            <a:r>
              <a:rPr lang="en-US" sz="2000" noProof="0" dirty="0"/>
              <a:t>. Fys.t </a:t>
            </a:r>
            <a:r>
              <a:rPr lang="en-US" sz="2000" b="1" noProof="0" dirty="0"/>
              <a:t>29B</a:t>
            </a:r>
            <a:r>
              <a:rPr lang="en-US" sz="2000" noProof="0" dirty="0"/>
              <a:t>, (1942). </a:t>
            </a:r>
          </a:p>
          <a:p>
            <a:pPr marL="0" indent="0">
              <a:buNone/>
            </a:pPr>
            <a:endParaRPr lang="en-US" sz="2000" noProof="0" dirty="0"/>
          </a:p>
          <a:p>
            <a:pPr marL="0" indent="0">
              <a:buNone/>
            </a:pPr>
            <a:r>
              <a:rPr lang="en-US" sz="2000" noProof="0" dirty="0"/>
              <a:t>[2]: T. G. Cowling, The electrical conductivity of an ionized gas in a magnetic field, with applications to the solar atmosphere and the ionosphere, Proc. A </a:t>
            </a:r>
            <a:r>
              <a:rPr lang="en-US" sz="2000" b="1" noProof="0" dirty="0"/>
              <a:t>183</a:t>
            </a:r>
            <a:r>
              <a:rPr lang="en-US" sz="2000" noProof="0" dirty="0"/>
              <a:t>, 453 (1945).</a:t>
            </a:r>
          </a:p>
          <a:p>
            <a:pPr marL="0" indent="0">
              <a:buNone/>
            </a:pPr>
            <a:endParaRPr lang="en-US" sz="2000" noProof="0" dirty="0"/>
          </a:p>
        </p:txBody>
      </p:sp>
    </p:spTree>
    <p:extLst>
      <p:ext uri="{BB962C8B-B14F-4D97-AF65-F5344CB8AC3E}">
        <p14:creationId xmlns:p14="http://schemas.microsoft.com/office/powerpoint/2010/main" val="232652460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39A5647-C4A9-AA24-0F75-5527236F72AB}"/>
              </a:ext>
            </a:extLst>
          </p:cNvPr>
          <p:cNvSpPr>
            <a:spLocks noGrp="1"/>
          </p:cNvSpPr>
          <p:nvPr>
            <p:ph type="ctrTitle"/>
          </p:nvPr>
        </p:nvSpPr>
        <p:spPr>
          <a:xfrm>
            <a:off x="2060722" y="2164611"/>
            <a:ext cx="8070556" cy="2528778"/>
          </a:xfrm>
        </p:spPr>
        <p:txBody>
          <a:bodyPr anchor="ctr">
            <a:normAutofit/>
          </a:bodyPr>
          <a:lstStyle/>
          <a:p>
            <a:pPr algn="ctr"/>
            <a:r>
              <a:rPr lang="en-US" sz="6000" noProof="0" dirty="0"/>
              <a:t>Grazie per </a:t>
            </a:r>
            <a:r>
              <a:rPr lang="en-US" sz="6000" noProof="0" dirty="0" err="1"/>
              <a:t>l’attenzione</a:t>
            </a:r>
            <a:endParaRPr lang="en-US" sz="6000" noProof="0" dirty="0"/>
          </a:p>
        </p:txBody>
      </p:sp>
    </p:spTree>
    <p:extLst>
      <p:ext uri="{BB962C8B-B14F-4D97-AF65-F5344CB8AC3E}">
        <p14:creationId xmlns:p14="http://schemas.microsoft.com/office/powerpoint/2010/main" val="1653933529"/>
      </p:ext>
    </p:extLst>
  </p:cSld>
  <p:clrMapOvr>
    <a:masterClrMapping/>
  </p:clrMapOvr>
</p:sld>
</file>

<file path=ppt/theme/theme1.xml><?xml version="1.0" encoding="utf-8"?>
<a:theme xmlns:a="http://schemas.openxmlformats.org/drawingml/2006/main" name="Vista">
  <a:themeElements>
    <a:clrScheme name="Blu caldo">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Vista">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sta">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lnDef>
      <a:spPr>
        <a:ln w="19050">
          <a:tailEnd type="triangle"/>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7100</TotalTime>
  <Words>1136</Words>
  <Application>Microsoft Office PowerPoint</Application>
  <PresentationFormat>Widescreen</PresentationFormat>
  <Paragraphs>149</Paragraphs>
  <Slides>22</Slides>
  <Notes>0</Notes>
  <HiddenSlides>0</HiddenSlides>
  <MMClips>0</MMClips>
  <ScaleCrop>false</ScaleCrop>
  <HeadingPairs>
    <vt:vector size="6" baseType="variant">
      <vt:variant>
        <vt:lpstr>Caratteri utilizzati</vt:lpstr>
      </vt:variant>
      <vt:variant>
        <vt:i4>6</vt:i4>
      </vt:variant>
      <vt:variant>
        <vt:lpstr>Tema</vt:lpstr>
      </vt:variant>
      <vt:variant>
        <vt:i4>1</vt:i4>
      </vt:variant>
      <vt:variant>
        <vt:lpstr>Titoli diapositive</vt:lpstr>
      </vt:variant>
      <vt:variant>
        <vt:i4>22</vt:i4>
      </vt:variant>
    </vt:vector>
  </HeadingPairs>
  <TitlesOfParts>
    <vt:vector size="29" baseType="lpstr">
      <vt:lpstr>Arial</vt:lpstr>
      <vt:lpstr>Calibri</vt:lpstr>
      <vt:lpstr>Cambria Math</vt:lpstr>
      <vt:lpstr>Century Schoolbook</vt:lpstr>
      <vt:lpstr>Wingdings</vt:lpstr>
      <vt:lpstr>Wingdings 2</vt:lpstr>
      <vt:lpstr>Vista</vt:lpstr>
      <vt:lpstr>Gamma-ray burst classification</vt:lpstr>
      <vt:lpstr>Index</vt:lpstr>
      <vt:lpstr>The Gamma Ray Bursts (GRBs)</vt:lpstr>
      <vt:lpstr>Classification on log⁡(T_90 ): data</vt:lpstr>
      <vt:lpstr>Classification on log⁡(T_90 ): model</vt:lpstr>
      <vt:lpstr>Classification on log⁡(T_90 ): Bayes theorem</vt:lpstr>
      <vt:lpstr>Classification on log⁡(T_90 ): Prior</vt:lpstr>
      <vt:lpstr>Classification on log⁡(T_90 ): Likelihood</vt:lpstr>
      <vt:lpstr>Sample the posterior: Metropolis-Hasting</vt:lpstr>
      <vt:lpstr>Sample the posterior: Metropolis-Hasting</vt:lpstr>
      <vt:lpstr>Sample the posterior: Metropolis-Hasting</vt:lpstr>
      <vt:lpstr>Classification on log⁡(T_90 ): traces</vt:lpstr>
      <vt:lpstr>Classification on log⁡(T_90 ): traces</vt:lpstr>
      <vt:lpstr>Classification on log⁡(T_90 ): autocorrelation</vt:lpstr>
      <vt:lpstr>Classification on log⁡(T_90 ): autocorrelation</vt:lpstr>
      <vt:lpstr>Classification on log⁡(T_90 ): marginals </vt:lpstr>
      <vt:lpstr>Presentazione standard di PowerPoint</vt:lpstr>
      <vt:lpstr>Classification on log⁡(T_90 ): final model </vt:lpstr>
      <vt:lpstr>Classification on log⁡(T_90 ) with errors </vt:lpstr>
      <vt:lpstr>Conclusions</vt:lpstr>
      <vt:lpstr>Bibliografia</vt:lpstr>
      <vt:lpstr>Grazie per l’attenzione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Andrea Marcone</dc:creator>
  <cp:lastModifiedBy>Andrea Marcone</cp:lastModifiedBy>
  <cp:revision>73</cp:revision>
  <cp:lastPrinted>2026-04-03T15:43:58Z</cp:lastPrinted>
  <dcterms:created xsi:type="dcterms:W3CDTF">2025-03-06T14:22:57Z</dcterms:created>
  <dcterms:modified xsi:type="dcterms:W3CDTF">2026-04-03T17:56:08Z</dcterms:modified>
</cp:coreProperties>
</file>