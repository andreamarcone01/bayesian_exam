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8"/>
  </p:notesMasterIdLst>
  <p:sldIdLst>
    <p:sldId id="276" r:id="rId2"/>
    <p:sldId id="267" r:id="rId3"/>
    <p:sldId id="328" r:id="rId4"/>
    <p:sldId id="327" r:id="rId5"/>
    <p:sldId id="289" r:id="rId6"/>
    <p:sldId id="29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drea Marcone" initials="AM" lastIdx="6" clrIdx="0">
    <p:extLst>
      <p:ext uri="{19B8F6BF-5375-455C-9EA6-DF929625EA0E}">
        <p15:presenceInfo xmlns:p15="http://schemas.microsoft.com/office/powerpoint/2012/main" userId="S::a.marcone2@studenti.unipi.it::650bfec5-dc8c-42e5-9303-c35eba02494d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5B81"/>
    <a:srgbClr val="53465A"/>
    <a:srgbClr val="22229F"/>
    <a:srgbClr val="2CDB2B"/>
    <a:srgbClr val="BF1F1E"/>
    <a:srgbClr val="8BD677"/>
    <a:srgbClr val="5D88BB"/>
    <a:srgbClr val="AA5050"/>
    <a:srgbClr val="FF9999"/>
    <a:srgbClr val="FF50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02" autoAdjust="0"/>
    <p:restoredTop sz="94660"/>
  </p:normalViewPr>
  <p:slideViewPr>
    <p:cSldViewPr snapToGrid="0">
      <p:cViewPr varScale="1">
        <p:scale>
          <a:sx n="62" d="100"/>
          <a:sy n="62" d="100"/>
        </p:scale>
        <p:origin x="8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commentAuthors" Target="commentAuthors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Marcone" userId="650bfec5-dc8c-42e5-9303-c35eba02494d" providerId="ADAL" clId="{4CAABB25-AA6C-491B-BD71-ABCDB01E741B}"/>
    <pc:docChg chg="undo custSel addSld delSld modSld sldOrd modMainMaster">
      <pc:chgData name="Andrea Marcone" userId="650bfec5-dc8c-42e5-9303-c35eba02494d" providerId="ADAL" clId="{4CAABB25-AA6C-491B-BD71-ABCDB01E741B}" dt="2026-02-05T17:14:51.418" v="32277"/>
      <pc:docMkLst>
        <pc:docMk/>
      </pc:docMkLst>
      <pc:sldChg chg="del">
        <pc:chgData name="Andrea Marcone" userId="650bfec5-dc8c-42e5-9303-c35eba02494d" providerId="ADAL" clId="{4CAABB25-AA6C-491B-BD71-ABCDB01E741B}" dt="2025-10-21T09:55:02.553" v="0" actId="47"/>
        <pc:sldMkLst>
          <pc:docMk/>
          <pc:sldMk cId="3258127775" sldId="258"/>
        </pc:sldMkLst>
      </pc:sldChg>
      <pc:sldChg chg="del">
        <pc:chgData name="Andrea Marcone" userId="650bfec5-dc8c-42e5-9303-c35eba02494d" providerId="ADAL" clId="{4CAABB25-AA6C-491B-BD71-ABCDB01E741B}" dt="2025-10-21T09:55:03.146" v="1" actId="47"/>
        <pc:sldMkLst>
          <pc:docMk/>
          <pc:sldMk cId="3550625307" sldId="266"/>
        </pc:sldMkLst>
      </pc:sldChg>
      <pc:sldChg chg="addSp delSp modSp mod modTransition">
        <pc:chgData name="Andrea Marcone" userId="650bfec5-dc8c-42e5-9303-c35eba02494d" providerId="ADAL" clId="{4CAABB25-AA6C-491B-BD71-ABCDB01E741B}" dt="2026-01-16T15:31:14.362" v="30577" actId="20577"/>
        <pc:sldMkLst>
          <pc:docMk/>
          <pc:sldMk cId="619311590" sldId="267"/>
        </pc:sldMkLst>
        <pc:spChg chg="add mod">
          <ac:chgData name="Andrea Marcone" userId="650bfec5-dc8c-42e5-9303-c35eba02494d" providerId="ADAL" clId="{4CAABB25-AA6C-491B-BD71-ABCDB01E741B}" dt="2026-01-16T15:31:14.362" v="30577" actId="20577"/>
          <ac:spMkLst>
            <pc:docMk/>
            <pc:sldMk cId="619311590" sldId="267"/>
            <ac:spMk id="5" creationId="{8D3D01E5-0746-01AC-6919-1BB1484336D3}"/>
          </ac:spMkLst>
        </pc:spChg>
      </pc:sldChg>
      <pc:sldChg chg="del">
        <pc:chgData name="Andrea Marcone" userId="650bfec5-dc8c-42e5-9303-c35eba02494d" providerId="ADAL" clId="{4CAABB25-AA6C-491B-BD71-ABCDB01E741B}" dt="2025-10-21T09:55:03.838" v="2" actId="47"/>
        <pc:sldMkLst>
          <pc:docMk/>
          <pc:sldMk cId="2437134295" sldId="269"/>
        </pc:sldMkLst>
      </pc:sldChg>
      <pc:sldChg chg="del">
        <pc:chgData name="Andrea Marcone" userId="650bfec5-dc8c-42e5-9303-c35eba02494d" providerId="ADAL" clId="{4CAABB25-AA6C-491B-BD71-ABCDB01E741B}" dt="2025-10-21T09:55:04.412" v="3" actId="47"/>
        <pc:sldMkLst>
          <pc:docMk/>
          <pc:sldMk cId="2509059891" sldId="270"/>
        </pc:sldMkLst>
      </pc:sldChg>
      <pc:sldChg chg="del">
        <pc:chgData name="Andrea Marcone" userId="650bfec5-dc8c-42e5-9303-c35eba02494d" providerId="ADAL" clId="{4CAABB25-AA6C-491B-BD71-ABCDB01E741B}" dt="2025-10-21T09:55:05.643" v="5" actId="47"/>
        <pc:sldMkLst>
          <pc:docMk/>
          <pc:sldMk cId="3287263708" sldId="271"/>
        </pc:sldMkLst>
      </pc:sldChg>
      <pc:sldChg chg="del">
        <pc:chgData name="Andrea Marcone" userId="650bfec5-dc8c-42e5-9303-c35eba02494d" providerId="ADAL" clId="{4CAABB25-AA6C-491B-BD71-ABCDB01E741B}" dt="2025-10-21T09:55:06.300" v="6" actId="47"/>
        <pc:sldMkLst>
          <pc:docMk/>
          <pc:sldMk cId="2324482013" sldId="272"/>
        </pc:sldMkLst>
      </pc:sldChg>
      <pc:sldChg chg="del">
        <pc:chgData name="Andrea Marcone" userId="650bfec5-dc8c-42e5-9303-c35eba02494d" providerId="ADAL" clId="{4CAABB25-AA6C-491B-BD71-ABCDB01E741B}" dt="2025-10-21T09:55:06.901" v="7" actId="47"/>
        <pc:sldMkLst>
          <pc:docMk/>
          <pc:sldMk cId="2608880731" sldId="273"/>
        </pc:sldMkLst>
      </pc:sldChg>
      <pc:sldChg chg="del">
        <pc:chgData name="Andrea Marcone" userId="650bfec5-dc8c-42e5-9303-c35eba02494d" providerId="ADAL" clId="{4CAABB25-AA6C-491B-BD71-ABCDB01E741B}" dt="2025-10-21T09:55:07.474" v="8" actId="47"/>
        <pc:sldMkLst>
          <pc:docMk/>
          <pc:sldMk cId="3773226955" sldId="274"/>
        </pc:sldMkLst>
      </pc:sldChg>
      <pc:sldChg chg="del">
        <pc:chgData name="Andrea Marcone" userId="650bfec5-dc8c-42e5-9303-c35eba02494d" providerId="ADAL" clId="{4CAABB25-AA6C-491B-BD71-ABCDB01E741B}" dt="2025-10-21T09:55:07.993" v="9" actId="47"/>
        <pc:sldMkLst>
          <pc:docMk/>
          <pc:sldMk cId="3681524868" sldId="275"/>
        </pc:sldMkLst>
      </pc:sldChg>
      <pc:sldChg chg="modSp mod modTransition">
        <pc:chgData name="Andrea Marcone" userId="650bfec5-dc8c-42e5-9303-c35eba02494d" providerId="ADAL" clId="{4CAABB25-AA6C-491B-BD71-ABCDB01E741B}" dt="2026-01-23T17:07:48.783" v="31817" actId="6549"/>
        <pc:sldMkLst>
          <pc:docMk/>
          <pc:sldMk cId="3107986695" sldId="276"/>
        </pc:sldMkLst>
        <pc:spChg chg="mod">
          <ac:chgData name="Andrea Marcone" userId="650bfec5-dc8c-42e5-9303-c35eba02494d" providerId="ADAL" clId="{4CAABB25-AA6C-491B-BD71-ABCDB01E741B}" dt="2026-01-13T17:19:07.372" v="24125" actId="20577"/>
          <ac:spMkLst>
            <pc:docMk/>
            <pc:sldMk cId="3107986695" sldId="276"/>
            <ac:spMk id="2" creationId="{7AB874EF-619D-2C34-0013-46873B3EAC81}"/>
          </ac:spMkLst>
        </pc:spChg>
        <pc:spChg chg="mod">
          <ac:chgData name="Andrea Marcone" userId="650bfec5-dc8c-42e5-9303-c35eba02494d" providerId="ADAL" clId="{4CAABB25-AA6C-491B-BD71-ABCDB01E741B}" dt="2026-01-23T17:07:48.783" v="31817" actId="6549"/>
          <ac:spMkLst>
            <pc:docMk/>
            <pc:sldMk cId="3107986695" sldId="276"/>
            <ac:spMk id="3" creationId="{9DAFED88-6635-CB19-69E5-B65243D7A9F5}"/>
          </ac:spMkLst>
        </pc:spChg>
      </pc:sldChg>
      <pc:sldChg chg="del">
        <pc:chgData name="Andrea Marcone" userId="650bfec5-dc8c-42e5-9303-c35eba02494d" providerId="ADAL" clId="{4CAABB25-AA6C-491B-BD71-ABCDB01E741B}" dt="2025-10-21T09:55:04.890" v="4" actId="47"/>
        <pc:sldMkLst>
          <pc:docMk/>
          <pc:sldMk cId="261557394" sldId="277"/>
        </pc:sldMkLst>
      </pc:sldChg>
      <pc:sldChg chg="del">
        <pc:chgData name="Andrea Marcone" userId="650bfec5-dc8c-42e5-9303-c35eba02494d" providerId="ADAL" clId="{4CAABB25-AA6C-491B-BD71-ABCDB01E741B}" dt="2025-10-21T09:55:08.341" v="10" actId="47"/>
        <pc:sldMkLst>
          <pc:docMk/>
          <pc:sldMk cId="3575379318" sldId="279"/>
        </pc:sldMkLst>
      </pc:sldChg>
      <pc:sldChg chg="del">
        <pc:chgData name="Andrea Marcone" userId="650bfec5-dc8c-42e5-9303-c35eba02494d" providerId="ADAL" clId="{4CAABB25-AA6C-491B-BD71-ABCDB01E741B}" dt="2025-10-21T09:55:09.009" v="11" actId="47"/>
        <pc:sldMkLst>
          <pc:docMk/>
          <pc:sldMk cId="3629094481" sldId="280"/>
        </pc:sldMkLst>
      </pc:sldChg>
      <pc:sldChg chg="del">
        <pc:chgData name="Andrea Marcone" userId="650bfec5-dc8c-42e5-9303-c35eba02494d" providerId="ADAL" clId="{4CAABB25-AA6C-491B-BD71-ABCDB01E741B}" dt="2025-10-21T09:55:09.517" v="12" actId="47"/>
        <pc:sldMkLst>
          <pc:docMk/>
          <pc:sldMk cId="3650618732" sldId="281"/>
        </pc:sldMkLst>
      </pc:sldChg>
      <pc:sldChg chg="del">
        <pc:chgData name="Andrea Marcone" userId="650bfec5-dc8c-42e5-9303-c35eba02494d" providerId="ADAL" clId="{4CAABB25-AA6C-491B-BD71-ABCDB01E741B}" dt="2025-10-21T09:55:10.075" v="13" actId="47"/>
        <pc:sldMkLst>
          <pc:docMk/>
          <pc:sldMk cId="1380714505" sldId="282"/>
        </pc:sldMkLst>
      </pc:sldChg>
      <pc:sldChg chg="del">
        <pc:chgData name="Andrea Marcone" userId="650bfec5-dc8c-42e5-9303-c35eba02494d" providerId="ADAL" clId="{4CAABB25-AA6C-491B-BD71-ABCDB01E741B}" dt="2025-10-21T09:55:10.871" v="14" actId="47"/>
        <pc:sldMkLst>
          <pc:docMk/>
          <pc:sldMk cId="357882112" sldId="283"/>
        </pc:sldMkLst>
      </pc:sldChg>
      <pc:sldChg chg="del">
        <pc:chgData name="Andrea Marcone" userId="650bfec5-dc8c-42e5-9303-c35eba02494d" providerId="ADAL" clId="{4CAABB25-AA6C-491B-BD71-ABCDB01E741B}" dt="2025-10-21T09:55:11.742" v="15" actId="47"/>
        <pc:sldMkLst>
          <pc:docMk/>
          <pc:sldMk cId="4193959984" sldId="284"/>
        </pc:sldMkLst>
      </pc:sldChg>
      <pc:sldChg chg="del">
        <pc:chgData name="Andrea Marcone" userId="650bfec5-dc8c-42e5-9303-c35eba02494d" providerId="ADAL" clId="{4CAABB25-AA6C-491B-BD71-ABCDB01E741B}" dt="2025-10-21T09:55:13.045" v="16" actId="47"/>
        <pc:sldMkLst>
          <pc:docMk/>
          <pc:sldMk cId="2427871525" sldId="285"/>
        </pc:sldMkLst>
      </pc:sldChg>
      <pc:sldChg chg="del">
        <pc:chgData name="Andrea Marcone" userId="650bfec5-dc8c-42e5-9303-c35eba02494d" providerId="ADAL" clId="{4CAABB25-AA6C-491B-BD71-ABCDB01E741B}" dt="2025-10-21T09:55:14.671" v="17" actId="47"/>
        <pc:sldMkLst>
          <pc:docMk/>
          <pc:sldMk cId="2199609017" sldId="286"/>
        </pc:sldMkLst>
      </pc:sldChg>
      <pc:sldChg chg="del">
        <pc:chgData name="Andrea Marcone" userId="650bfec5-dc8c-42e5-9303-c35eba02494d" providerId="ADAL" clId="{4CAABB25-AA6C-491B-BD71-ABCDB01E741B}" dt="2025-10-21T09:55:15.393" v="18" actId="47"/>
        <pc:sldMkLst>
          <pc:docMk/>
          <pc:sldMk cId="240784058" sldId="287"/>
        </pc:sldMkLst>
      </pc:sldChg>
      <pc:sldChg chg="modSp mod modTransition">
        <pc:chgData name="Andrea Marcone" userId="650bfec5-dc8c-42e5-9303-c35eba02494d" providerId="ADAL" clId="{4CAABB25-AA6C-491B-BD71-ABCDB01E741B}" dt="2026-01-29T14:51:33.630" v="31821" actId="313"/>
        <pc:sldMkLst>
          <pc:docMk/>
          <pc:sldMk cId="2326524602" sldId="289"/>
        </pc:sldMkLst>
        <pc:spChg chg="mod">
          <ac:chgData name="Andrea Marcone" userId="650bfec5-dc8c-42e5-9303-c35eba02494d" providerId="ADAL" clId="{4CAABB25-AA6C-491B-BD71-ABCDB01E741B}" dt="2026-01-29T14:51:33.630" v="31821" actId="313"/>
          <ac:spMkLst>
            <pc:docMk/>
            <pc:sldMk cId="2326524602" sldId="289"/>
            <ac:spMk id="3" creationId="{7BAC323B-B885-CD5A-7BAD-38DB1BA09399}"/>
          </ac:spMkLst>
        </pc:spChg>
      </pc:sldChg>
      <pc:sldChg chg="modTransition">
        <pc:chgData name="Andrea Marcone" userId="650bfec5-dc8c-42e5-9303-c35eba02494d" providerId="ADAL" clId="{4CAABB25-AA6C-491B-BD71-ABCDB01E741B}" dt="2025-11-11T11:09:19.505" v="23558"/>
        <pc:sldMkLst>
          <pc:docMk/>
          <pc:sldMk cId="1653933529" sldId="290"/>
        </pc:sldMkLst>
      </pc:sldChg>
      <pc:sldChg chg="addSp delSp modSp new del mod">
        <pc:chgData name="Andrea Marcone" userId="650bfec5-dc8c-42e5-9303-c35eba02494d" providerId="ADAL" clId="{4CAABB25-AA6C-491B-BD71-ABCDB01E741B}" dt="2025-10-27T15:09:09.231" v="1837" actId="47"/>
        <pc:sldMkLst>
          <pc:docMk/>
          <pc:sldMk cId="2057551691" sldId="291"/>
        </pc:sldMkLst>
      </pc:sldChg>
      <pc:sldChg chg="del">
        <pc:chgData name="Andrea Marcone" userId="650bfec5-dc8c-42e5-9303-c35eba02494d" providerId="ADAL" clId="{4CAABB25-AA6C-491B-BD71-ABCDB01E741B}" dt="2025-10-21T09:55:15.973" v="19" actId="47"/>
        <pc:sldMkLst>
          <pc:docMk/>
          <pc:sldMk cId="3607210029" sldId="291"/>
        </pc:sldMkLst>
      </pc:sldChg>
      <pc:sldChg chg="addSp delSp modSp new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209397673" sldId="292"/>
        </pc:sldMkLst>
      </pc:sldChg>
      <pc:sldChg chg="del">
        <pc:chgData name="Andrea Marcone" userId="650bfec5-dc8c-42e5-9303-c35eba02494d" providerId="ADAL" clId="{4CAABB25-AA6C-491B-BD71-ABCDB01E741B}" dt="2025-10-21T09:55:16.991" v="20" actId="47"/>
        <pc:sldMkLst>
          <pc:docMk/>
          <pc:sldMk cId="2783553942" sldId="292"/>
        </pc:sldMkLst>
      </pc:sldChg>
      <pc:sldChg chg="addSp delSp modSp new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3227494762" sldId="293"/>
        </pc:sldMkLst>
      </pc:sldChg>
      <pc:sldChg chg="addSp delSp modSp add del mod">
        <pc:chgData name="Andrea Marcone" userId="650bfec5-dc8c-42e5-9303-c35eba02494d" providerId="ADAL" clId="{4CAABB25-AA6C-491B-BD71-ABCDB01E741B}" dt="2025-10-27T15:09:10.952" v="1838" actId="47"/>
        <pc:sldMkLst>
          <pc:docMk/>
          <pc:sldMk cId="4267633520" sldId="294"/>
        </pc:sldMkLst>
      </pc:sldChg>
      <pc:sldChg chg="addSp delSp modSp add mod modTransition">
        <pc:chgData name="Andrea Marcone" userId="650bfec5-dc8c-42e5-9303-c35eba02494d" providerId="ADAL" clId="{4CAABB25-AA6C-491B-BD71-ABCDB01E741B}" dt="2025-11-11T11:19:09.836" v="23607" actId="1076"/>
        <pc:sldMkLst>
          <pc:docMk/>
          <pc:sldMk cId="2902320400" sldId="295"/>
        </pc:sldMkLst>
      </pc:sldChg>
      <pc:sldChg chg="addSp delSp modSp add mod">
        <pc:chgData name="Andrea Marcone" userId="650bfec5-dc8c-42e5-9303-c35eba02494d" providerId="ADAL" clId="{4CAABB25-AA6C-491B-BD71-ABCDB01E741B}" dt="2025-10-27T16:14:23.765" v="2034" actId="14100"/>
        <pc:sldMkLst>
          <pc:docMk/>
          <pc:sldMk cId="3068635614" sldId="296"/>
        </pc:sldMkLst>
      </pc:sldChg>
      <pc:sldChg chg="addSp modSp new mod">
        <pc:chgData name="Andrea Marcone" userId="650bfec5-dc8c-42e5-9303-c35eba02494d" providerId="ADAL" clId="{4CAABB25-AA6C-491B-BD71-ABCDB01E741B}" dt="2025-11-06T17:20:06.002" v="20531" actId="20577"/>
        <pc:sldMkLst>
          <pc:docMk/>
          <pc:sldMk cId="2061988724" sldId="297"/>
        </pc:sldMkLst>
      </pc:sldChg>
      <pc:sldChg chg="addSp delSp modSp new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722618655" sldId="298"/>
        </pc:sldMkLst>
      </pc:sldChg>
      <pc:sldChg chg="new del">
        <pc:chgData name="Andrea Marcone" userId="650bfec5-dc8c-42e5-9303-c35eba02494d" providerId="ADAL" clId="{4CAABB25-AA6C-491B-BD71-ABCDB01E741B}" dt="2025-10-28T10:50:37.689" v="3781" actId="47"/>
        <pc:sldMkLst>
          <pc:docMk/>
          <pc:sldMk cId="1388589691" sldId="299"/>
        </pc:sldMkLst>
      </pc:sldChg>
      <pc:sldChg chg="addSp delSp modSp new del mod or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3251080172" sldId="299"/>
        </pc:sldMkLst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830311753" sldId="300"/>
        </pc:sldMkLst>
      </pc:sldChg>
      <pc:sldChg chg="addSp delSp modSp add del mod">
        <pc:chgData name="Andrea Marcone" userId="650bfec5-dc8c-42e5-9303-c35eba02494d" providerId="ADAL" clId="{4CAABB25-AA6C-491B-BD71-ABCDB01E741B}" dt="2025-10-28T10:59:00.204" v="3967" actId="47"/>
        <pc:sldMkLst>
          <pc:docMk/>
          <pc:sldMk cId="2250362560" sldId="300"/>
        </pc:sldMkLst>
      </pc:sldChg>
      <pc:sldChg chg="addSp delSp modSp add del mod or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707227544" sldId="301"/>
        </pc:sldMkLst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525977411" sldId="302"/>
        </pc:sldMkLst>
      </pc:sldChg>
      <pc:sldChg chg="add del">
        <pc:chgData name="Andrea Marcone" userId="650bfec5-dc8c-42e5-9303-c35eba02494d" providerId="ADAL" clId="{4CAABB25-AA6C-491B-BD71-ABCDB01E741B}" dt="2025-10-28T14:29:19.274" v="5117" actId="47"/>
        <pc:sldMkLst>
          <pc:docMk/>
          <pc:sldMk cId="590626517" sldId="303"/>
        </pc:sldMkLst>
      </pc:sldChg>
      <pc:sldChg chg="addSp delSp modSp add del mod or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2314935769" sldId="303"/>
        </pc:sldMkLst>
      </pc:sldChg>
      <pc:sldChg chg="addSp delSp modSp add del mod or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281049468" sldId="304"/>
        </pc:sldMkLst>
      </pc:sldChg>
      <pc:sldChg chg="addSp delSp modSp new del mod or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786379976" sldId="305"/>
        </pc:sldMkLst>
      </pc:sldChg>
      <pc:sldChg chg="addSp delSp modSp new del mod">
        <pc:chgData name="Andrea Marcone" userId="650bfec5-dc8c-42e5-9303-c35eba02494d" providerId="ADAL" clId="{4CAABB25-AA6C-491B-BD71-ABCDB01E741B}" dt="2025-11-07T14:01:42.045" v="20868" actId="2696"/>
        <pc:sldMkLst>
          <pc:docMk/>
          <pc:sldMk cId="3028992830" sldId="306"/>
        </pc:sldMkLst>
      </pc:sldChg>
      <pc:sldChg chg="addSp delSp modSp new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2979208265" sldId="307"/>
        </pc:sldMkLst>
      </pc:sldChg>
      <pc:sldChg chg="addSp delSp modSp new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199983177" sldId="308"/>
        </pc:sldMkLst>
      </pc:sldChg>
      <pc:sldChg chg="addSp delSp modSp new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3580240412" sldId="309"/>
        </pc:sldMkLst>
      </pc:sldChg>
      <pc:sldChg chg="addSp delSp modSp new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341191828" sldId="310"/>
        </pc:sldMkLst>
      </pc:sldChg>
      <pc:sldChg chg="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166141260" sldId="311"/>
        </pc:sldMkLst>
      </pc:sldChg>
      <pc:sldChg chg="modSp new del mod">
        <pc:chgData name="Andrea Marcone" userId="650bfec5-dc8c-42e5-9303-c35eba02494d" providerId="ADAL" clId="{4CAABB25-AA6C-491B-BD71-ABCDB01E741B}" dt="2025-10-31T13:36:32.683" v="8920" actId="47"/>
        <pc:sldMkLst>
          <pc:docMk/>
          <pc:sldMk cId="196827187" sldId="312"/>
        </pc:sldMkLst>
      </pc:sldChg>
      <pc:sldChg chg="addSp delSp modSp new del mod ord modTransition">
        <pc:chgData name="Andrea Marcone" userId="650bfec5-dc8c-42e5-9303-c35eba02494d" providerId="ADAL" clId="{4CAABB25-AA6C-491B-BD71-ABCDB01E741B}" dt="2026-01-13T17:12:22.307" v="23828" actId="47"/>
        <pc:sldMkLst>
          <pc:docMk/>
          <pc:sldMk cId="398838068" sldId="313"/>
        </pc:sldMkLst>
      </pc:sldChg>
      <pc:sldChg chg="addSp delSp modSp add del mod">
        <pc:chgData name="Andrea Marcone" userId="650bfec5-dc8c-42e5-9303-c35eba02494d" providerId="ADAL" clId="{4CAABB25-AA6C-491B-BD71-ABCDB01E741B}" dt="2025-10-31T13:57:10.550" v="9370" actId="47"/>
        <pc:sldMkLst>
          <pc:docMk/>
          <pc:sldMk cId="1812322938" sldId="314"/>
        </pc:sldMkLst>
      </pc:sldChg>
      <pc:sldChg chg="add del">
        <pc:chgData name="Andrea Marcone" userId="650bfec5-dc8c-42e5-9303-c35eba02494d" providerId="ADAL" clId="{4CAABB25-AA6C-491B-BD71-ABCDB01E741B}" dt="2025-10-31T13:57:11.885" v="9371" actId="47"/>
        <pc:sldMkLst>
          <pc:docMk/>
          <pc:sldMk cId="3497289247" sldId="315"/>
        </pc:sldMkLst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2900205101" sldId="316"/>
        </pc:sldMkLst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506772392" sldId="317"/>
        </pc:sldMkLst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3306584840" sldId="318"/>
        </pc:sldMkLst>
      </pc:sldChg>
      <pc:sldChg chg="addSp delSp modSp new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279559366" sldId="319"/>
        </pc:sldMkLst>
      </pc:sldChg>
      <pc:sldChg chg="addSp delSp modSp new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838219926" sldId="320"/>
        </pc:sldMkLst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037580734" sldId="321"/>
        </pc:sldMkLst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4145400619" sldId="322"/>
        </pc:sldMkLst>
      </pc:sldChg>
      <pc:sldChg chg="addSp delSp modSp add del mod">
        <pc:chgData name="Andrea Marcone" userId="650bfec5-dc8c-42e5-9303-c35eba02494d" providerId="ADAL" clId="{4CAABB25-AA6C-491B-BD71-ABCDB01E741B}" dt="2025-11-07T14:49:11.593" v="22584" actId="2696"/>
        <pc:sldMkLst>
          <pc:docMk/>
          <pc:sldMk cId="89701102" sldId="323"/>
        </pc:sldMkLst>
      </pc:sldChg>
      <pc:sldChg chg="addSp modSp new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52461536" sldId="324"/>
        </pc:sldMkLst>
      </pc:sldChg>
      <pc:sldChg chg="add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2966077894" sldId="325"/>
        </pc:sldMkLst>
      </pc:sldChg>
      <pc:sldChg chg="addSp delSp modSp new mod modTransition">
        <pc:chgData name="Andrea Marcone" userId="650bfec5-dc8c-42e5-9303-c35eba02494d" providerId="ADAL" clId="{4CAABB25-AA6C-491B-BD71-ABCDB01E741B}" dt="2026-01-16T17:44:18.467" v="31304" actId="1076"/>
        <pc:sldMkLst>
          <pc:docMk/>
          <pc:sldMk cId="3175562032" sldId="326"/>
        </pc:sldMkLst>
        <pc:spChg chg="mod">
          <ac:chgData name="Andrea Marcone" userId="650bfec5-dc8c-42e5-9303-c35eba02494d" providerId="ADAL" clId="{4CAABB25-AA6C-491B-BD71-ABCDB01E741B}" dt="2026-01-13T17:16:36.459" v="24063" actId="20577"/>
          <ac:spMkLst>
            <pc:docMk/>
            <pc:sldMk cId="3175562032" sldId="326"/>
            <ac:spMk id="2" creationId="{42A26751-F06D-A19A-CE26-49F8BAD526A1}"/>
          </ac:spMkLst>
        </pc:spChg>
        <pc:spChg chg="add mod">
          <ac:chgData name="Andrea Marcone" userId="650bfec5-dc8c-42e5-9303-c35eba02494d" providerId="ADAL" clId="{4CAABB25-AA6C-491B-BD71-ABCDB01E741B}" dt="2026-01-16T17:44:00.273" v="31302" actId="1076"/>
          <ac:spMkLst>
            <pc:docMk/>
            <pc:sldMk cId="3175562032" sldId="326"/>
            <ac:spMk id="4" creationId="{5A8DBAAB-1338-0CFB-67F7-B48F4E422CBA}"/>
          </ac:spMkLst>
        </pc:spChg>
        <pc:spChg chg="add mod">
          <ac:chgData name="Andrea Marcone" userId="650bfec5-dc8c-42e5-9303-c35eba02494d" providerId="ADAL" clId="{4CAABB25-AA6C-491B-BD71-ABCDB01E741B}" dt="2026-01-16T17:44:18.467" v="31304" actId="1076"/>
          <ac:spMkLst>
            <pc:docMk/>
            <pc:sldMk cId="3175562032" sldId="326"/>
            <ac:spMk id="5" creationId="{7E2B2FB6-933F-7DC7-94CB-643BE056E41D}"/>
          </ac:spMkLst>
        </pc:spChg>
        <pc:spChg chg="add mod">
          <ac:chgData name="Andrea Marcone" userId="650bfec5-dc8c-42e5-9303-c35eba02494d" providerId="ADAL" clId="{4CAABB25-AA6C-491B-BD71-ABCDB01E741B}" dt="2026-01-16T09:53:24.864" v="29054" actId="1076"/>
          <ac:spMkLst>
            <pc:docMk/>
            <pc:sldMk cId="3175562032" sldId="326"/>
            <ac:spMk id="6" creationId="{89CF9945-4376-6962-C4B4-0201D418C9A7}"/>
          </ac:spMkLst>
        </pc:spChg>
        <pc:spChg chg="add mod">
          <ac:chgData name="Andrea Marcone" userId="650bfec5-dc8c-42e5-9303-c35eba02494d" providerId="ADAL" clId="{4CAABB25-AA6C-491B-BD71-ABCDB01E741B}" dt="2026-01-16T09:53:19.042" v="29053" actId="1076"/>
          <ac:spMkLst>
            <pc:docMk/>
            <pc:sldMk cId="3175562032" sldId="326"/>
            <ac:spMk id="7" creationId="{D8710DAD-074A-16DD-FD11-60F818B020D7}"/>
          </ac:spMkLst>
        </pc:spChg>
        <pc:spChg chg="add mod">
          <ac:chgData name="Andrea Marcone" userId="650bfec5-dc8c-42e5-9303-c35eba02494d" providerId="ADAL" clId="{4CAABB25-AA6C-491B-BD71-ABCDB01E741B}" dt="2026-01-16T09:55:22.310" v="29172" actId="164"/>
          <ac:spMkLst>
            <pc:docMk/>
            <pc:sldMk cId="3175562032" sldId="326"/>
            <ac:spMk id="15" creationId="{0F37C705-3AF7-7E45-BF86-BAC7B7DE9ACB}"/>
          </ac:spMkLst>
        </pc:spChg>
        <pc:spChg chg="add mod">
          <ac:chgData name="Andrea Marcone" userId="650bfec5-dc8c-42e5-9303-c35eba02494d" providerId="ADAL" clId="{4CAABB25-AA6C-491B-BD71-ABCDB01E741B}" dt="2026-01-16T09:55:22.310" v="29172" actId="164"/>
          <ac:spMkLst>
            <pc:docMk/>
            <pc:sldMk cId="3175562032" sldId="326"/>
            <ac:spMk id="19" creationId="{BCE9B83A-5A2C-D53D-1018-F0DF5E0F9091}"/>
          </ac:spMkLst>
        </pc:spChg>
        <pc:spChg chg="add mod">
          <ac:chgData name="Andrea Marcone" userId="650bfec5-dc8c-42e5-9303-c35eba02494d" providerId="ADAL" clId="{4CAABB25-AA6C-491B-BD71-ABCDB01E741B}" dt="2026-01-16T09:55:22.310" v="29172" actId="164"/>
          <ac:spMkLst>
            <pc:docMk/>
            <pc:sldMk cId="3175562032" sldId="326"/>
            <ac:spMk id="21" creationId="{088CDBC2-2438-5958-C935-09150B092CC7}"/>
          </ac:spMkLst>
        </pc:spChg>
        <pc:spChg chg="add mod">
          <ac:chgData name="Andrea Marcone" userId="650bfec5-dc8c-42e5-9303-c35eba02494d" providerId="ADAL" clId="{4CAABB25-AA6C-491B-BD71-ABCDB01E741B}" dt="2026-01-16T09:55:22.310" v="29172" actId="164"/>
          <ac:spMkLst>
            <pc:docMk/>
            <pc:sldMk cId="3175562032" sldId="326"/>
            <ac:spMk id="23" creationId="{3FB4D693-71BB-EF7D-3F1B-E12C87A5E62B}"/>
          </ac:spMkLst>
        </pc:spChg>
        <pc:spChg chg="add mod">
          <ac:chgData name="Andrea Marcone" userId="650bfec5-dc8c-42e5-9303-c35eba02494d" providerId="ADAL" clId="{4CAABB25-AA6C-491B-BD71-ABCDB01E741B}" dt="2026-01-16T09:55:22.310" v="29172" actId="164"/>
          <ac:spMkLst>
            <pc:docMk/>
            <pc:sldMk cId="3175562032" sldId="326"/>
            <ac:spMk id="25" creationId="{96A34519-80BC-26D5-8DCC-CB90FC743468}"/>
          </ac:spMkLst>
        </pc:spChg>
        <pc:spChg chg="add mod">
          <ac:chgData name="Andrea Marcone" userId="650bfec5-dc8c-42e5-9303-c35eba02494d" providerId="ADAL" clId="{4CAABB25-AA6C-491B-BD71-ABCDB01E741B}" dt="2026-01-16T09:55:22.310" v="29172" actId="164"/>
          <ac:spMkLst>
            <pc:docMk/>
            <pc:sldMk cId="3175562032" sldId="326"/>
            <ac:spMk id="26" creationId="{AB98C197-169F-7920-8F48-2838F50805C5}"/>
          </ac:spMkLst>
        </pc:spChg>
        <pc:spChg chg="add mod">
          <ac:chgData name="Andrea Marcone" userId="650bfec5-dc8c-42e5-9303-c35eba02494d" providerId="ADAL" clId="{4CAABB25-AA6C-491B-BD71-ABCDB01E741B}" dt="2026-01-16T10:45:24.210" v="29278" actId="14100"/>
          <ac:spMkLst>
            <pc:docMk/>
            <pc:sldMk cId="3175562032" sldId="326"/>
            <ac:spMk id="30" creationId="{432D5756-33B3-982F-8912-24B92AF77B93}"/>
          </ac:spMkLst>
        </pc:spChg>
        <pc:grpChg chg="add mod">
          <ac:chgData name="Andrea Marcone" userId="650bfec5-dc8c-42e5-9303-c35eba02494d" providerId="ADAL" clId="{4CAABB25-AA6C-491B-BD71-ABCDB01E741B}" dt="2026-01-16T10:09:58.859" v="29261" actId="1038"/>
          <ac:grpSpMkLst>
            <pc:docMk/>
            <pc:sldMk cId="3175562032" sldId="326"/>
            <ac:grpSpMk id="27" creationId="{FB51C2CC-BB37-DE05-5292-A2DB88C1D9D0}"/>
          </ac:grpSpMkLst>
        </pc:grpChg>
        <pc:picChg chg="add mod">
          <ac:chgData name="Andrea Marcone" userId="650bfec5-dc8c-42e5-9303-c35eba02494d" providerId="ADAL" clId="{4CAABB25-AA6C-491B-BD71-ABCDB01E741B}" dt="2026-01-16T11:45:23.973" v="30074" actId="14861"/>
          <ac:picMkLst>
            <pc:docMk/>
            <pc:sldMk cId="3175562032" sldId="326"/>
            <ac:picMk id="29" creationId="{E6A70F0A-5B11-8ABF-3405-56D980133BCE}"/>
          </ac:picMkLst>
        </pc:picChg>
      </pc:sldChg>
      <pc:sldChg chg="addSp delSp modSp new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507610943" sldId="327"/>
        </pc:sldMkLst>
      </pc:sldChg>
      <pc:sldChg chg="addSp delSp modSp add mod">
        <pc:chgData name="Andrea Marcone" userId="650bfec5-dc8c-42e5-9303-c35eba02494d" providerId="ADAL" clId="{4CAABB25-AA6C-491B-BD71-ABCDB01E741B}" dt="2026-01-29T15:29:12.456" v="32048" actId="20577"/>
        <pc:sldMkLst>
          <pc:docMk/>
          <pc:sldMk cId="976120280" sldId="327"/>
        </pc:sldMkLst>
        <pc:spChg chg="add mod">
          <ac:chgData name="Andrea Marcone" userId="650bfec5-dc8c-42e5-9303-c35eba02494d" providerId="ADAL" clId="{4CAABB25-AA6C-491B-BD71-ABCDB01E741B}" dt="2026-01-29T15:29:12.456" v="32048" actId="20577"/>
          <ac:spMkLst>
            <pc:docMk/>
            <pc:sldMk cId="976120280" sldId="327"/>
            <ac:spMk id="4" creationId="{F9B62D35-990E-4023-5A62-EB1014B42B8B}"/>
          </ac:spMkLst>
        </pc:spChg>
      </pc:sldChg>
      <pc:sldChg chg="addSp delSp modSp add mod">
        <pc:chgData name="Andrea Marcone" userId="650bfec5-dc8c-42e5-9303-c35eba02494d" providerId="ADAL" clId="{4CAABB25-AA6C-491B-BD71-ABCDB01E741B}" dt="2026-02-05T17:11:54.800" v="32251" actId="20577"/>
        <pc:sldMkLst>
          <pc:docMk/>
          <pc:sldMk cId="1393822554" sldId="328"/>
        </pc:sldMkLst>
        <pc:spChg chg="mod">
          <ac:chgData name="Andrea Marcone" userId="650bfec5-dc8c-42e5-9303-c35eba02494d" providerId="ADAL" clId="{4CAABB25-AA6C-491B-BD71-ABCDB01E741B}" dt="2026-01-13T17:16:52.769" v="24085" actId="20577"/>
          <ac:spMkLst>
            <pc:docMk/>
            <pc:sldMk cId="1393822554" sldId="328"/>
            <ac:spMk id="2" creationId="{F2B64EFC-3C6E-550E-EBA5-B98BF29248C2}"/>
          </ac:spMkLst>
        </pc:spChg>
        <pc:spChg chg="add mod">
          <ac:chgData name="Andrea Marcone" userId="650bfec5-dc8c-42e5-9303-c35eba02494d" providerId="ADAL" clId="{4CAABB25-AA6C-491B-BD71-ABCDB01E741B}" dt="2026-01-16T11:02:32.557" v="29435" actId="1076"/>
          <ac:spMkLst>
            <pc:docMk/>
            <pc:sldMk cId="1393822554" sldId="328"/>
            <ac:spMk id="3" creationId="{4B645C7E-419A-5980-FE6F-7AD2FC677280}"/>
          </ac:spMkLst>
        </pc:spChg>
        <pc:spChg chg="add mod topLvl">
          <ac:chgData name="Andrea Marcone" userId="650bfec5-dc8c-42e5-9303-c35eba02494d" providerId="ADAL" clId="{4CAABB25-AA6C-491B-BD71-ABCDB01E741B}" dt="2026-01-29T15:42:11.730" v="32197" actId="164"/>
          <ac:spMkLst>
            <pc:docMk/>
            <pc:sldMk cId="1393822554" sldId="328"/>
            <ac:spMk id="5" creationId="{91D4796D-DB75-4E6C-A331-6881CDD5A563}"/>
          </ac:spMkLst>
        </pc:spChg>
        <pc:spChg chg="add mod">
          <ac:chgData name="Andrea Marcone" userId="650bfec5-dc8c-42e5-9303-c35eba02494d" providerId="ADAL" clId="{4CAABB25-AA6C-491B-BD71-ABCDB01E741B}" dt="2026-02-05T17:11:54.800" v="32251" actId="20577"/>
          <ac:spMkLst>
            <pc:docMk/>
            <pc:sldMk cId="1393822554" sldId="328"/>
            <ac:spMk id="6" creationId="{145DDCC9-622D-C2B1-3707-B61F39D711F2}"/>
          </ac:spMkLst>
        </pc:spChg>
        <pc:spChg chg="mod">
          <ac:chgData name="Andrea Marcone" userId="650bfec5-dc8c-42e5-9303-c35eba02494d" providerId="ADAL" clId="{4CAABB25-AA6C-491B-BD71-ABCDB01E741B}" dt="2026-01-29T14:51:19.863" v="31818"/>
          <ac:spMkLst>
            <pc:docMk/>
            <pc:sldMk cId="1393822554" sldId="328"/>
            <ac:spMk id="7" creationId="{EA4CC940-B12D-BD22-F6FC-6E52BA6CB55A}"/>
          </ac:spMkLst>
        </pc:spChg>
        <pc:spChg chg="add mod topLvl">
          <ac:chgData name="Andrea Marcone" userId="650bfec5-dc8c-42e5-9303-c35eba02494d" providerId="ADAL" clId="{4CAABB25-AA6C-491B-BD71-ABCDB01E741B}" dt="2026-01-29T15:42:11.730" v="32197" actId="164"/>
          <ac:spMkLst>
            <pc:docMk/>
            <pc:sldMk cId="1393822554" sldId="328"/>
            <ac:spMk id="8" creationId="{9916A5EF-5237-ED76-C79D-EAC9E56ACED6}"/>
          </ac:spMkLst>
        </pc:spChg>
        <pc:spChg chg="add mod topLvl">
          <ac:chgData name="Andrea Marcone" userId="650bfec5-dc8c-42e5-9303-c35eba02494d" providerId="ADAL" clId="{4CAABB25-AA6C-491B-BD71-ABCDB01E741B}" dt="2026-01-29T15:42:11.730" v="32197" actId="164"/>
          <ac:spMkLst>
            <pc:docMk/>
            <pc:sldMk cId="1393822554" sldId="328"/>
            <ac:spMk id="10" creationId="{17C8EA9C-DE72-CAF5-EEBD-CE9BFD2137A0}"/>
          </ac:spMkLst>
        </pc:spChg>
        <pc:spChg chg="add mod topLvl">
          <ac:chgData name="Andrea Marcone" userId="650bfec5-dc8c-42e5-9303-c35eba02494d" providerId="ADAL" clId="{4CAABB25-AA6C-491B-BD71-ABCDB01E741B}" dt="2026-01-29T15:42:21.105" v="32200" actId="164"/>
          <ac:spMkLst>
            <pc:docMk/>
            <pc:sldMk cId="1393822554" sldId="328"/>
            <ac:spMk id="12" creationId="{85410281-66AC-52B2-AD63-C7B94FF02ABC}"/>
          </ac:spMkLst>
        </pc:spChg>
        <pc:spChg chg="add mod">
          <ac:chgData name="Andrea Marcone" userId="650bfec5-dc8c-42e5-9303-c35eba02494d" providerId="ADAL" clId="{4CAABB25-AA6C-491B-BD71-ABCDB01E741B}" dt="2026-01-16T11:02:29.825" v="29434" actId="1076"/>
          <ac:spMkLst>
            <pc:docMk/>
            <pc:sldMk cId="1393822554" sldId="328"/>
            <ac:spMk id="17" creationId="{41A50F1D-8BF6-9278-D49F-69A87F8A1275}"/>
          </ac:spMkLst>
        </pc:spChg>
        <pc:spChg chg="add mod">
          <ac:chgData name="Andrea Marcone" userId="650bfec5-dc8c-42e5-9303-c35eba02494d" providerId="ADAL" clId="{4CAABB25-AA6C-491B-BD71-ABCDB01E741B}" dt="2026-01-16T10:45:54.336" v="29282" actId="12788"/>
          <ac:spMkLst>
            <pc:docMk/>
            <pc:sldMk cId="1393822554" sldId="328"/>
            <ac:spMk id="19" creationId="{6BB6204E-79D1-80A5-0EAB-C450DB874A0A}"/>
          </ac:spMkLst>
        </pc:spChg>
        <pc:spChg chg="add mod">
          <ac:chgData name="Andrea Marcone" userId="650bfec5-dc8c-42e5-9303-c35eba02494d" providerId="ADAL" clId="{4CAABB25-AA6C-491B-BD71-ABCDB01E741B}" dt="2026-01-16T10:46:01.387" v="29292" actId="1036"/>
          <ac:spMkLst>
            <pc:docMk/>
            <pc:sldMk cId="1393822554" sldId="328"/>
            <ac:spMk id="21" creationId="{569AC976-9C67-261D-2B1E-1A323DACCA8C}"/>
          </ac:spMkLst>
        </pc:spChg>
        <pc:grpChg chg="add mod">
          <ac:chgData name="Andrea Marcone" userId="650bfec5-dc8c-42e5-9303-c35eba02494d" providerId="ADAL" clId="{4CAABB25-AA6C-491B-BD71-ABCDB01E741B}" dt="2026-01-29T15:42:21.105" v="32200" actId="164"/>
          <ac:grpSpMkLst>
            <pc:docMk/>
            <pc:sldMk cId="1393822554" sldId="328"/>
            <ac:grpSpMk id="14" creationId="{92937DFE-76BD-6CDA-D262-DCDDA7341050}"/>
          </ac:grpSpMkLst>
        </pc:grpChg>
        <pc:grpChg chg="add mod">
          <ac:chgData name="Andrea Marcone" userId="650bfec5-dc8c-42e5-9303-c35eba02494d" providerId="ADAL" clId="{4CAABB25-AA6C-491B-BD71-ABCDB01E741B}" dt="2026-01-29T15:42:21.105" v="32200" actId="164"/>
          <ac:grpSpMkLst>
            <pc:docMk/>
            <pc:sldMk cId="1393822554" sldId="328"/>
            <ac:grpSpMk id="15" creationId="{C68FC89B-ABE0-7474-F772-0FCA3782A080}"/>
          </ac:grpSpMkLst>
        </pc:grpChg>
      </pc:sldChg>
      <pc:sldChg chg="addSp delSp modSp new del mod modTransition">
        <pc:chgData name="Andrea Marcone" userId="650bfec5-dc8c-42e5-9303-c35eba02494d" providerId="ADAL" clId="{4CAABB25-AA6C-491B-BD71-ABCDB01E741B}" dt="2025-11-11T11:37:17.565" v="23695" actId="47"/>
        <pc:sldMkLst>
          <pc:docMk/>
          <pc:sldMk cId="3644474072" sldId="328"/>
        </pc:sldMkLst>
      </pc:sldChg>
      <pc:sldChg chg="addSp delSp modSp add mod">
        <pc:chgData name="Andrea Marcone" userId="650bfec5-dc8c-42e5-9303-c35eba02494d" providerId="ADAL" clId="{4CAABB25-AA6C-491B-BD71-ABCDB01E741B}" dt="2026-02-02T11:41:32.161" v="32210" actId="1076"/>
        <pc:sldMkLst>
          <pc:docMk/>
          <pc:sldMk cId="771393497" sldId="329"/>
        </pc:sldMkLst>
        <pc:spChg chg="mod">
          <ac:chgData name="Andrea Marcone" userId="650bfec5-dc8c-42e5-9303-c35eba02494d" providerId="ADAL" clId="{4CAABB25-AA6C-491B-BD71-ABCDB01E741B}" dt="2026-01-16T11:30:31.003" v="29767" actId="27636"/>
          <ac:spMkLst>
            <pc:docMk/>
            <pc:sldMk cId="771393497" sldId="329"/>
            <ac:spMk id="2" creationId="{2FCEDD6B-BCE0-E563-52C2-2CCE47D2DDC1}"/>
          </ac:spMkLst>
        </pc:spChg>
        <pc:spChg chg="add mod">
          <ac:chgData name="Andrea Marcone" userId="650bfec5-dc8c-42e5-9303-c35eba02494d" providerId="ADAL" clId="{4CAABB25-AA6C-491B-BD71-ABCDB01E741B}" dt="2026-01-16T11:41:43.560" v="30069" actId="1035"/>
          <ac:spMkLst>
            <pc:docMk/>
            <pc:sldMk cId="771393497" sldId="329"/>
            <ac:spMk id="3" creationId="{57F82069-6C78-8021-4110-4E575B4E276D}"/>
          </ac:spMkLst>
        </pc:spChg>
        <pc:spChg chg="add mod">
          <ac:chgData name="Andrea Marcone" userId="650bfec5-dc8c-42e5-9303-c35eba02494d" providerId="ADAL" clId="{4CAABB25-AA6C-491B-BD71-ABCDB01E741B}" dt="2026-01-16T15:17:29.110" v="30210" actId="1036"/>
          <ac:spMkLst>
            <pc:docMk/>
            <pc:sldMk cId="771393497" sldId="329"/>
            <ac:spMk id="4" creationId="{F63A67ED-77D4-1390-E43B-CF42C083801E}"/>
          </ac:spMkLst>
        </pc:spChg>
        <pc:spChg chg="add mod">
          <ac:chgData name="Andrea Marcone" userId="650bfec5-dc8c-42e5-9303-c35eba02494d" providerId="ADAL" clId="{4CAABB25-AA6C-491B-BD71-ABCDB01E741B}" dt="2026-01-16T15:16:42.033" v="30144" actId="1036"/>
          <ac:spMkLst>
            <pc:docMk/>
            <pc:sldMk cId="771393497" sldId="329"/>
            <ac:spMk id="6" creationId="{4546764C-A986-5CF4-7DB9-B87BB031EBE3}"/>
          </ac:spMkLst>
        </pc:spChg>
        <pc:spChg chg="add mod">
          <ac:chgData name="Andrea Marcone" userId="650bfec5-dc8c-42e5-9303-c35eba02494d" providerId="ADAL" clId="{4CAABB25-AA6C-491B-BD71-ABCDB01E741B}" dt="2026-01-16T11:41:43.560" v="30069" actId="1035"/>
          <ac:spMkLst>
            <pc:docMk/>
            <pc:sldMk cId="771393497" sldId="329"/>
            <ac:spMk id="7" creationId="{47337473-6506-9C94-1717-8C54BEF9EBA6}"/>
          </ac:spMkLst>
        </pc:spChg>
        <pc:spChg chg="add mod">
          <ac:chgData name="Andrea Marcone" userId="650bfec5-dc8c-42e5-9303-c35eba02494d" providerId="ADAL" clId="{4CAABB25-AA6C-491B-BD71-ABCDB01E741B}" dt="2026-01-16T11:41:43.560" v="30069" actId="1035"/>
          <ac:spMkLst>
            <pc:docMk/>
            <pc:sldMk cId="771393497" sldId="329"/>
            <ac:spMk id="8" creationId="{D7A9DB78-C66C-758B-8765-175BAA5C5E7C}"/>
          </ac:spMkLst>
        </pc:spChg>
        <pc:spChg chg="add mod">
          <ac:chgData name="Andrea Marcone" userId="650bfec5-dc8c-42e5-9303-c35eba02494d" providerId="ADAL" clId="{4CAABB25-AA6C-491B-BD71-ABCDB01E741B}" dt="2026-01-19T08:50:00.129" v="31340" actId="20577"/>
          <ac:spMkLst>
            <pc:docMk/>
            <pc:sldMk cId="771393497" sldId="329"/>
            <ac:spMk id="9" creationId="{BBA12F4B-04A5-CA79-4BE2-05062DC35CCB}"/>
          </ac:spMkLst>
        </pc:spChg>
        <pc:spChg chg="add mod">
          <ac:chgData name="Andrea Marcone" userId="650bfec5-dc8c-42e5-9303-c35eba02494d" providerId="ADAL" clId="{4CAABB25-AA6C-491B-BD71-ABCDB01E741B}" dt="2026-01-16T11:41:52.400" v="30071" actId="12788"/>
          <ac:spMkLst>
            <pc:docMk/>
            <pc:sldMk cId="771393497" sldId="329"/>
            <ac:spMk id="23" creationId="{C6727638-C245-C705-2B89-D5F4E2540992}"/>
          </ac:spMkLst>
        </pc:spChg>
        <pc:graphicFrameChg chg="add mod modGraphic">
          <ac:chgData name="Andrea Marcone" userId="650bfec5-dc8c-42e5-9303-c35eba02494d" providerId="ADAL" clId="{4CAABB25-AA6C-491B-BD71-ABCDB01E741B}" dt="2026-01-29T15:37:30.884" v="32133" actId="113"/>
          <ac:graphicFrameMkLst>
            <pc:docMk/>
            <pc:sldMk cId="771393497" sldId="329"/>
            <ac:graphicFrameMk id="11" creationId="{85D0025A-1134-0F65-494B-31429F1A1038}"/>
          </ac:graphicFrameMkLst>
        </pc:graphicFrameChg>
        <pc:picChg chg="add mod">
          <ac:chgData name="Andrea Marcone" userId="650bfec5-dc8c-42e5-9303-c35eba02494d" providerId="ADAL" clId="{4CAABB25-AA6C-491B-BD71-ABCDB01E741B}" dt="2026-02-02T11:41:32.161" v="32210" actId="1076"/>
          <ac:picMkLst>
            <pc:docMk/>
            <pc:sldMk cId="771393497" sldId="329"/>
            <ac:picMk id="21" creationId="{B7889CBD-9B43-80DC-EDB3-B96789E2E36E}"/>
          </ac:picMkLst>
        </pc:picChg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579524371" sldId="329"/>
        </pc:sldMkLst>
      </pc:sldChg>
      <pc:sldChg chg="addSp delSp modSp add del mod">
        <pc:chgData name="Andrea Marcone" userId="650bfec5-dc8c-42e5-9303-c35eba02494d" providerId="ADAL" clId="{4CAABB25-AA6C-491B-BD71-ABCDB01E741B}" dt="2026-01-16T16:13:24.235" v="31123" actId="2696"/>
        <pc:sldMkLst>
          <pc:docMk/>
          <pc:sldMk cId="2313491966" sldId="330"/>
        </pc:sldMkLst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3090627851" sldId="330"/>
        </pc:sldMkLst>
      </pc:sldChg>
      <pc:sldChg chg="modSp del mod modTransition">
        <pc:chgData name="Andrea Marcone" userId="650bfec5-dc8c-42e5-9303-c35eba02494d" providerId="ADAL" clId="{4CAABB25-AA6C-491B-BD71-ABCDB01E741B}" dt="2026-01-13T17:12:30.565" v="23829" actId="47"/>
        <pc:sldMkLst>
          <pc:docMk/>
          <pc:sldMk cId="3289755667" sldId="331"/>
        </pc:sldMkLst>
      </pc:sldChg>
      <pc:sldChg chg="addSp delSp modSp add mod ord">
        <pc:chgData name="Andrea Marcone" userId="650bfec5-dc8c-42e5-9303-c35eba02494d" providerId="ADAL" clId="{4CAABB25-AA6C-491B-BD71-ABCDB01E741B}" dt="2026-01-16T16:25:28.300" v="31134" actId="478"/>
        <pc:sldMkLst>
          <pc:docMk/>
          <pc:sldMk cId="3420887245" sldId="331"/>
        </pc:sldMkLst>
        <pc:spChg chg="mod">
          <ac:chgData name="Andrea Marcone" userId="650bfec5-dc8c-42e5-9303-c35eba02494d" providerId="ADAL" clId="{4CAABB25-AA6C-491B-BD71-ABCDB01E741B}" dt="2026-01-16T15:30:48.509" v="30536" actId="27636"/>
          <ac:spMkLst>
            <pc:docMk/>
            <pc:sldMk cId="3420887245" sldId="331"/>
            <ac:spMk id="2" creationId="{D38E6425-A7A8-E74F-32F6-AA5F69598EDA}"/>
          </ac:spMkLst>
        </pc:spChg>
        <pc:spChg chg="add mod">
          <ac:chgData name="Andrea Marcone" userId="650bfec5-dc8c-42e5-9303-c35eba02494d" providerId="ADAL" clId="{4CAABB25-AA6C-491B-BD71-ABCDB01E741B}" dt="2026-01-16T15:46:33.197" v="30696"/>
          <ac:spMkLst>
            <pc:docMk/>
            <pc:sldMk cId="3420887245" sldId="331"/>
            <ac:spMk id="3" creationId="{9EA18E51-6205-D8BA-155B-D8A1C268B189}"/>
          </ac:spMkLst>
        </pc:spChg>
      </pc:sldChg>
      <pc:sldChg chg="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650542736" sldId="332"/>
        </pc:sldMkLst>
      </pc:sldChg>
      <pc:sldChg chg="addSp delSp modSp add mod">
        <pc:chgData name="Andrea Marcone" userId="650bfec5-dc8c-42e5-9303-c35eba02494d" providerId="ADAL" clId="{4CAABB25-AA6C-491B-BD71-ABCDB01E741B}" dt="2026-01-29T15:38:16.963" v="32142" actId="114"/>
        <pc:sldMkLst>
          <pc:docMk/>
          <pc:sldMk cId="2145423282" sldId="332"/>
        </pc:sldMkLst>
        <pc:spChg chg="mod">
          <ac:chgData name="Andrea Marcone" userId="650bfec5-dc8c-42e5-9303-c35eba02494d" providerId="ADAL" clId="{4CAABB25-AA6C-491B-BD71-ABCDB01E741B}" dt="2026-01-13T17:17:43.616" v="24110" actId="27636"/>
          <ac:spMkLst>
            <pc:docMk/>
            <pc:sldMk cId="2145423282" sldId="332"/>
            <ac:spMk id="2" creationId="{E7EC46A1-02C7-69D7-0622-5603B1E4CCE7}"/>
          </ac:spMkLst>
        </pc:spChg>
        <pc:spChg chg="add mod">
          <ac:chgData name="Andrea Marcone" userId="650bfec5-dc8c-42e5-9303-c35eba02494d" providerId="ADAL" clId="{4CAABB25-AA6C-491B-BD71-ABCDB01E741B}" dt="2026-01-29T14:51:31.762" v="31819" actId="313"/>
          <ac:spMkLst>
            <pc:docMk/>
            <pc:sldMk cId="2145423282" sldId="332"/>
            <ac:spMk id="4" creationId="{ABE45A77-78D0-1CE6-10C9-35155A82FC26}"/>
          </ac:spMkLst>
        </pc:spChg>
        <pc:spChg chg="add mod">
          <ac:chgData name="Andrea Marcone" userId="650bfec5-dc8c-42e5-9303-c35eba02494d" providerId="ADAL" clId="{4CAABB25-AA6C-491B-BD71-ABCDB01E741B}" dt="2026-01-29T15:38:16.963" v="32142" actId="114"/>
          <ac:spMkLst>
            <pc:docMk/>
            <pc:sldMk cId="2145423282" sldId="332"/>
            <ac:spMk id="6" creationId="{8E1E9DCD-E8F7-D53C-8701-63FEB9E43F6F}"/>
          </ac:spMkLst>
        </pc:spChg>
      </pc:sldChg>
      <pc:sldChg chg="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3049621743" sldId="333"/>
        </pc:sldMkLst>
      </pc:sldChg>
      <pc:sldChg chg="addSp delSp modSp add mod">
        <pc:chgData name="Andrea Marcone" userId="650bfec5-dc8c-42e5-9303-c35eba02494d" providerId="ADAL" clId="{4CAABB25-AA6C-491B-BD71-ABCDB01E741B}" dt="2026-01-16T17:43:20.464" v="31300" actId="1035"/>
        <pc:sldMkLst>
          <pc:docMk/>
          <pc:sldMk cId="4215767770" sldId="333"/>
        </pc:sldMkLst>
        <pc:spChg chg="mod">
          <ac:chgData name="Andrea Marcone" userId="650bfec5-dc8c-42e5-9303-c35eba02494d" providerId="ADAL" clId="{4CAABB25-AA6C-491B-BD71-ABCDB01E741B}" dt="2026-01-13T17:18:00.703" v="24117" actId="27636"/>
          <ac:spMkLst>
            <pc:docMk/>
            <pc:sldMk cId="4215767770" sldId="333"/>
            <ac:spMk id="2" creationId="{764AD0CE-EBF0-799A-1A59-498CD9D946F4}"/>
          </ac:spMkLst>
        </pc:spChg>
        <pc:spChg chg="add mod">
          <ac:chgData name="Andrea Marcone" userId="650bfec5-dc8c-42e5-9303-c35eba02494d" providerId="ADAL" clId="{4CAABB25-AA6C-491B-BD71-ABCDB01E741B}" dt="2026-01-15T15:02:18.681" v="27444" actId="1076"/>
          <ac:spMkLst>
            <pc:docMk/>
            <pc:sldMk cId="4215767770" sldId="333"/>
            <ac:spMk id="3" creationId="{63884D13-0D5F-E38E-CF2E-9B7D9997CE53}"/>
          </ac:spMkLst>
        </pc:spChg>
        <pc:spChg chg="add mod">
          <ac:chgData name="Andrea Marcone" userId="650bfec5-dc8c-42e5-9303-c35eba02494d" providerId="ADAL" clId="{4CAABB25-AA6C-491B-BD71-ABCDB01E741B}" dt="2026-01-15T15:02:34.234" v="27465" actId="1076"/>
          <ac:spMkLst>
            <pc:docMk/>
            <pc:sldMk cId="4215767770" sldId="333"/>
            <ac:spMk id="4" creationId="{8F86E764-DB99-D0DD-C4B0-F3E1B350FB98}"/>
          </ac:spMkLst>
        </pc:spChg>
        <pc:spChg chg="add mod">
          <ac:chgData name="Andrea Marcone" userId="650bfec5-dc8c-42e5-9303-c35eba02494d" providerId="ADAL" clId="{4CAABB25-AA6C-491B-BD71-ABCDB01E741B}" dt="2026-01-15T15:03:30.922" v="27636" actId="20577"/>
          <ac:spMkLst>
            <pc:docMk/>
            <pc:sldMk cId="4215767770" sldId="333"/>
            <ac:spMk id="5" creationId="{3B3AC681-3CDD-C662-4C01-002F911EE403}"/>
          </ac:spMkLst>
        </pc:spChg>
      </pc:sldChg>
      <pc:sldChg chg="delSp modSp add del mod">
        <pc:chgData name="Andrea Marcone" userId="650bfec5-dc8c-42e5-9303-c35eba02494d" providerId="ADAL" clId="{4CAABB25-AA6C-491B-BD71-ABCDB01E741B}" dt="2026-01-16T15:15:48.406" v="30077" actId="2696"/>
        <pc:sldMkLst>
          <pc:docMk/>
          <pc:sldMk cId="15796151" sldId="334"/>
        </pc:sldMkLst>
      </pc:sldChg>
      <pc:sldChg chg="delSp add del mod modTransition">
        <pc:chgData name="Andrea Marcone" userId="650bfec5-dc8c-42e5-9303-c35eba02494d" providerId="ADAL" clId="{4CAABB25-AA6C-491B-BD71-ABCDB01E741B}" dt="2026-01-13T17:13:07.858" v="23833" actId="47"/>
        <pc:sldMkLst>
          <pc:docMk/>
          <pc:sldMk cId="810494631" sldId="334"/>
        </pc:sldMkLst>
      </pc:sldChg>
      <pc:sldChg chg="delSp add del mod modTransition">
        <pc:chgData name="Andrea Marcone" userId="650bfec5-dc8c-42e5-9303-c35eba02494d" providerId="ADAL" clId="{4CAABB25-AA6C-491B-BD71-ABCDB01E741B}" dt="2026-01-13T17:13:07.858" v="23833" actId="47"/>
        <pc:sldMkLst>
          <pc:docMk/>
          <pc:sldMk cId="221073473" sldId="335"/>
        </pc:sldMkLst>
      </pc:sldChg>
      <pc:sldChg chg="addSp delSp modSp add mod">
        <pc:chgData name="Andrea Marcone" userId="650bfec5-dc8c-42e5-9303-c35eba02494d" providerId="ADAL" clId="{4CAABB25-AA6C-491B-BD71-ABCDB01E741B}" dt="2026-02-05T17:12:04.960" v="32271" actId="20577"/>
        <pc:sldMkLst>
          <pc:docMk/>
          <pc:sldMk cId="2167550038" sldId="335"/>
        </pc:sldMkLst>
        <pc:spChg chg="add mod">
          <ac:chgData name="Andrea Marcone" userId="650bfec5-dc8c-42e5-9303-c35eba02494d" providerId="ADAL" clId="{4CAABB25-AA6C-491B-BD71-ABCDB01E741B}" dt="2026-02-05T17:12:04.960" v="32271" actId="20577"/>
          <ac:spMkLst>
            <pc:docMk/>
            <pc:sldMk cId="2167550038" sldId="335"/>
            <ac:spMk id="3" creationId="{98CE9BFB-CE89-9796-4F5D-2E59C13C3024}"/>
          </ac:spMkLst>
        </pc:spChg>
        <pc:spChg chg="add mod">
          <ac:chgData name="Andrea Marcone" userId="650bfec5-dc8c-42e5-9303-c35eba02494d" providerId="ADAL" clId="{4CAABB25-AA6C-491B-BD71-ABCDB01E741B}" dt="2026-01-29T15:41:34.066" v="32189" actId="164"/>
          <ac:spMkLst>
            <pc:docMk/>
            <pc:sldMk cId="2167550038" sldId="335"/>
            <ac:spMk id="4" creationId="{A73EFFC3-9353-9C1C-4E6B-EE25CD853A21}"/>
          </ac:spMkLst>
        </pc:spChg>
        <pc:spChg chg="add mod">
          <ac:chgData name="Andrea Marcone" userId="650bfec5-dc8c-42e5-9303-c35eba02494d" providerId="ADAL" clId="{4CAABB25-AA6C-491B-BD71-ABCDB01E741B}" dt="2026-01-29T15:30:27.719" v="32072"/>
          <ac:spMkLst>
            <pc:docMk/>
            <pc:sldMk cId="2167550038" sldId="335"/>
            <ac:spMk id="5" creationId="{4B36A9ED-7F86-262B-EAED-E2895C620039}"/>
          </ac:spMkLst>
        </pc:spChg>
        <pc:spChg chg="mod topLvl">
          <ac:chgData name="Andrea Marcone" userId="650bfec5-dc8c-42e5-9303-c35eba02494d" providerId="ADAL" clId="{4CAABB25-AA6C-491B-BD71-ABCDB01E741B}" dt="2026-01-29T15:41:53.025" v="32192" actId="164"/>
          <ac:spMkLst>
            <pc:docMk/>
            <pc:sldMk cId="2167550038" sldId="335"/>
            <ac:spMk id="10" creationId="{949291A2-7B91-1200-89FB-C9718B8B001C}"/>
          </ac:spMkLst>
        </pc:spChg>
        <pc:spChg chg="mod topLvl">
          <ac:chgData name="Andrea Marcone" userId="650bfec5-dc8c-42e5-9303-c35eba02494d" providerId="ADAL" clId="{4CAABB25-AA6C-491B-BD71-ABCDB01E741B}" dt="2026-01-29T15:41:34.066" v="32189" actId="164"/>
          <ac:spMkLst>
            <pc:docMk/>
            <pc:sldMk cId="2167550038" sldId="335"/>
            <ac:spMk id="12" creationId="{CC2232EF-0AD5-08E7-F4F1-01F22C39FDD8}"/>
          </ac:spMkLst>
        </pc:spChg>
        <pc:spChg chg="add mod">
          <ac:chgData name="Andrea Marcone" userId="650bfec5-dc8c-42e5-9303-c35eba02494d" providerId="ADAL" clId="{4CAABB25-AA6C-491B-BD71-ABCDB01E741B}" dt="2026-01-29T15:36:24.172" v="32110" actId="20577"/>
          <ac:spMkLst>
            <pc:docMk/>
            <pc:sldMk cId="2167550038" sldId="335"/>
            <ac:spMk id="13" creationId="{94DDAEB9-B566-E0EE-2818-9777BC2CC589}"/>
          </ac:spMkLst>
        </pc:spChg>
        <pc:spChg chg="mod topLvl">
          <ac:chgData name="Andrea Marcone" userId="650bfec5-dc8c-42e5-9303-c35eba02494d" providerId="ADAL" clId="{4CAABB25-AA6C-491B-BD71-ABCDB01E741B}" dt="2026-01-29T15:41:34.066" v="32189" actId="164"/>
          <ac:spMkLst>
            <pc:docMk/>
            <pc:sldMk cId="2167550038" sldId="335"/>
            <ac:spMk id="14" creationId="{6AEACF23-7FF2-2D75-2EEF-484CD74DB5DA}"/>
          </ac:spMkLst>
        </pc:spChg>
        <pc:spChg chg="add mod">
          <ac:chgData name="Andrea Marcone" userId="650bfec5-dc8c-42e5-9303-c35eba02494d" providerId="ADAL" clId="{4CAABB25-AA6C-491B-BD71-ABCDB01E741B}" dt="2026-01-29T15:36:36.002" v="32117" actId="114"/>
          <ac:spMkLst>
            <pc:docMk/>
            <pc:sldMk cId="2167550038" sldId="335"/>
            <ac:spMk id="15" creationId="{E1EB5E41-6F42-18A5-DC03-EE1609EDA8BB}"/>
          </ac:spMkLst>
        </pc:spChg>
        <pc:spChg chg="mod">
          <ac:chgData name="Andrea Marcone" userId="650bfec5-dc8c-42e5-9303-c35eba02494d" providerId="ADAL" clId="{4CAABB25-AA6C-491B-BD71-ABCDB01E741B}" dt="2026-02-02T11:47:15.379" v="32230" actId="20577"/>
          <ac:spMkLst>
            <pc:docMk/>
            <pc:sldMk cId="2167550038" sldId="335"/>
            <ac:spMk id="17" creationId="{EA5B2F7E-377D-4CDC-9C40-EE973D938274}"/>
          </ac:spMkLst>
        </pc:spChg>
        <pc:spChg chg="add mod">
          <ac:chgData name="Andrea Marcone" userId="650bfec5-dc8c-42e5-9303-c35eba02494d" providerId="ADAL" clId="{4CAABB25-AA6C-491B-BD71-ABCDB01E741B}" dt="2026-01-29T15:36:48.663" v="32123" actId="114"/>
          <ac:spMkLst>
            <pc:docMk/>
            <pc:sldMk cId="2167550038" sldId="335"/>
            <ac:spMk id="18" creationId="{27522434-36FD-DD9A-610B-73FE198F5315}"/>
          </ac:spMkLst>
        </pc:spChg>
        <pc:spChg chg="add mod">
          <ac:chgData name="Andrea Marcone" userId="650bfec5-dc8c-42e5-9303-c35eba02494d" providerId="ADAL" clId="{4CAABB25-AA6C-491B-BD71-ABCDB01E741B}" dt="2026-01-16T11:09:45.333" v="29663" actId="12788"/>
          <ac:spMkLst>
            <pc:docMk/>
            <pc:sldMk cId="2167550038" sldId="335"/>
            <ac:spMk id="19" creationId="{4F8E2E6C-8FF7-F0E1-8C5F-5AA6361D6842}"/>
          </ac:spMkLst>
        </pc:spChg>
        <pc:spChg chg="mod">
          <ac:chgData name="Andrea Marcone" userId="650bfec5-dc8c-42e5-9303-c35eba02494d" providerId="ADAL" clId="{4CAABB25-AA6C-491B-BD71-ABCDB01E741B}" dt="2026-02-02T11:47:18.146" v="32231" actId="20577"/>
          <ac:spMkLst>
            <pc:docMk/>
            <pc:sldMk cId="2167550038" sldId="335"/>
            <ac:spMk id="21" creationId="{B703C58A-CC33-06FB-77BD-298148986054}"/>
          </ac:spMkLst>
        </pc:spChg>
        <pc:spChg chg="mod">
          <ac:chgData name="Andrea Marcone" userId="650bfec5-dc8c-42e5-9303-c35eba02494d" providerId="ADAL" clId="{4CAABB25-AA6C-491B-BD71-ABCDB01E741B}" dt="2026-01-29T15:36:14.920" v="32106" actId="114"/>
          <ac:spMkLst>
            <pc:docMk/>
            <pc:sldMk cId="2167550038" sldId="335"/>
            <ac:spMk id="23" creationId="{3B3C1FC2-DCF0-625E-F1DA-CFDDB6F23940}"/>
          </ac:spMkLst>
        </pc:spChg>
        <pc:grpChg chg="add mod">
          <ac:chgData name="Andrea Marcone" userId="650bfec5-dc8c-42e5-9303-c35eba02494d" providerId="ADAL" clId="{4CAABB25-AA6C-491B-BD71-ABCDB01E741B}" dt="2026-01-29T15:41:53.025" v="32192" actId="164"/>
          <ac:grpSpMkLst>
            <pc:docMk/>
            <pc:sldMk cId="2167550038" sldId="335"/>
            <ac:grpSpMk id="6" creationId="{60990302-7FAB-9C31-3587-22BED92F9B6D}"/>
          </ac:grpSpMkLst>
        </pc:grpChg>
        <pc:grpChg chg="add mod">
          <ac:chgData name="Andrea Marcone" userId="650bfec5-dc8c-42e5-9303-c35eba02494d" providerId="ADAL" clId="{4CAABB25-AA6C-491B-BD71-ABCDB01E741B}" dt="2026-01-29T15:41:53.025" v="32192" actId="164"/>
          <ac:grpSpMkLst>
            <pc:docMk/>
            <pc:sldMk cId="2167550038" sldId="335"/>
            <ac:grpSpMk id="7" creationId="{FD48417F-B237-30B0-64EC-F2E97E89162F}"/>
          </ac:grpSpMkLst>
        </pc:grpChg>
      </pc:sldChg>
      <pc:sldChg chg="addSp delSp modSp add mod">
        <pc:chgData name="Andrea Marcone" userId="650bfec5-dc8c-42e5-9303-c35eba02494d" providerId="ADAL" clId="{4CAABB25-AA6C-491B-BD71-ABCDB01E741B}" dt="2026-02-02T11:41:57.213" v="32221" actId="1036"/>
        <pc:sldMkLst>
          <pc:docMk/>
          <pc:sldMk cId="921305628" sldId="336"/>
        </pc:sldMkLst>
        <pc:spChg chg="add mod">
          <ac:chgData name="Andrea Marcone" userId="650bfec5-dc8c-42e5-9303-c35eba02494d" providerId="ADAL" clId="{4CAABB25-AA6C-491B-BD71-ABCDB01E741B}" dt="2026-01-15T11:39:26.743" v="26783" actId="1076"/>
          <ac:spMkLst>
            <pc:docMk/>
            <pc:sldMk cId="921305628" sldId="336"/>
            <ac:spMk id="3" creationId="{B17491CD-CA0E-1CFF-3019-B8C55AF3F98B}"/>
          </ac:spMkLst>
        </pc:spChg>
        <pc:spChg chg="add mod">
          <ac:chgData name="Andrea Marcone" userId="650bfec5-dc8c-42e5-9303-c35eba02494d" providerId="ADAL" clId="{4CAABB25-AA6C-491B-BD71-ABCDB01E741B}" dt="2026-02-02T11:41:57.213" v="32221" actId="1036"/>
          <ac:spMkLst>
            <pc:docMk/>
            <pc:sldMk cId="921305628" sldId="336"/>
            <ac:spMk id="5" creationId="{6F899C31-AAF2-3B13-19DC-45DA916CF182}"/>
          </ac:spMkLst>
        </pc:spChg>
        <pc:picChg chg="mod">
          <ac:chgData name="Andrea Marcone" userId="650bfec5-dc8c-42e5-9303-c35eba02494d" providerId="ADAL" clId="{4CAABB25-AA6C-491B-BD71-ABCDB01E741B}" dt="2026-01-15T11:38:09.348" v="26714" actId="14100"/>
          <ac:picMkLst>
            <pc:docMk/>
            <pc:sldMk cId="921305628" sldId="336"/>
            <ac:picMk id="12" creationId="{30CB9F42-1421-0C3D-32A2-D009E92A3962}"/>
          </ac:picMkLst>
        </pc:picChg>
      </pc:sldChg>
      <pc:sldChg chg="delSp add del mod modTransition">
        <pc:chgData name="Andrea Marcone" userId="650bfec5-dc8c-42e5-9303-c35eba02494d" providerId="ADAL" clId="{4CAABB25-AA6C-491B-BD71-ABCDB01E741B}" dt="2026-01-13T17:13:07.858" v="23833" actId="47"/>
        <pc:sldMkLst>
          <pc:docMk/>
          <pc:sldMk cId="2838978913" sldId="336"/>
        </pc:sldMkLst>
      </pc:sldChg>
      <pc:sldChg chg="add del modTransition">
        <pc:chgData name="Andrea Marcone" userId="650bfec5-dc8c-42e5-9303-c35eba02494d" providerId="ADAL" clId="{4CAABB25-AA6C-491B-BD71-ABCDB01E741B}" dt="2026-01-13T17:13:07.858" v="23833" actId="47"/>
        <pc:sldMkLst>
          <pc:docMk/>
          <pc:sldMk cId="2137698243" sldId="337"/>
        </pc:sldMkLst>
      </pc:sldChg>
      <pc:sldChg chg="addSp delSp modSp add mod">
        <pc:chgData name="Andrea Marcone" userId="650bfec5-dc8c-42e5-9303-c35eba02494d" providerId="ADAL" clId="{4CAABB25-AA6C-491B-BD71-ABCDB01E741B}" dt="2026-02-02T11:42:08.900" v="32225"/>
        <pc:sldMkLst>
          <pc:docMk/>
          <pc:sldMk cId="3430609785" sldId="337"/>
        </pc:sldMkLst>
        <pc:spChg chg="add mod">
          <ac:chgData name="Andrea Marcone" userId="650bfec5-dc8c-42e5-9303-c35eba02494d" providerId="ADAL" clId="{4CAABB25-AA6C-491B-BD71-ABCDB01E741B}" dt="2026-02-02T11:42:08.900" v="32225"/>
          <ac:spMkLst>
            <pc:docMk/>
            <pc:sldMk cId="3430609785" sldId="337"/>
            <ac:spMk id="5" creationId="{E5AE2045-1B74-02A1-F642-BF5822E95024}"/>
          </ac:spMkLst>
        </pc:spChg>
        <pc:spChg chg="mod">
          <ac:chgData name="Andrea Marcone" userId="650bfec5-dc8c-42e5-9303-c35eba02494d" providerId="ADAL" clId="{4CAABB25-AA6C-491B-BD71-ABCDB01E741B}" dt="2026-01-15T14:35:51.355" v="27221" actId="6549"/>
          <ac:spMkLst>
            <pc:docMk/>
            <pc:sldMk cId="3430609785" sldId="337"/>
            <ac:spMk id="8" creationId="{2542A58E-0E07-008F-076A-C0C3D9414D27}"/>
          </ac:spMkLst>
        </pc:spChg>
        <pc:cxnChg chg="mod">
          <ac:chgData name="Andrea Marcone" userId="650bfec5-dc8c-42e5-9303-c35eba02494d" providerId="ADAL" clId="{4CAABB25-AA6C-491B-BD71-ABCDB01E741B}" dt="2026-01-15T14:35:26.665" v="27202" actId="1038"/>
          <ac:cxnSpMkLst>
            <pc:docMk/>
            <pc:sldMk cId="3430609785" sldId="337"/>
            <ac:cxnSpMk id="7" creationId="{ED92085E-E7A2-F6A9-8856-AA31A2BDA930}"/>
          </ac:cxnSpMkLst>
        </pc:cxnChg>
        <pc:cxnChg chg="mod">
          <ac:chgData name="Andrea Marcone" userId="650bfec5-dc8c-42e5-9303-c35eba02494d" providerId="ADAL" clId="{4CAABB25-AA6C-491B-BD71-ABCDB01E741B}" dt="2026-01-15T14:38:38.770" v="27364" actId="1582"/>
          <ac:cxnSpMkLst>
            <pc:docMk/>
            <pc:sldMk cId="3430609785" sldId="337"/>
            <ac:cxnSpMk id="10" creationId="{CEE3B1EF-7FF5-995E-A49A-BFCE212F12D5}"/>
          </ac:cxnSpMkLst>
        </pc:cxnChg>
      </pc:sldChg>
      <pc:sldChg chg="del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606078989" sldId="338"/>
        </pc:sldMkLst>
      </pc:sldChg>
      <pc:sldChg chg="addSp delSp modSp add mod">
        <pc:chgData name="Andrea Marcone" userId="650bfec5-dc8c-42e5-9303-c35eba02494d" providerId="ADAL" clId="{4CAABB25-AA6C-491B-BD71-ABCDB01E741B}" dt="2026-02-02T11:42:15.836" v="32227"/>
        <pc:sldMkLst>
          <pc:docMk/>
          <pc:sldMk cId="3691015976" sldId="338"/>
        </pc:sldMkLst>
        <pc:spChg chg="add mod">
          <ac:chgData name="Andrea Marcone" userId="650bfec5-dc8c-42e5-9303-c35eba02494d" providerId="ADAL" clId="{4CAABB25-AA6C-491B-BD71-ABCDB01E741B}" dt="2026-02-02T11:42:15.836" v="32227"/>
          <ac:spMkLst>
            <pc:docMk/>
            <pc:sldMk cId="3691015976" sldId="338"/>
            <ac:spMk id="5" creationId="{B4565C10-74B3-1B14-EF41-18E110AD1281}"/>
          </ac:spMkLst>
        </pc:spChg>
        <pc:spChg chg="mod">
          <ac:chgData name="Andrea Marcone" userId="650bfec5-dc8c-42e5-9303-c35eba02494d" providerId="ADAL" clId="{4CAABB25-AA6C-491B-BD71-ABCDB01E741B}" dt="2026-01-15T14:37:15.175" v="27361" actId="20577"/>
          <ac:spMkLst>
            <pc:docMk/>
            <pc:sldMk cId="3691015976" sldId="338"/>
            <ac:spMk id="8" creationId="{0794E908-1A8C-78AF-2EC8-C933F6F77A66}"/>
          </ac:spMkLst>
        </pc:spChg>
        <pc:cxnChg chg="mod">
          <ac:chgData name="Andrea Marcone" userId="650bfec5-dc8c-42e5-9303-c35eba02494d" providerId="ADAL" clId="{4CAABB25-AA6C-491B-BD71-ABCDB01E741B}" dt="2026-01-15T14:36:19.914" v="27320" actId="1037"/>
          <ac:cxnSpMkLst>
            <pc:docMk/>
            <pc:sldMk cId="3691015976" sldId="338"/>
            <ac:cxnSpMk id="6" creationId="{8919E2FF-D36E-DED0-2FE1-EFC87823F7C9}"/>
          </ac:cxnSpMkLst>
        </pc:cxnChg>
        <pc:cxnChg chg="mod">
          <ac:chgData name="Andrea Marcone" userId="650bfec5-dc8c-42e5-9303-c35eba02494d" providerId="ADAL" clId="{4CAABB25-AA6C-491B-BD71-ABCDB01E741B}" dt="2026-01-15T14:38:29.550" v="27363" actId="1582"/>
          <ac:cxnSpMkLst>
            <pc:docMk/>
            <pc:sldMk cId="3691015976" sldId="338"/>
            <ac:cxnSpMk id="10" creationId="{EC9E6F6A-D353-073D-F5B0-ABB10535492B}"/>
          </ac:cxnSpMkLst>
        </pc:cxnChg>
      </pc:sldChg>
      <pc:sldChg chg="delSp modSp add mod">
        <pc:chgData name="Andrea Marcone" userId="650bfec5-dc8c-42e5-9303-c35eba02494d" providerId="ADAL" clId="{4CAABB25-AA6C-491B-BD71-ABCDB01E741B}" dt="2026-01-16T16:25:54.337" v="31141" actId="478"/>
        <pc:sldMkLst>
          <pc:docMk/>
          <pc:sldMk cId="464614448" sldId="339"/>
        </pc:sldMkLst>
      </pc:sldChg>
      <pc:sldChg chg="del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668308344" sldId="339"/>
        </pc:sldMkLst>
      </pc:sldChg>
      <pc:sldChg chg="add del">
        <pc:chgData name="Andrea Marcone" userId="650bfec5-dc8c-42e5-9303-c35eba02494d" providerId="ADAL" clId="{4CAABB25-AA6C-491B-BD71-ABCDB01E741B}" dt="2026-01-16T11:43:12.917" v="30072" actId="2696"/>
        <pc:sldMkLst>
          <pc:docMk/>
          <pc:sldMk cId="3170779730" sldId="339"/>
        </pc:sldMkLst>
      </pc:sldChg>
      <pc:sldChg chg="addSp delSp modSp add mod">
        <pc:chgData name="Andrea Marcone" userId="650bfec5-dc8c-42e5-9303-c35eba02494d" providerId="ADAL" clId="{4CAABB25-AA6C-491B-BD71-ABCDB01E741B}" dt="2026-02-05T17:14:51.418" v="32277"/>
        <pc:sldMkLst>
          <pc:docMk/>
          <pc:sldMk cId="877660048" sldId="340"/>
        </pc:sldMkLst>
        <pc:spChg chg="add mod">
          <ac:chgData name="Andrea Marcone" userId="650bfec5-dc8c-42e5-9303-c35eba02494d" providerId="ADAL" clId="{4CAABB25-AA6C-491B-BD71-ABCDB01E741B}" dt="2026-02-05T17:14:51.418" v="32277"/>
          <ac:spMkLst>
            <pc:docMk/>
            <pc:sldMk cId="877660048" sldId="340"/>
            <ac:spMk id="4" creationId="{C2EA7012-372C-C092-3EBA-94B9C9929016}"/>
          </ac:spMkLst>
        </pc:spChg>
        <pc:spChg chg="del mod">
          <ac:chgData name="Andrea Marcone" userId="650bfec5-dc8c-42e5-9303-c35eba02494d" providerId="ADAL" clId="{4CAABB25-AA6C-491B-BD71-ABCDB01E741B}" dt="2026-02-05T17:14:50.865" v="32276" actId="478"/>
          <ac:spMkLst>
            <pc:docMk/>
            <pc:sldMk cId="877660048" sldId="340"/>
            <ac:spMk id="19" creationId="{593C2517-CF44-1429-F0A1-E28EC507CCE9}"/>
          </ac:spMkLst>
        </pc:spChg>
      </pc:sldChg>
      <pc:sldChg chg="modSp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3703691129" sldId="340"/>
        </pc:sldMkLst>
      </pc:sldChg>
      <pc:sldChg chg="addSp delSp modSp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338920094" sldId="341"/>
        </pc:sldMkLst>
      </pc:sldChg>
      <pc:sldChg chg="delSp modSp add mod">
        <pc:chgData name="Andrea Marcone" userId="650bfec5-dc8c-42e5-9303-c35eba02494d" providerId="ADAL" clId="{4CAABB25-AA6C-491B-BD71-ABCDB01E741B}" dt="2026-01-16T16:28:41.405" v="31155" actId="478"/>
        <pc:sldMkLst>
          <pc:docMk/>
          <pc:sldMk cId="2410537895" sldId="341"/>
        </pc:sldMkLst>
        <pc:spChg chg="mod">
          <ac:chgData name="Andrea Marcone" userId="650bfec5-dc8c-42e5-9303-c35eba02494d" providerId="ADAL" clId="{4CAABB25-AA6C-491B-BD71-ABCDB01E741B}" dt="2026-01-16T16:28:32.755" v="31153" actId="2085"/>
          <ac:spMkLst>
            <pc:docMk/>
            <pc:sldMk cId="2410537895" sldId="341"/>
            <ac:spMk id="19" creationId="{971B5A90-E813-0C11-0ED2-A38360CB511D}"/>
          </ac:spMkLst>
        </pc:spChg>
        <pc:spChg chg="mod">
          <ac:chgData name="Andrea Marcone" userId="650bfec5-dc8c-42e5-9303-c35eba02494d" providerId="ADAL" clId="{4CAABB25-AA6C-491B-BD71-ABCDB01E741B}" dt="2026-01-16T16:28:29.670" v="31152" actId="2085"/>
          <ac:spMkLst>
            <pc:docMk/>
            <pc:sldMk cId="2410537895" sldId="341"/>
            <ac:spMk id="25" creationId="{4749AABE-6247-8D6F-A2F3-C8AA1D1881B3}"/>
          </ac:spMkLst>
        </pc:spChg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2618470446" sldId="342"/>
        </pc:sldMkLst>
      </pc:sldChg>
      <pc:sldChg chg="modSp add mod">
        <pc:chgData name="Andrea Marcone" userId="650bfec5-dc8c-42e5-9303-c35eba02494d" providerId="ADAL" clId="{4CAABB25-AA6C-491B-BD71-ABCDB01E741B}" dt="2026-02-05T17:12:57.070" v="32275" actId="14100"/>
        <pc:sldMkLst>
          <pc:docMk/>
          <pc:sldMk cId="2783210116" sldId="342"/>
        </pc:sldMkLst>
        <pc:spChg chg="mod">
          <ac:chgData name="Andrea Marcone" userId="650bfec5-dc8c-42e5-9303-c35eba02494d" providerId="ADAL" clId="{4CAABB25-AA6C-491B-BD71-ABCDB01E741B}" dt="2026-02-05T17:12:42.414" v="32274"/>
          <ac:spMkLst>
            <pc:docMk/>
            <pc:sldMk cId="2783210116" sldId="342"/>
            <ac:spMk id="33" creationId="{891F3C5B-8D2C-F6C1-3149-1B59C982E105}"/>
          </ac:spMkLst>
        </pc:spChg>
        <pc:spChg chg="mod">
          <ac:chgData name="Andrea Marcone" userId="650bfec5-dc8c-42e5-9303-c35eba02494d" providerId="ADAL" clId="{4CAABB25-AA6C-491B-BD71-ABCDB01E741B}" dt="2026-01-29T15:38:04.293" v="32139" actId="114"/>
          <ac:spMkLst>
            <pc:docMk/>
            <pc:sldMk cId="2783210116" sldId="342"/>
            <ac:spMk id="34" creationId="{62557F61-69E9-1E5B-AA03-6FA3AED8E936}"/>
          </ac:spMkLst>
        </pc:spChg>
        <pc:spChg chg="mod">
          <ac:chgData name="Andrea Marcone" userId="650bfec5-dc8c-42e5-9303-c35eba02494d" providerId="ADAL" clId="{4CAABB25-AA6C-491B-BD71-ABCDB01E741B}" dt="2026-02-05T17:12:57.070" v="32275" actId="14100"/>
          <ac:spMkLst>
            <pc:docMk/>
            <pc:sldMk cId="2783210116" sldId="342"/>
            <ac:spMk id="36" creationId="{2F6B6C38-21F6-BD30-0B50-9B545604FF14}"/>
          </ac:spMkLst>
        </pc:spChg>
      </pc:sldChg>
      <pc:sldChg chg="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734129582" sldId="343"/>
        </pc:sldMkLst>
      </pc:sldChg>
      <pc:sldChg chg="modSp mod">
        <pc:chgData name="Andrea Marcone" userId="650bfec5-dc8c-42e5-9303-c35eba02494d" providerId="ADAL" clId="{4CAABB25-AA6C-491B-BD71-ABCDB01E741B}" dt="2026-01-29T15:39:00.716" v="32164" actId="114"/>
        <pc:sldMkLst>
          <pc:docMk/>
          <pc:sldMk cId="3758641672" sldId="343"/>
        </pc:sldMkLst>
        <pc:spChg chg="mod">
          <ac:chgData name="Andrea Marcone" userId="650bfec5-dc8c-42e5-9303-c35eba02494d" providerId="ADAL" clId="{4CAABB25-AA6C-491B-BD71-ABCDB01E741B}" dt="2026-01-29T14:51:32.688" v="31820" actId="313"/>
          <ac:spMkLst>
            <pc:docMk/>
            <pc:sldMk cId="3758641672" sldId="343"/>
            <ac:spMk id="4" creationId="{2D485F0D-F923-2EF4-43E7-D262A016627E}"/>
          </ac:spMkLst>
        </pc:spChg>
        <pc:spChg chg="mod">
          <ac:chgData name="Andrea Marcone" userId="650bfec5-dc8c-42e5-9303-c35eba02494d" providerId="ADAL" clId="{4CAABB25-AA6C-491B-BD71-ABCDB01E741B}" dt="2026-01-29T15:38:31.422" v="32145" actId="114"/>
          <ac:spMkLst>
            <pc:docMk/>
            <pc:sldMk cId="3758641672" sldId="343"/>
            <ac:spMk id="6" creationId="{C8C3FFCC-58DA-2C01-ACCE-55E4A6515C43}"/>
          </ac:spMkLst>
        </pc:spChg>
        <pc:spChg chg="mod">
          <ac:chgData name="Andrea Marcone" userId="650bfec5-dc8c-42e5-9303-c35eba02494d" providerId="ADAL" clId="{4CAABB25-AA6C-491B-BD71-ABCDB01E741B}" dt="2026-01-29T15:39:00.716" v="32164" actId="114"/>
          <ac:spMkLst>
            <pc:docMk/>
            <pc:sldMk cId="3758641672" sldId="343"/>
            <ac:spMk id="7" creationId="{E566CB0E-91FD-FF90-C6C9-561B0EFDE8F3}"/>
          </ac:spMkLst>
        </pc:spChg>
        <pc:spChg chg="mod">
          <ac:chgData name="Andrea Marcone" userId="650bfec5-dc8c-42e5-9303-c35eba02494d" providerId="ADAL" clId="{4CAABB25-AA6C-491B-BD71-ABCDB01E741B}" dt="2026-01-29T15:38:37.897" v="32155" actId="20577"/>
          <ac:spMkLst>
            <pc:docMk/>
            <pc:sldMk cId="3758641672" sldId="343"/>
            <ac:spMk id="8" creationId="{AA844789-3288-E808-DC8D-BDF74F9D6600}"/>
          </ac:spMkLst>
        </pc:spChg>
        <pc:spChg chg="mod">
          <ac:chgData name="Andrea Marcone" userId="650bfec5-dc8c-42e5-9303-c35eba02494d" providerId="ADAL" clId="{4CAABB25-AA6C-491B-BD71-ABCDB01E741B}" dt="2026-01-29T15:38:54.266" v="32161" actId="114"/>
          <ac:spMkLst>
            <pc:docMk/>
            <pc:sldMk cId="3758641672" sldId="343"/>
            <ac:spMk id="10" creationId="{AE059139-690B-EF59-01CA-652203FE9FC2}"/>
          </ac:spMkLst>
        </pc:spChg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3430817542" sldId="344"/>
        </pc:sldMkLst>
      </pc:sldChg>
      <pc:sldChg chg="addSp delSp modSp add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1920594644" sldId="345"/>
        </pc:sldMkLst>
      </pc:sldChg>
      <pc:sldChg chg="addSp delSp modSp add mod">
        <pc:chgData name="Andrea Marcone" userId="650bfec5-dc8c-42e5-9303-c35eba02494d" providerId="ADAL" clId="{4CAABB25-AA6C-491B-BD71-ABCDB01E741B}" dt="2026-02-02T11:42:02.967" v="32223"/>
        <pc:sldMkLst>
          <pc:docMk/>
          <pc:sldMk cId="2355481164" sldId="345"/>
        </pc:sldMkLst>
        <pc:spChg chg="add mod">
          <ac:chgData name="Andrea Marcone" userId="650bfec5-dc8c-42e5-9303-c35eba02494d" providerId="ADAL" clId="{4CAABB25-AA6C-491B-BD71-ABCDB01E741B}" dt="2026-02-02T11:42:02.967" v="32223"/>
          <ac:spMkLst>
            <pc:docMk/>
            <pc:sldMk cId="2355481164" sldId="345"/>
            <ac:spMk id="4" creationId="{DFE264B7-F06F-1F93-4A86-B35DD156C5F2}"/>
          </ac:spMkLst>
        </pc:spChg>
      </pc:sldChg>
      <pc:sldChg chg="addSp delSp modSp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4172746191" sldId="346"/>
        </pc:sldMkLst>
      </pc:sldChg>
      <pc:sldChg chg="addSp delSp modSp add mod">
        <pc:chgData name="Andrea Marcone" userId="650bfec5-dc8c-42e5-9303-c35eba02494d" providerId="ADAL" clId="{4CAABB25-AA6C-491B-BD71-ABCDB01E741B}" dt="2026-02-02T11:42:20.479" v="32229"/>
        <pc:sldMkLst>
          <pc:docMk/>
          <pc:sldMk cId="4257332602" sldId="346"/>
        </pc:sldMkLst>
        <pc:spChg chg="mod">
          <ac:chgData name="Andrea Marcone" userId="650bfec5-dc8c-42e5-9303-c35eba02494d" providerId="ADAL" clId="{4CAABB25-AA6C-491B-BD71-ABCDB01E741B}" dt="2026-01-29T15:32:21.555" v="32080" actId="1582"/>
          <ac:spMkLst>
            <pc:docMk/>
            <pc:sldMk cId="4257332602" sldId="346"/>
            <ac:spMk id="3" creationId="{8819A642-6C1D-89F6-03D9-4A9C7283FD58}"/>
          </ac:spMkLst>
        </pc:spChg>
        <pc:spChg chg="add mod">
          <ac:chgData name="Andrea Marcone" userId="650bfec5-dc8c-42e5-9303-c35eba02494d" providerId="ADAL" clId="{4CAABB25-AA6C-491B-BD71-ABCDB01E741B}" dt="2026-02-02T11:42:20.479" v="32229"/>
          <ac:spMkLst>
            <pc:docMk/>
            <pc:sldMk cId="4257332602" sldId="346"/>
            <ac:spMk id="5" creationId="{A3507F65-6597-4FC3-2ED2-EB3B47AD1B7C}"/>
          </ac:spMkLst>
        </pc:spChg>
      </pc:sldChg>
      <pc:sldChg chg="addSp modSp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2210911926" sldId="347"/>
        </pc:sldMkLst>
      </pc:sldChg>
      <pc:sldChg chg="modSp del mod modTransition">
        <pc:chgData name="Andrea Marcone" userId="650bfec5-dc8c-42e5-9303-c35eba02494d" providerId="ADAL" clId="{4CAABB25-AA6C-491B-BD71-ABCDB01E741B}" dt="2026-01-13T17:12:53.325" v="23831" actId="47"/>
        <pc:sldMkLst>
          <pc:docMk/>
          <pc:sldMk cId="2163337470" sldId="348"/>
        </pc:sldMkLst>
      </pc:sldChg>
      <pc:sldChg chg="modSp add del mod">
        <pc:chgData name="Andrea Marcone" userId="650bfec5-dc8c-42e5-9303-c35eba02494d" providerId="ADAL" clId="{4CAABB25-AA6C-491B-BD71-ABCDB01E741B}" dt="2026-01-13T17:12:53.325" v="23831" actId="47"/>
        <pc:sldMkLst>
          <pc:docMk/>
          <pc:sldMk cId="4213682622" sldId="349"/>
        </pc:sldMkLst>
      </pc:sldChg>
      <pc:sldChg chg="del">
        <pc:chgData name="Andrea Marcone" userId="650bfec5-dc8c-42e5-9303-c35eba02494d" providerId="ADAL" clId="{4CAABB25-AA6C-491B-BD71-ABCDB01E741B}" dt="2026-01-13T17:12:53.325" v="23831" actId="47"/>
        <pc:sldMkLst>
          <pc:docMk/>
          <pc:sldMk cId="2705075407" sldId="350"/>
        </pc:sldMkLst>
      </pc:sldChg>
      <pc:sldChg chg="del">
        <pc:chgData name="Andrea Marcone" userId="650bfec5-dc8c-42e5-9303-c35eba02494d" providerId="ADAL" clId="{4CAABB25-AA6C-491B-BD71-ABCDB01E741B}" dt="2026-01-13T17:12:53.325" v="23831" actId="47"/>
        <pc:sldMkLst>
          <pc:docMk/>
          <pc:sldMk cId="2337313469" sldId="351"/>
        </pc:sldMkLst>
      </pc:sldChg>
      <pc:sldChg chg="addSp delSp modSp add del mod">
        <pc:chgData name="Andrea Marcone" userId="650bfec5-dc8c-42e5-9303-c35eba02494d" providerId="ADAL" clId="{4CAABB25-AA6C-491B-BD71-ABCDB01E741B}" dt="2026-01-13T17:12:22.307" v="23828" actId="47"/>
        <pc:sldMkLst>
          <pc:docMk/>
          <pc:sldMk cId="2370767885" sldId="352"/>
        </pc:sldMkLst>
      </pc:sldChg>
      <pc:sldMasterChg chg="modTransition modSldLayout">
        <pc:chgData name="Andrea Marcone" userId="650bfec5-dc8c-42e5-9303-c35eba02494d" providerId="ADAL" clId="{4CAABB25-AA6C-491B-BD71-ABCDB01E741B}" dt="2025-11-11T11:09:19.505" v="23558"/>
        <pc:sldMasterMkLst>
          <pc:docMk/>
          <pc:sldMasterMk cId="3077373077" sldId="2147483684"/>
        </pc:sldMasterMkLst>
        <pc:sldLayoutChg chg="modTransition">
          <pc:chgData name="Andrea Marcone" userId="650bfec5-dc8c-42e5-9303-c35eba02494d" providerId="ADAL" clId="{4CAABB25-AA6C-491B-BD71-ABCDB01E741B}" dt="2025-11-11T11:09:19.505" v="23558"/>
          <pc:sldLayoutMkLst>
            <pc:docMk/>
            <pc:sldMasterMk cId="3077373077" sldId="2147483684"/>
            <pc:sldLayoutMk cId="2739379090" sldId="2147483685"/>
          </pc:sldLayoutMkLst>
        </pc:sldLayoutChg>
        <pc:sldLayoutChg chg="modTransition">
          <pc:chgData name="Andrea Marcone" userId="650bfec5-dc8c-42e5-9303-c35eba02494d" providerId="ADAL" clId="{4CAABB25-AA6C-491B-BD71-ABCDB01E741B}" dt="2025-11-11T11:09:19.505" v="23558"/>
          <pc:sldLayoutMkLst>
            <pc:docMk/>
            <pc:sldMasterMk cId="3077373077" sldId="2147483684"/>
            <pc:sldLayoutMk cId="3570330813" sldId="2147483686"/>
          </pc:sldLayoutMkLst>
        </pc:sldLayoutChg>
        <pc:sldLayoutChg chg="modTransition">
          <pc:chgData name="Andrea Marcone" userId="650bfec5-dc8c-42e5-9303-c35eba02494d" providerId="ADAL" clId="{4CAABB25-AA6C-491B-BD71-ABCDB01E741B}" dt="2025-11-11T11:09:19.505" v="23558"/>
          <pc:sldLayoutMkLst>
            <pc:docMk/>
            <pc:sldMasterMk cId="3077373077" sldId="2147483684"/>
            <pc:sldLayoutMk cId="581800991" sldId="2147483687"/>
          </pc:sldLayoutMkLst>
        </pc:sldLayoutChg>
        <pc:sldLayoutChg chg="modTransition">
          <pc:chgData name="Andrea Marcone" userId="650bfec5-dc8c-42e5-9303-c35eba02494d" providerId="ADAL" clId="{4CAABB25-AA6C-491B-BD71-ABCDB01E741B}" dt="2025-11-11T11:09:19.505" v="23558"/>
          <pc:sldLayoutMkLst>
            <pc:docMk/>
            <pc:sldMasterMk cId="3077373077" sldId="2147483684"/>
            <pc:sldLayoutMk cId="125006343" sldId="2147483688"/>
          </pc:sldLayoutMkLst>
        </pc:sldLayoutChg>
        <pc:sldLayoutChg chg="modTransition">
          <pc:chgData name="Andrea Marcone" userId="650bfec5-dc8c-42e5-9303-c35eba02494d" providerId="ADAL" clId="{4CAABB25-AA6C-491B-BD71-ABCDB01E741B}" dt="2025-11-11T11:09:19.505" v="23558"/>
          <pc:sldLayoutMkLst>
            <pc:docMk/>
            <pc:sldMasterMk cId="3077373077" sldId="2147483684"/>
            <pc:sldLayoutMk cId="2218665941" sldId="2147483689"/>
          </pc:sldLayoutMkLst>
        </pc:sldLayoutChg>
        <pc:sldLayoutChg chg="modTransition">
          <pc:chgData name="Andrea Marcone" userId="650bfec5-dc8c-42e5-9303-c35eba02494d" providerId="ADAL" clId="{4CAABB25-AA6C-491B-BD71-ABCDB01E741B}" dt="2025-11-11T11:09:19.505" v="23558"/>
          <pc:sldLayoutMkLst>
            <pc:docMk/>
            <pc:sldMasterMk cId="3077373077" sldId="2147483684"/>
            <pc:sldLayoutMk cId="3170223664" sldId="2147483690"/>
          </pc:sldLayoutMkLst>
        </pc:sldLayoutChg>
        <pc:sldLayoutChg chg="modTransition">
          <pc:chgData name="Andrea Marcone" userId="650bfec5-dc8c-42e5-9303-c35eba02494d" providerId="ADAL" clId="{4CAABB25-AA6C-491B-BD71-ABCDB01E741B}" dt="2025-11-11T11:09:19.505" v="23558"/>
          <pc:sldLayoutMkLst>
            <pc:docMk/>
            <pc:sldMasterMk cId="3077373077" sldId="2147483684"/>
            <pc:sldLayoutMk cId="2368135554" sldId="2147483691"/>
          </pc:sldLayoutMkLst>
        </pc:sldLayoutChg>
        <pc:sldLayoutChg chg="modTransition">
          <pc:chgData name="Andrea Marcone" userId="650bfec5-dc8c-42e5-9303-c35eba02494d" providerId="ADAL" clId="{4CAABB25-AA6C-491B-BD71-ABCDB01E741B}" dt="2025-11-11T11:09:19.505" v="23558"/>
          <pc:sldLayoutMkLst>
            <pc:docMk/>
            <pc:sldMasterMk cId="3077373077" sldId="2147483684"/>
            <pc:sldLayoutMk cId="548918040" sldId="2147483692"/>
          </pc:sldLayoutMkLst>
        </pc:sldLayoutChg>
        <pc:sldLayoutChg chg="modTransition">
          <pc:chgData name="Andrea Marcone" userId="650bfec5-dc8c-42e5-9303-c35eba02494d" providerId="ADAL" clId="{4CAABB25-AA6C-491B-BD71-ABCDB01E741B}" dt="2025-11-11T11:09:19.505" v="23558"/>
          <pc:sldLayoutMkLst>
            <pc:docMk/>
            <pc:sldMasterMk cId="3077373077" sldId="2147483684"/>
            <pc:sldLayoutMk cId="2681604719" sldId="2147483693"/>
          </pc:sldLayoutMkLst>
        </pc:sldLayoutChg>
        <pc:sldLayoutChg chg="modTransition">
          <pc:chgData name="Andrea Marcone" userId="650bfec5-dc8c-42e5-9303-c35eba02494d" providerId="ADAL" clId="{4CAABB25-AA6C-491B-BD71-ABCDB01E741B}" dt="2025-11-11T11:09:19.505" v="23558"/>
          <pc:sldLayoutMkLst>
            <pc:docMk/>
            <pc:sldMasterMk cId="3077373077" sldId="2147483684"/>
            <pc:sldLayoutMk cId="113829493" sldId="2147483694"/>
          </pc:sldLayoutMkLst>
        </pc:sldLayoutChg>
        <pc:sldLayoutChg chg="modTransition">
          <pc:chgData name="Andrea Marcone" userId="650bfec5-dc8c-42e5-9303-c35eba02494d" providerId="ADAL" clId="{4CAABB25-AA6C-491B-BD71-ABCDB01E741B}" dt="2025-11-11T11:09:19.505" v="23558"/>
          <pc:sldLayoutMkLst>
            <pc:docMk/>
            <pc:sldMasterMk cId="3077373077" sldId="2147483684"/>
            <pc:sldLayoutMk cId="2228996000" sldId="2147483695"/>
          </pc:sldLayoutMkLst>
        </pc:sldLayoutChg>
      </pc:sldMasterChg>
    </pc:docChg>
  </pc:docChgLst>
  <pc:docChgLst>
    <pc:chgData name="Andrea Marcone" userId="650bfec5-dc8c-42e5-9303-c35eba02494d" providerId="ADAL" clId="{8846BEE5-F45F-4F8C-859D-977E735B3BCB}"/>
    <pc:docChg chg="undo redo custSel addSld delSld modSld modMainMaster">
      <pc:chgData name="Andrea Marcone" userId="650bfec5-dc8c-42e5-9303-c35eba02494d" providerId="ADAL" clId="{8846BEE5-F45F-4F8C-859D-977E735B3BCB}" dt="2025-03-16T22:06:36.989" v="18613" actId="403"/>
      <pc:docMkLst>
        <pc:docMk/>
      </pc:docMkLst>
      <pc:sldChg chg="addSp modSp del mod">
        <pc:chgData name="Andrea Marcone" userId="650bfec5-dc8c-42e5-9303-c35eba02494d" providerId="ADAL" clId="{8846BEE5-F45F-4F8C-859D-977E735B3BCB}" dt="2025-03-10T21:15:43.551" v="5840" actId="47"/>
        <pc:sldMkLst>
          <pc:docMk/>
          <pc:sldMk cId="1747718322" sldId="256"/>
        </pc:sldMkLst>
      </pc:sldChg>
      <pc:sldChg chg="del">
        <pc:chgData name="Andrea Marcone" userId="650bfec5-dc8c-42e5-9303-c35eba02494d" providerId="ADAL" clId="{8846BEE5-F45F-4F8C-859D-977E735B3BCB}" dt="2025-03-07T14:58:43.450" v="1820" actId="47"/>
        <pc:sldMkLst>
          <pc:docMk/>
          <pc:sldMk cId="2562992899" sldId="257"/>
        </pc:sldMkLst>
      </pc:sldChg>
      <pc:sldChg chg="addSp delSp modSp mod">
        <pc:chgData name="Andrea Marcone" userId="650bfec5-dc8c-42e5-9303-c35eba02494d" providerId="ADAL" clId="{8846BEE5-F45F-4F8C-859D-977E735B3BCB}" dt="2025-03-16T10:18:51.309" v="17945"/>
        <pc:sldMkLst>
          <pc:docMk/>
          <pc:sldMk cId="3258127775" sldId="258"/>
        </pc:sldMkLst>
      </pc:sldChg>
      <pc:sldChg chg="del">
        <pc:chgData name="Andrea Marcone" userId="650bfec5-dc8c-42e5-9303-c35eba02494d" providerId="ADAL" clId="{8846BEE5-F45F-4F8C-859D-977E735B3BCB}" dt="2025-03-10T15:23:58.003" v="4122" actId="47"/>
        <pc:sldMkLst>
          <pc:docMk/>
          <pc:sldMk cId="2130146974" sldId="259"/>
        </pc:sldMkLst>
      </pc:sldChg>
      <pc:sldChg chg="del">
        <pc:chgData name="Andrea Marcone" userId="650bfec5-dc8c-42e5-9303-c35eba02494d" providerId="ADAL" clId="{8846BEE5-F45F-4F8C-859D-977E735B3BCB}" dt="2025-03-10T15:24:10.587" v="4123" actId="47"/>
        <pc:sldMkLst>
          <pc:docMk/>
          <pc:sldMk cId="863647739" sldId="260"/>
        </pc:sldMkLst>
      </pc:sldChg>
      <pc:sldChg chg="del">
        <pc:chgData name="Andrea Marcone" userId="650bfec5-dc8c-42e5-9303-c35eba02494d" providerId="ADAL" clId="{8846BEE5-F45F-4F8C-859D-977E735B3BCB}" dt="2025-03-10T15:24:11.389" v="4124" actId="47"/>
        <pc:sldMkLst>
          <pc:docMk/>
          <pc:sldMk cId="3413396272" sldId="261"/>
        </pc:sldMkLst>
      </pc:sldChg>
      <pc:sldChg chg="del">
        <pc:chgData name="Andrea Marcone" userId="650bfec5-dc8c-42e5-9303-c35eba02494d" providerId="ADAL" clId="{8846BEE5-F45F-4F8C-859D-977E735B3BCB}" dt="2025-03-10T15:24:12.022" v="4125" actId="47"/>
        <pc:sldMkLst>
          <pc:docMk/>
          <pc:sldMk cId="3883472677" sldId="262"/>
        </pc:sldMkLst>
      </pc:sldChg>
      <pc:sldChg chg="del">
        <pc:chgData name="Andrea Marcone" userId="650bfec5-dc8c-42e5-9303-c35eba02494d" providerId="ADAL" clId="{8846BEE5-F45F-4F8C-859D-977E735B3BCB}" dt="2025-03-10T15:24:12.914" v="4126" actId="47"/>
        <pc:sldMkLst>
          <pc:docMk/>
          <pc:sldMk cId="381477052" sldId="263"/>
        </pc:sldMkLst>
      </pc:sldChg>
      <pc:sldChg chg="del">
        <pc:chgData name="Andrea Marcone" userId="650bfec5-dc8c-42e5-9303-c35eba02494d" providerId="ADAL" clId="{8846BEE5-F45F-4F8C-859D-977E735B3BCB}" dt="2025-03-10T10:58:23.796" v="3312" actId="47"/>
        <pc:sldMkLst>
          <pc:docMk/>
          <pc:sldMk cId="189145009" sldId="264"/>
        </pc:sldMkLst>
      </pc:sldChg>
      <pc:sldChg chg="del">
        <pc:chgData name="Andrea Marcone" userId="650bfec5-dc8c-42e5-9303-c35eba02494d" providerId="ADAL" clId="{8846BEE5-F45F-4F8C-859D-977E735B3BCB}" dt="2025-03-10T10:58:25.651" v="3313" actId="47"/>
        <pc:sldMkLst>
          <pc:docMk/>
          <pc:sldMk cId="3793415629" sldId="265"/>
        </pc:sldMkLst>
      </pc:sldChg>
      <pc:sldChg chg="addSp delSp modSp new mod">
        <pc:chgData name="Andrea Marcone" userId="650bfec5-dc8c-42e5-9303-c35eba02494d" providerId="ADAL" clId="{8846BEE5-F45F-4F8C-859D-977E735B3BCB}" dt="2025-03-14T15:13:39.008" v="17939" actId="478"/>
        <pc:sldMkLst>
          <pc:docMk/>
          <pc:sldMk cId="3550625307" sldId="266"/>
        </pc:sldMkLst>
      </pc:sldChg>
      <pc:sldChg chg="modSp new mod">
        <pc:chgData name="Andrea Marcone" userId="650bfec5-dc8c-42e5-9303-c35eba02494d" providerId="ADAL" clId="{8846BEE5-F45F-4F8C-859D-977E735B3BCB}" dt="2025-03-13T09:29:31.475" v="13685" actId="27636"/>
        <pc:sldMkLst>
          <pc:docMk/>
          <pc:sldMk cId="619311590" sldId="267"/>
        </pc:sldMkLst>
      </pc:sldChg>
      <pc:sldChg chg="modSp new del mod">
        <pc:chgData name="Andrea Marcone" userId="650bfec5-dc8c-42e5-9303-c35eba02494d" providerId="ADAL" clId="{8846BEE5-F45F-4F8C-859D-977E735B3BCB}" dt="2025-03-10T10:59:02.755" v="3315" actId="47"/>
        <pc:sldMkLst>
          <pc:docMk/>
          <pc:sldMk cId="4110853754" sldId="268"/>
        </pc:sldMkLst>
      </pc:sldChg>
      <pc:sldChg chg="addSp modSp new mod">
        <pc:chgData name="Andrea Marcone" userId="650bfec5-dc8c-42e5-9303-c35eba02494d" providerId="ADAL" clId="{8846BEE5-F45F-4F8C-859D-977E735B3BCB}" dt="2025-03-16T10:49:54.838" v="18047" actId="1076"/>
        <pc:sldMkLst>
          <pc:docMk/>
          <pc:sldMk cId="2437134295" sldId="269"/>
        </pc:sldMkLst>
      </pc:sldChg>
      <pc:sldChg chg="addSp delSp modSp new mod">
        <pc:chgData name="Andrea Marcone" userId="650bfec5-dc8c-42e5-9303-c35eba02494d" providerId="ADAL" clId="{8846BEE5-F45F-4F8C-859D-977E735B3BCB}" dt="2025-03-16T10:52:43.757" v="18077" actId="1076"/>
        <pc:sldMkLst>
          <pc:docMk/>
          <pc:sldMk cId="2509059891" sldId="270"/>
        </pc:sldMkLst>
      </pc:sldChg>
      <pc:sldChg chg="addSp delSp modSp new mod">
        <pc:chgData name="Andrea Marcone" userId="650bfec5-dc8c-42e5-9303-c35eba02494d" providerId="ADAL" clId="{8846BEE5-F45F-4F8C-859D-977E735B3BCB}" dt="2025-03-13T13:38:56.759" v="13719" actId="6549"/>
        <pc:sldMkLst>
          <pc:docMk/>
          <pc:sldMk cId="3287263708" sldId="271"/>
        </pc:sldMkLst>
      </pc:sldChg>
      <pc:sldChg chg="addSp delSp modSp new mod modCm">
        <pc:chgData name="Andrea Marcone" userId="650bfec5-dc8c-42e5-9303-c35eba02494d" providerId="ADAL" clId="{8846BEE5-F45F-4F8C-859D-977E735B3BCB}" dt="2025-03-13T16:19:47.916" v="16619" actId="12788"/>
        <pc:sldMkLst>
          <pc:docMk/>
          <pc:sldMk cId="2324482013" sldId="272"/>
        </pc:sldMkLst>
      </pc:sldChg>
      <pc:sldChg chg="addSp delSp modSp new mod">
        <pc:chgData name="Andrea Marcone" userId="650bfec5-dc8c-42e5-9303-c35eba02494d" providerId="ADAL" clId="{8846BEE5-F45F-4F8C-859D-977E735B3BCB}" dt="2025-03-16T11:38:49.068" v="18111" actId="20577"/>
        <pc:sldMkLst>
          <pc:docMk/>
          <pc:sldMk cId="2608880731" sldId="273"/>
        </pc:sldMkLst>
      </pc:sldChg>
      <pc:sldChg chg="addSp delSp modSp new mod modCm">
        <pc:chgData name="Andrea Marcone" userId="650bfec5-dc8c-42e5-9303-c35eba02494d" providerId="ADAL" clId="{8846BEE5-F45F-4F8C-859D-977E735B3BCB}" dt="2025-03-14T10:28:40.448" v="17127" actId="1076"/>
        <pc:sldMkLst>
          <pc:docMk/>
          <pc:sldMk cId="3773226955" sldId="274"/>
        </pc:sldMkLst>
      </pc:sldChg>
      <pc:sldChg chg="addSp delSp modSp new mod">
        <pc:chgData name="Andrea Marcone" userId="650bfec5-dc8c-42e5-9303-c35eba02494d" providerId="ADAL" clId="{8846BEE5-F45F-4F8C-859D-977E735B3BCB}" dt="2025-03-16T12:07:28.348" v="18244" actId="1076"/>
        <pc:sldMkLst>
          <pc:docMk/>
          <pc:sldMk cId="3681524868" sldId="275"/>
        </pc:sldMkLst>
      </pc:sldChg>
      <pc:sldChg chg="modSp new mod">
        <pc:chgData name="Andrea Marcone" userId="650bfec5-dc8c-42e5-9303-c35eba02494d" providerId="ADAL" clId="{8846BEE5-F45F-4F8C-859D-977E735B3BCB}" dt="2025-03-10T21:15:18.031" v="5839" actId="404"/>
        <pc:sldMkLst>
          <pc:docMk/>
          <pc:sldMk cId="3107986695" sldId="276"/>
        </pc:sldMkLst>
      </pc:sldChg>
      <pc:sldChg chg="addSp delSp modSp new mod">
        <pc:chgData name="Andrea Marcone" userId="650bfec5-dc8c-42e5-9303-c35eba02494d" providerId="ADAL" clId="{8846BEE5-F45F-4F8C-859D-977E735B3BCB}" dt="2025-03-14T14:38:33.685" v="17463" actId="14100"/>
        <pc:sldMkLst>
          <pc:docMk/>
          <pc:sldMk cId="261557394" sldId="277"/>
        </pc:sldMkLst>
      </pc:sldChg>
      <pc:sldChg chg="addSp delSp modSp new del mod">
        <pc:chgData name="Andrea Marcone" userId="650bfec5-dc8c-42e5-9303-c35eba02494d" providerId="ADAL" clId="{8846BEE5-F45F-4F8C-859D-977E735B3BCB}" dt="2025-03-11T14:35:04.646" v="8671" actId="47"/>
        <pc:sldMkLst>
          <pc:docMk/>
          <pc:sldMk cId="2841224499" sldId="278"/>
        </pc:sldMkLst>
      </pc:sldChg>
      <pc:sldChg chg="addSp delSp modSp new mod">
        <pc:chgData name="Andrea Marcone" userId="650bfec5-dc8c-42e5-9303-c35eba02494d" providerId="ADAL" clId="{8846BEE5-F45F-4F8C-859D-977E735B3BCB}" dt="2025-03-16T12:11:36.853" v="18389" actId="1076"/>
        <pc:sldMkLst>
          <pc:docMk/>
          <pc:sldMk cId="3575379318" sldId="279"/>
        </pc:sldMkLst>
      </pc:sldChg>
      <pc:sldChg chg="addSp delSp modSp add mod">
        <pc:chgData name="Andrea Marcone" userId="650bfec5-dc8c-42e5-9303-c35eba02494d" providerId="ADAL" clId="{8846BEE5-F45F-4F8C-859D-977E735B3BCB}" dt="2025-03-13T13:44:38.269" v="13769" actId="121"/>
        <pc:sldMkLst>
          <pc:docMk/>
          <pc:sldMk cId="3629094481" sldId="280"/>
        </pc:sldMkLst>
      </pc:sldChg>
      <pc:sldChg chg="addSp delSp modSp new mod modCm">
        <pc:chgData name="Andrea Marcone" userId="650bfec5-dc8c-42e5-9303-c35eba02494d" providerId="ADAL" clId="{8846BEE5-F45F-4F8C-859D-977E735B3BCB}" dt="2025-03-14T14:55:54.227" v="17584" actId="20577"/>
        <pc:sldMkLst>
          <pc:docMk/>
          <pc:sldMk cId="3650618732" sldId="281"/>
        </pc:sldMkLst>
      </pc:sldChg>
      <pc:sldChg chg="addSp delSp modSp new mod">
        <pc:chgData name="Andrea Marcone" userId="650bfec5-dc8c-42e5-9303-c35eba02494d" providerId="ADAL" clId="{8846BEE5-F45F-4F8C-859D-977E735B3BCB}" dt="2025-03-13T16:11:39.291" v="16290" actId="208"/>
        <pc:sldMkLst>
          <pc:docMk/>
          <pc:sldMk cId="1380714505" sldId="282"/>
        </pc:sldMkLst>
      </pc:sldChg>
      <pc:sldChg chg="addSp delSp modSp new mod">
        <pc:chgData name="Andrea Marcone" userId="650bfec5-dc8c-42e5-9303-c35eba02494d" providerId="ADAL" clId="{8846BEE5-F45F-4F8C-859D-977E735B3BCB}" dt="2025-03-16T21:32:15.944" v="18423" actId="20577"/>
        <pc:sldMkLst>
          <pc:docMk/>
          <pc:sldMk cId="357882112" sldId="283"/>
        </pc:sldMkLst>
      </pc:sldChg>
      <pc:sldChg chg="addSp delSp modSp new mod">
        <pc:chgData name="Andrea Marcone" userId="650bfec5-dc8c-42e5-9303-c35eba02494d" providerId="ADAL" clId="{8846BEE5-F45F-4F8C-859D-977E735B3BCB}" dt="2025-03-16T21:39:54.982" v="18424" actId="1036"/>
        <pc:sldMkLst>
          <pc:docMk/>
          <pc:sldMk cId="4193959984" sldId="284"/>
        </pc:sldMkLst>
      </pc:sldChg>
      <pc:sldChg chg="addSp delSp modSp add mod">
        <pc:chgData name="Andrea Marcone" userId="650bfec5-dc8c-42e5-9303-c35eba02494d" providerId="ADAL" clId="{8846BEE5-F45F-4F8C-859D-977E735B3BCB}" dt="2025-03-12T16:01:04.452" v="12596" actId="1076"/>
        <pc:sldMkLst>
          <pc:docMk/>
          <pc:sldMk cId="2427871525" sldId="285"/>
        </pc:sldMkLst>
      </pc:sldChg>
      <pc:sldChg chg="addSp delSp modSp new mod modCm">
        <pc:chgData name="Andrea Marcone" userId="650bfec5-dc8c-42e5-9303-c35eba02494d" providerId="ADAL" clId="{8846BEE5-F45F-4F8C-859D-977E735B3BCB}" dt="2025-03-12T17:15:40.640" v="13163" actId="208"/>
        <pc:sldMkLst>
          <pc:docMk/>
          <pc:sldMk cId="2199609017" sldId="286"/>
        </pc:sldMkLst>
      </pc:sldChg>
      <pc:sldChg chg="addSp delSp modSp new mod">
        <pc:chgData name="Andrea Marcone" userId="650bfec5-dc8c-42e5-9303-c35eba02494d" providerId="ADAL" clId="{8846BEE5-F45F-4F8C-859D-977E735B3BCB}" dt="2025-03-14T20:24:40.433" v="17941" actId="114"/>
        <pc:sldMkLst>
          <pc:docMk/>
          <pc:sldMk cId="240784058" sldId="287"/>
        </pc:sldMkLst>
      </pc:sldChg>
      <pc:sldChg chg="addSp delSp modSp new del mod">
        <pc:chgData name="Andrea Marcone" userId="650bfec5-dc8c-42e5-9303-c35eba02494d" providerId="ADAL" clId="{8846BEE5-F45F-4F8C-859D-977E735B3BCB}" dt="2025-03-13T15:59:05.139" v="15906" actId="47"/>
        <pc:sldMkLst>
          <pc:docMk/>
          <pc:sldMk cId="3170110664" sldId="288"/>
        </pc:sldMkLst>
      </pc:sldChg>
      <pc:sldChg chg="modSp new mod modCm">
        <pc:chgData name="Andrea Marcone" userId="650bfec5-dc8c-42e5-9303-c35eba02494d" providerId="ADAL" clId="{8846BEE5-F45F-4F8C-859D-977E735B3BCB}" dt="2025-03-16T22:06:36.989" v="18613" actId="403"/>
        <pc:sldMkLst>
          <pc:docMk/>
          <pc:sldMk cId="2326524602" sldId="289"/>
        </pc:sldMkLst>
      </pc:sldChg>
      <pc:sldChg chg="delSp modSp new mod">
        <pc:chgData name="Andrea Marcone" userId="650bfec5-dc8c-42e5-9303-c35eba02494d" providerId="ADAL" clId="{8846BEE5-F45F-4F8C-859D-977E735B3BCB}" dt="2025-03-13T09:25:39.467" v="13430" actId="12788"/>
        <pc:sldMkLst>
          <pc:docMk/>
          <pc:sldMk cId="1653933529" sldId="290"/>
        </pc:sldMkLst>
      </pc:sldChg>
      <pc:sldChg chg="addSp delSp modSp add mod">
        <pc:chgData name="Andrea Marcone" userId="650bfec5-dc8c-42e5-9303-c35eba02494d" providerId="ADAL" clId="{8846BEE5-F45F-4F8C-859D-977E735B3BCB}" dt="2025-03-13T15:56:11.631" v="15872" actId="11529"/>
        <pc:sldMkLst>
          <pc:docMk/>
          <pc:sldMk cId="3607210029" sldId="291"/>
        </pc:sldMkLst>
      </pc:sldChg>
      <pc:sldChg chg="addSp delSp modSp add mod">
        <pc:chgData name="Andrea Marcone" userId="650bfec5-dc8c-42e5-9303-c35eba02494d" providerId="ADAL" clId="{8846BEE5-F45F-4F8C-859D-977E735B3BCB}" dt="2025-03-16T22:03:24.229" v="18464" actId="1076"/>
        <pc:sldMkLst>
          <pc:docMk/>
          <pc:sldMk cId="2783553942" sldId="292"/>
        </pc:sldMkLst>
      </pc:sldChg>
      <pc:sldMasterChg chg="addSp modSp mod modSldLayout">
        <pc:chgData name="Andrea Marcone" userId="650bfec5-dc8c-42e5-9303-c35eba02494d" providerId="ADAL" clId="{8846BEE5-F45F-4F8C-859D-977E735B3BCB}" dt="2025-03-10T21:17:09.023" v="5845"/>
        <pc:sldMasterMkLst>
          <pc:docMk/>
          <pc:sldMasterMk cId="3077373077" sldId="2147483684"/>
        </pc:sldMasterMkLst>
        <pc:sldLayoutChg chg="addSp modSp mod">
          <pc:chgData name="Andrea Marcone" userId="650bfec5-dc8c-42e5-9303-c35eba02494d" providerId="ADAL" clId="{8846BEE5-F45F-4F8C-859D-977E735B3BCB}" dt="2025-03-10T21:16:58.456" v="5844" actId="1076"/>
          <pc:sldLayoutMkLst>
            <pc:docMk/>
            <pc:sldMasterMk cId="3077373077" sldId="2147483684"/>
            <pc:sldLayoutMk cId="2739379090" sldId="2147483685"/>
          </pc:sldLayoutMkLst>
        </pc:sldLayoutChg>
        <pc:sldLayoutChg chg="modSp mod">
          <pc:chgData name="Andrea Marcone" userId="650bfec5-dc8c-42e5-9303-c35eba02494d" providerId="ADAL" clId="{8846BEE5-F45F-4F8C-859D-977E735B3BCB}" dt="2025-03-10T13:55:52.304" v="3638" actId="242"/>
          <pc:sldLayoutMkLst>
            <pc:docMk/>
            <pc:sldMasterMk cId="3077373077" sldId="2147483684"/>
            <pc:sldLayoutMk cId="3570330813" sldId="2147483686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AF9D2FB-70D2-43E7-9793-86D8D2F82197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23EE2E-00BE-4915-814B-9DFB879BD837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42067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titolo">
    <p:bg>
      <p:bgPr>
        <a:solidFill>
          <a:schemeClr val="bg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7200" baseline="0">
                <a:solidFill>
                  <a:schemeClr val="tx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1872" y="4800600"/>
            <a:ext cx="9418320" cy="1691640"/>
          </a:xfrm>
        </p:spPr>
        <p:txBody>
          <a:bodyPr>
            <a:normAutofit/>
          </a:bodyPr>
          <a:lstStyle>
            <a:lvl1pPr marL="0" indent="0" algn="l">
              <a:buNone/>
              <a:defRPr sz="2200" baseline="0">
                <a:solidFill>
                  <a:schemeClr val="tx1">
                    <a:lumMod val="75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12B2C755-0381-446C-8FF6-9D93CC4F5EBA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fld id="{0D2A41A9-829E-41DE-95F4-FDFCDAFA6EDA}" type="slidenum">
              <a:rPr lang="it-IT" smtClean="0"/>
              <a:t>‹N›</a:t>
            </a:fld>
            <a:endParaRPr lang="it-I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38F71D59-A2A4-47AB-022A-957ECDAB7D2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0512" y="365760"/>
            <a:ext cx="1572324" cy="1605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93790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745" y="289560"/>
            <a:ext cx="9625203" cy="1234440"/>
          </a:xfrm>
        </p:spPr>
        <p:txBody>
          <a:bodyPr anchor="t"/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2746" y="1714500"/>
            <a:ext cx="9625203" cy="4502149"/>
          </a:xfrm>
        </p:spPr>
        <p:txBody>
          <a:bodyPr/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10340340" y="4951412"/>
            <a:ext cx="1904999" cy="365125"/>
          </a:xfrm>
        </p:spPr>
        <p:txBody>
          <a:bodyPr/>
          <a:lstStyle/>
          <a:p>
            <a:fld id="{12B2C755-0381-446C-8FF6-9D93CC4F5EBA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129356" y="6216649"/>
            <a:ext cx="914400" cy="593725"/>
          </a:xfrm>
        </p:spPr>
        <p:txBody>
          <a:bodyPr/>
          <a:lstStyle/>
          <a:p>
            <a:fld id="{0D2A41A9-829E-41DE-95F4-FDFCDAFA6EDA}" type="slidenum">
              <a:rPr lang="it-IT" smtClean="0"/>
              <a:t>‹N›</a:t>
            </a:fld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3570330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61872" y="758952"/>
            <a:ext cx="9418320" cy="4041648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72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4800600"/>
            <a:ext cx="9418320" cy="1691640"/>
          </a:xfrm>
        </p:spPr>
        <p:txBody>
          <a:bodyPr anchor="t">
            <a:normAutofit/>
          </a:bodyPr>
          <a:lstStyle>
            <a:lvl1pPr marL="0" indent="0">
              <a:buNone/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C755-0381-446C-8FF6-9D93CC4F5EBA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A41A9-829E-41DE-95F4-FDFCDAFA6EDA}" type="slidenum">
              <a:rPr lang="it-IT" smtClean="0"/>
              <a:t>‹N›</a:t>
            </a:fld>
            <a:endParaRPr lang="it-IT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818009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61872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26480" y="1828800"/>
            <a:ext cx="4480560" cy="4351337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C755-0381-446C-8FF6-9D93CC4F5EBA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A41A9-829E-41DE-95F4-FDFCDAFA6ED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250063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61872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61872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26480" y="1713655"/>
            <a:ext cx="4480560" cy="731520"/>
          </a:xfrm>
        </p:spPr>
        <p:txBody>
          <a:bodyPr anchor="b">
            <a:normAutofit/>
          </a:bodyPr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lang="en-US" sz="2000" b="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2000"/>
              </a:spcBef>
              <a:buFontTx/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26480" y="2507550"/>
            <a:ext cx="4480560" cy="366465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C755-0381-446C-8FF6-9D93CC4F5EBA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A41A9-829E-41DE-95F4-FDFCDAFA6ED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18665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C755-0381-446C-8FF6-9D93CC4F5EBA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A41A9-829E-41DE-95F4-FDFCDAFA6ED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702236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C755-0381-446C-8FF6-9D93CC4F5EBA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A41A9-829E-41DE-95F4-FDFCDAFA6ED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68135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200400" cy="1600197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04267" y="685800"/>
            <a:ext cx="6079066" cy="548640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99734"/>
            <a:ext cx="3200400" cy="38100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800"/>
              </a:spcBef>
              <a:buNone/>
              <a:defRPr sz="13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C755-0381-446C-8FF6-9D93CC4F5EBA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A41A9-829E-41DE-95F4-FDFCDAFA6ED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489180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5105400"/>
            <a:ext cx="11292840" cy="17526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5257800"/>
            <a:ext cx="9982200" cy="914400"/>
          </a:xfrm>
        </p:spPr>
        <p:txBody>
          <a:bodyPr anchor="b">
            <a:normAutofit/>
          </a:bodyPr>
          <a:lstStyle>
            <a:lvl1pPr>
              <a:defRPr sz="2800" b="0">
                <a:solidFill>
                  <a:schemeClr val="bg1"/>
                </a:solidFill>
              </a:defRPr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1292840" cy="5128923"/>
          </a:xfrm>
          <a:solidFill>
            <a:schemeClr val="accent1"/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4400" y="6108589"/>
            <a:ext cx="9982200" cy="59701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300">
                <a:solidFill>
                  <a:schemeClr val="bg1">
                    <a:lumMod val="85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C755-0381-446C-8FF6-9D93CC4F5EBA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A41A9-829E-41DE-95F4-FDFCDAFA6ED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81604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C755-0381-446C-8FF6-9D93CC4F5EBA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A41A9-829E-41DE-95F4-FDFCDAFA6ED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3829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48700" y="381000"/>
            <a:ext cx="2476500" cy="5897562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7734300" cy="5897562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B2C755-0381-446C-8FF6-9D93CC4F5EBA}" type="datetimeFigureOut">
              <a:rPr lang="it-IT" smtClean="0"/>
              <a:t>19/03/2026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2A41A9-829E-41DE-95F4-FDFCDAFA6EDA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28996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939272" y="0"/>
            <a:ext cx="1252728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7888" y="249299"/>
            <a:ext cx="9520428" cy="132556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it-IT" dirty="0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7888" y="1828800"/>
            <a:ext cx="859536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338499" y="4884738"/>
            <a:ext cx="1904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b="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fld id="{12B2C755-0381-446C-8FF6-9D93CC4F5EBA}" type="datetimeFigureOut">
              <a:rPr lang="it-IT" smtClean="0"/>
              <a:t>19/03/2026</a:t>
            </a:fld>
            <a:endParaRPr lang="it-IT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049574" y="4046537"/>
            <a:ext cx="358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2">
                    <a:lumMod val="20000"/>
                    <a:lumOff val="80000"/>
                  </a:schemeClr>
                </a:solidFill>
              </a:defRPr>
            </a:lvl1pPr>
          </a:lstStyle>
          <a:p>
            <a:endParaRPr lang="it-IT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108436" y="6180137"/>
            <a:ext cx="914400" cy="593725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3600">
                <a:solidFill>
                  <a:schemeClr val="tx2">
                    <a:lumMod val="60000"/>
                    <a:lumOff val="40000"/>
                  </a:schemeClr>
                </a:solidFill>
              </a:defRPr>
            </a:lvl1pPr>
          </a:lstStyle>
          <a:p>
            <a:fld id="{0D2A41A9-829E-41DE-95F4-FDFCDAFA6EDA}" type="slidenum">
              <a:rPr lang="it-IT" smtClean="0"/>
              <a:t>‹N›</a:t>
            </a:fld>
            <a:endParaRPr lang="it-IT" dirty="0"/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42861BD-9DC5-016B-1ADB-AEF74F6AD8CA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810" y="474602"/>
            <a:ext cx="1077652" cy="1100259"/>
          </a:xfrm>
          <a:prstGeom prst="rect">
            <a:avLst/>
          </a:prstGeom>
        </p:spPr>
      </p:pic>
      <p:sp>
        <p:nvSpPr>
          <p:cNvPr id="9" name="Rectangle 6">
            <a:extLst>
              <a:ext uri="{FF2B5EF4-FFF2-40B4-BE49-F238E27FC236}">
                <a16:creationId xmlns:a16="http://schemas.microsoft.com/office/drawing/2014/main" id="{1518D2D3-37F3-0147-A735-D588BB5FE221}"/>
              </a:ext>
            </a:extLst>
          </p:cNvPr>
          <p:cNvSpPr/>
          <p:nvPr userDrawn="1"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0773730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spc="-5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400"/>
        </a:spcBef>
        <a:spcAft>
          <a:spcPts val="200"/>
        </a:spcAft>
        <a:buClr>
          <a:schemeClr val="accent1"/>
        </a:buClr>
        <a:buSzPct val="80000"/>
        <a:buFont typeface="Arial" pitchFamily="34" charset="0"/>
        <a:buChar char="•"/>
        <a:defRPr sz="1800" kern="1200" spc="1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300"/>
        </a:spcBef>
        <a:spcAft>
          <a:spcPts val="30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AB874EF-619D-2C34-0013-46873B3EAC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2616" y="1325367"/>
            <a:ext cx="10746768" cy="3228654"/>
          </a:xfrm>
        </p:spPr>
        <p:txBody>
          <a:bodyPr>
            <a:normAutofit/>
          </a:bodyPr>
          <a:lstStyle/>
          <a:p>
            <a:r>
              <a:rPr lang="en-GB" sz="8000" b="1" noProof="0" dirty="0"/>
              <a:t>Gamma-ray burst classification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9DAFED88-6635-CB19-69E5-B65243D7A9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616" y="4746661"/>
            <a:ext cx="11113213" cy="2062537"/>
          </a:xfrm>
        </p:spPr>
        <p:txBody>
          <a:bodyPr>
            <a:normAutofit/>
          </a:bodyPr>
          <a:lstStyle/>
          <a:p>
            <a:r>
              <a:rPr lang="en-GB" noProof="0" dirty="0">
                <a:solidFill>
                  <a:schemeClr val="tx1">
                    <a:lumMod val="95000"/>
                  </a:schemeClr>
                </a:solidFill>
              </a:rPr>
              <a:t>Andrea Marcone</a:t>
            </a:r>
          </a:p>
          <a:p>
            <a:r>
              <a:rPr lang="en-GB" noProof="0" dirty="0">
                <a:solidFill>
                  <a:schemeClr val="tx1">
                    <a:lumMod val="95000"/>
                  </a:schemeClr>
                </a:solidFill>
              </a:rPr>
              <a:t>Introduction to Bayesian probability theory</a:t>
            </a:r>
          </a:p>
          <a:p>
            <a:r>
              <a:rPr lang="en-GB" noProof="0" dirty="0">
                <a:solidFill>
                  <a:schemeClr val="tx1">
                    <a:lumMod val="95000"/>
                  </a:schemeClr>
                </a:solidFill>
              </a:rPr>
              <a:t>xx/04/2026</a:t>
            </a:r>
          </a:p>
        </p:txBody>
      </p:sp>
    </p:spTree>
    <p:extLst>
      <p:ext uri="{BB962C8B-B14F-4D97-AF65-F5344CB8AC3E}">
        <p14:creationId xmlns:p14="http://schemas.microsoft.com/office/powerpoint/2010/main" val="31079866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943C3F2-F536-F013-B216-38CF3DABA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t"/>
          <a:lstStyle/>
          <a:p>
            <a:r>
              <a:rPr lang="en-GB" noProof="0" dirty="0"/>
              <a:t>Index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8D3D01E5-0746-01AC-6919-1BB1484336D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GB" sz="2400" noProof="0" dirty="0"/>
                  <a:t> The GRB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GB" sz="2400" noProof="0" dirty="0"/>
                  <a:t> Classification 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  <m:t>90</m:t>
                        </m:r>
                      </m:sub>
                    </m:sSub>
                  </m:oMath>
                </a14:m>
                <a:r>
                  <a:rPr lang="en-GB" sz="2400" noProof="0" dirty="0"/>
                  <a:t> 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GB" sz="2400" dirty="0"/>
                  <a:t> The parameters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GB" sz="2400" dirty="0"/>
                  <a:t> Classifying a GRB 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GB" sz="2400" noProof="0" dirty="0"/>
                  <a:t> Probabilities of Short and Long GRB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GB" sz="2400" dirty="0"/>
                  <a:t> The intermediate class</a:t>
                </a:r>
              </a:p>
              <a:p>
                <a:pPr>
                  <a:buSzPct val="90000"/>
                  <a:buFont typeface="Wingdings" panose="05000000000000000000" pitchFamily="2" charset="2"/>
                  <a:buChar char="Ø"/>
                </a:pPr>
                <a:r>
                  <a:rPr lang="en-GB" sz="2400" noProof="0" dirty="0"/>
                  <a:t> Classification in the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i="0" noProof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GB" sz="2400" i="1" noProof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GB" sz="2400" i="1" noProof="0" dirty="0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GB" sz="2400" i="1" noProof="0" dirty="0" smtClean="0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e>
                              <m:sub>
                                <m:r>
                                  <a:rPr lang="en-GB" sz="2400" i="1" noProof="0" dirty="0" smtClean="0">
                                    <a:latin typeface="Cambria Math" panose="02040503050406030204" pitchFamily="18" charset="0"/>
                                  </a:rPr>
                                  <m:t>90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GB" sz="2400" i="1" noProof="0" dirty="0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GB" sz="2400" i="1" noProof="0" dirty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GB" sz="2400" i="0" noProof="0" dirty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d>
                          <m:dPr>
                            <m:ctrlPr>
                              <a:rPr lang="en-GB" sz="2400" i="1" noProof="0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sz="2400" i="1" noProof="0" dirty="0" smtClean="0">
                                <a:latin typeface="Cambria Math" panose="02040503050406030204" pitchFamily="18" charset="0"/>
                              </a:rPr>
                              <m:t>𝐻𝑅</m:t>
                            </m:r>
                          </m:e>
                        </m:d>
                      </m:e>
                    </m:func>
                  </m:oMath>
                </a14:m>
                <a:r>
                  <a:rPr lang="en-GB" sz="2400" noProof="0" dirty="0"/>
                  <a:t> plane</a:t>
                </a:r>
              </a:p>
            </p:txBody>
          </p:sp>
        </mc:Choice>
        <mc:Fallback>
          <p:sp>
            <p:nvSpPr>
              <p:cNvPr id="5" name="Segnaposto contenuto 4">
                <a:extLst>
                  <a:ext uri="{FF2B5EF4-FFF2-40B4-BE49-F238E27FC236}">
                    <a16:creationId xmlns:a16="http://schemas.microsoft.com/office/drawing/2014/main" id="{8D3D01E5-0746-01AC-6919-1BB1484336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3" t="-1488"/>
                </a:stretch>
              </a:blipFill>
            </p:spPr>
            <p:txBody>
              <a:bodyPr/>
              <a:lstStyle/>
              <a:p>
                <a:r>
                  <a:rPr lang="it-IT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9311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2DF931F-0CE4-A645-A0BF-7F3424E1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ella 3">
                <a:extLst>
                  <a:ext uri="{FF2B5EF4-FFF2-40B4-BE49-F238E27FC236}">
                    <a16:creationId xmlns:a16="http://schemas.microsoft.com/office/drawing/2014/main" id="{AE0AB884-D705-0F16-784C-E77C80F014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1910576"/>
                  </p:ext>
                </p:extLst>
              </p:nvPr>
            </p:nvGraphicFramePr>
            <p:xfrm>
              <a:off x="1918984" y="2687320"/>
              <a:ext cx="8128000" cy="11185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50006653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8198553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01137617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30529826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182327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b="1" i="1" noProof="0" smtClean="0">
                                    <a:latin typeface="Cambria Math" panose="02040503050406030204" pitchFamily="18" charset="0"/>
                                  </a:rPr>
                                  <m:t>𝒘</m:t>
                                </m:r>
                              </m:oMath>
                            </m:oMathPara>
                          </a14:m>
                          <a:endParaRPr lang="en-GB" b="1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b="1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l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  <m:t>𝟏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b="1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  <m:t>𝝁</m:t>
                                    </m:r>
                                  </m:e>
                                  <m:sub>
                                    <m: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b="1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  <m:t>𝝈</m:t>
                                    </m:r>
                                  </m:e>
                                  <m:sub>
                                    <m:r>
                                      <a:rPr lang="en-GB" b="1" i="1" noProof="0" smtClean="0">
                                        <a:latin typeface="Cambria Math" panose="02040503050406030204" pitchFamily="18" charset="0"/>
                                      </a:rPr>
                                      <m:t>𝟐</m:t>
                                    </m:r>
                                  </m:sub>
                                </m:sSub>
                              </m:oMath>
                            </m:oMathPara>
                          </a14:m>
                          <a:endParaRPr lang="en-GB" b="1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35488845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0.326</m:t>
                                    </m:r>
                                  </m:e>
                                  <m:sub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−0.020</m:t>
                                    </m:r>
                                  </m:sub>
                                  <m:sup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+0.024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i="1" noProof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Sup>
                                  <m:sSubSup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0.18</m:t>
                                    </m:r>
                                  </m:e>
                                  <m:sub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−0.14</m:t>
                                    </m:r>
                                  </m:sub>
                                  <m:sup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+0.15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1.48</m:t>
                                    </m:r>
                                  </m:e>
                                  <m:sub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−0.10</m:t>
                                    </m:r>
                                  </m:sub>
                                  <m:sup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+0.12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3.56</m:t>
                                    </m:r>
                                  </m:e>
                                  <m:sub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−0.050</m:t>
                                    </m:r>
                                  </m:sub>
                                  <m:sup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+0.048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Sup>
                                  <m:sSubSupPr>
                                    <m:ctrlP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SupPr>
                                  <m:e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0.982</m:t>
                                    </m:r>
                                  </m:e>
                                  <m:sub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−0.033</m:t>
                                    </m:r>
                                  </m:sub>
                                  <m:sup>
                                    <m:r>
                                      <a:rPr lang="en-GB" i="1" noProof="0" smtClean="0">
                                        <a:latin typeface="Cambria Math" panose="02040503050406030204" pitchFamily="18" charset="0"/>
                                      </a:rPr>
                                      <m:t>+0.035</m:t>
                                    </m:r>
                                  </m:sup>
                                </m:sSubSup>
                              </m:oMath>
                            </m:oMathPara>
                          </a14:m>
                          <a:endParaRPr lang="en-GB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3206769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2315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ella 3">
                <a:extLst>
                  <a:ext uri="{FF2B5EF4-FFF2-40B4-BE49-F238E27FC236}">
                    <a16:creationId xmlns:a16="http://schemas.microsoft.com/office/drawing/2014/main" id="{AE0AB884-D705-0F16-784C-E77C80F014EF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81910576"/>
                  </p:ext>
                </p:extLst>
              </p:nvPr>
            </p:nvGraphicFramePr>
            <p:xfrm>
              <a:off x="1918984" y="2687320"/>
              <a:ext cx="8128000" cy="111855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50006653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819855302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011376178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30529826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18232767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375" t="-1639" r="-401498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1639" r="-301498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200375" t="-1639" r="-201498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300375" t="-1639" r="-101498" b="-20655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400375" t="-1639" r="-1498" b="-20655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35488845"/>
                      </a:ext>
                    </a:extLst>
                  </a:tr>
                  <a:tr h="376873"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375" t="-98413" r="-40149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98413" r="-30149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200375" t="-98413" r="-20149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300375" t="-98413" r="-101498" b="-100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it-IT"/>
                        </a:p>
                      </a:txBody>
                      <a:tcPr>
                        <a:blipFill>
                          <a:blip r:embed="rId2"/>
                          <a:stretch>
                            <a:fillRect l="-400375" t="-98413" r="-1498" b="-100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20676961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noProof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GB" noProof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41231534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246216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4B57A-6293-2976-B48B-555FE2F44D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B18B03-F308-DD92-1281-8B17984DC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Conclusioni</a:t>
            </a:r>
            <a:endParaRPr lang="en-GB" noProof="0" dirty="0"/>
          </a:p>
        </p:txBody>
      </p:sp>
      <p:sp>
        <p:nvSpPr>
          <p:cNvPr id="4" name="Segnaposto contenuto 4">
            <a:extLst>
              <a:ext uri="{FF2B5EF4-FFF2-40B4-BE49-F238E27FC236}">
                <a16:creationId xmlns:a16="http://schemas.microsoft.com/office/drawing/2014/main" id="{F9B62D35-990E-4023-5A62-EB1014B42B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46" y="1714500"/>
            <a:ext cx="9625203" cy="4502149"/>
          </a:xfrm>
        </p:spPr>
        <p:txBody>
          <a:bodyPr>
            <a:normAutofit/>
          </a:bodyPr>
          <a:lstStyle/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GB" sz="2400" noProof="0" dirty="0"/>
              <a:t> Le </a:t>
            </a:r>
            <a:r>
              <a:rPr lang="en-GB" sz="2400" noProof="0" dirty="0" err="1"/>
              <a:t>onde</a:t>
            </a:r>
            <a:r>
              <a:rPr lang="en-GB" sz="2400" noProof="0" dirty="0"/>
              <a:t> di Alfvén con </a:t>
            </a:r>
            <a:r>
              <a:rPr lang="en-GB" sz="2400" noProof="0" dirty="0" err="1"/>
              <a:t>conduttività</a:t>
            </a:r>
            <a:r>
              <a:rPr lang="en-GB" sz="2400" noProof="0" dirty="0"/>
              <a:t> </a:t>
            </a:r>
            <a:r>
              <a:rPr lang="en-GB" sz="2400" noProof="0" dirty="0" err="1"/>
              <a:t>finita</a:t>
            </a:r>
            <a:r>
              <a:rPr lang="en-GB" sz="2400" noProof="0" dirty="0"/>
              <a:t> </a:t>
            </a:r>
            <a:r>
              <a:rPr lang="en-GB" sz="2400" noProof="0" dirty="0" err="1"/>
              <a:t>vengono</a:t>
            </a:r>
            <a:r>
              <a:rPr lang="en-GB" sz="2400" noProof="0" dirty="0"/>
              <a:t> </a:t>
            </a:r>
            <a:r>
              <a:rPr lang="en-GB" sz="2400" noProof="0" dirty="0" err="1"/>
              <a:t>smorzate</a:t>
            </a:r>
            <a:endParaRPr lang="en-GB" sz="2400" noProof="0" dirty="0"/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GB" sz="2400" noProof="0" dirty="0"/>
              <a:t> Il Sole ha </a:t>
            </a:r>
            <a:r>
              <a:rPr lang="en-GB" sz="2400" noProof="0" dirty="0" err="1"/>
              <a:t>diversi</a:t>
            </a:r>
            <a:r>
              <a:rPr lang="en-GB" sz="2400" noProof="0" dirty="0"/>
              <a:t> </a:t>
            </a:r>
            <a:r>
              <a:rPr lang="en-GB" sz="2400" noProof="0" dirty="0" err="1"/>
              <a:t>modi</a:t>
            </a:r>
            <a:r>
              <a:rPr lang="en-GB" sz="2400" noProof="0" dirty="0"/>
              <a:t> di </a:t>
            </a:r>
            <a:r>
              <a:rPr lang="en-GB" sz="2400" noProof="0" dirty="0" err="1"/>
              <a:t>generare</a:t>
            </a:r>
            <a:r>
              <a:rPr lang="en-GB" sz="2400" noProof="0" dirty="0"/>
              <a:t> </a:t>
            </a:r>
            <a:r>
              <a:rPr lang="en-GB" sz="2400" noProof="0" dirty="0" err="1"/>
              <a:t>onde</a:t>
            </a:r>
            <a:r>
              <a:rPr lang="en-GB" sz="2400" noProof="0" dirty="0"/>
              <a:t> magneto-</a:t>
            </a:r>
            <a:r>
              <a:rPr lang="en-GB" sz="2400" noProof="0" dirty="0" err="1"/>
              <a:t>idrodinamiche</a:t>
            </a:r>
            <a:endParaRPr lang="en-GB" sz="2400" noProof="0" dirty="0"/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GB" sz="2400" noProof="0" dirty="0"/>
              <a:t> Le </a:t>
            </a:r>
            <a:r>
              <a:rPr lang="en-GB" sz="2400" noProof="0" dirty="0" err="1"/>
              <a:t>perturbazioni</a:t>
            </a:r>
            <a:r>
              <a:rPr lang="en-GB" sz="2400" noProof="0" dirty="0"/>
              <a:t> </a:t>
            </a:r>
            <a:r>
              <a:rPr lang="en-GB" sz="2400" noProof="0" dirty="0" err="1"/>
              <a:t>della</a:t>
            </a:r>
            <a:r>
              <a:rPr lang="en-GB" sz="2400" noProof="0" dirty="0"/>
              <a:t> </a:t>
            </a:r>
            <a:r>
              <a:rPr lang="en-GB" sz="2400" noProof="0" dirty="0" err="1"/>
              <a:t>fotosfera</a:t>
            </a:r>
            <a:r>
              <a:rPr lang="en-GB" sz="2400" noProof="0" dirty="0"/>
              <a:t> </a:t>
            </a:r>
            <a:r>
              <a:rPr lang="en-GB" sz="2400" noProof="0" dirty="0" err="1"/>
              <a:t>viste</a:t>
            </a:r>
            <a:r>
              <a:rPr lang="en-GB" sz="2400" noProof="0" dirty="0"/>
              <a:t> come </a:t>
            </a:r>
            <a:r>
              <a:rPr lang="en-GB" sz="2400" noProof="0" dirty="0" err="1"/>
              <a:t>granulazione</a:t>
            </a:r>
            <a:r>
              <a:rPr lang="en-GB" sz="2400" noProof="0" dirty="0"/>
              <a:t> </a:t>
            </a:r>
            <a:r>
              <a:rPr lang="en-GB" sz="2400" noProof="0" dirty="0" err="1"/>
              <a:t>danno</a:t>
            </a:r>
            <a:r>
              <a:rPr lang="en-GB" sz="2400" noProof="0" dirty="0"/>
              <a:t> </a:t>
            </a:r>
            <a:r>
              <a:rPr lang="en-GB" sz="2400" noProof="0" dirty="0" err="1"/>
              <a:t>onde</a:t>
            </a:r>
            <a:r>
              <a:rPr lang="en-GB" sz="2400" noProof="0" dirty="0"/>
              <a:t> magneto-</a:t>
            </a:r>
            <a:r>
              <a:rPr lang="en-GB" sz="2400" noProof="0" dirty="0" err="1"/>
              <a:t>idrodinamiche</a:t>
            </a:r>
            <a:endParaRPr lang="en-GB" sz="2400" noProof="0" dirty="0"/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GB" sz="2400" noProof="0" dirty="0"/>
              <a:t> </a:t>
            </a:r>
            <a:r>
              <a:rPr lang="en-GB" sz="2400" noProof="0" dirty="0" err="1"/>
              <a:t>Vengono</a:t>
            </a:r>
            <a:r>
              <a:rPr lang="en-GB" sz="2400" noProof="0" dirty="0"/>
              <a:t> </a:t>
            </a:r>
            <a:r>
              <a:rPr lang="en-GB" sz="2400" noProof="0" dirty="0" err="1"/>
              <a:t>più</a:t>
            </a:r>
            <a:r>
              <a:rPr lang="en-GB" sz="2400" noProof="0" dirty="0"/>
              <a:t> </a:t>
            </a:r>
            <a:r>
              <a:rPr lang="en-GB" sz="2400" noProof="0" dirty="0" err="1"/>
              <a:t>facilmente</a:t>
            </a:r>
            <a:r>
              <a:rPr lang="en-GB" sz="2400" noProof="0" dirty="0"/>
              <a:t> </a:t>
            </a:r>
            <a:r>
              <a:rPr lang="en-GB" sz="2400" noProof="0" dirty="0" err="1"/>
              <a:t>assorbite</a:t>
            </a:r>
            <a:r>
              <a:rPr lang="en-GB" sz="2400" noProof="0" dirty="0"/>
              <a:t> </a:t>
            </a:r>
            <a:r>
              <a:rPr lang="en-GB" sz="2400" noProof="0" dirty="0" err="1"/>
              <a:t>nella</a:t>
            </a:r>
            <a:r>
              <a:rPr lang="en-GB" sz="2400" noProof="0" dirty="0"/>
              <a:t> corona </a:t>
            </a:r>
            <a:r>
              <a:rPr lang="en-GB" sz="2400" noProof="0" dirty="0" err="1"/>
              <a:t>solare</a:t>
            </a:r>
            <a:endParaRPr lang="en-GB" sz="2400" noProof="0" dirty="0"/>
          </a:p>
          <a:p>
            <a:pPr>
              <a:buSzPct val="90000"/>
              <a:buFont typeface="Wingdings" panose="05000000000000000000" pitchFamily="2" charset="2"/>
              <a:buChar char="Ø"/>
            </a:pPr>
            <a:r>
              <a:rPr lang="en-GB" sz="2400" noProof="0" dirty="0"/>
              <a:t> </a:t>
            </a:r>
            <a:r>
              <a:rPr lang="en-GB" sz="2400" noProof="0" dirty="0" err="1"/>
              <a:t>Possibile</a:t>
            </a:r>
            <a:r>
              <a:rPr lang="en-GB" sz="2400" noProof="0" dirty="0"/>
              <a:t> </a:t>
            </a:r>
            <a:r>
              <a:rPr lang="en-GB" sz="2400" noProof="0" dirty="0" err="1"/>
              <a:t>spiegazione</a:t>
            </a:r>
            <a:r>
              <a:rPr lang="en-GB" sz="2400" noProof="0" dirty="0"/>
              <a:t> </a:t>
            </a:r>
            <a:r>
              <a:rPr lang="en-GB" sz="2400" noProof="0" dirty="0" err="1"/>
              <a:t>della</a:t>
            </a:r>
            <a:r>
              <a:rPr lang="en-GB" sz="2400" noProof="0" dirty="0"/>
              <a:t> </a:t>
            </a:r>
            <a:r>
              <a:rPr lang="en-GB" sz="2400" noProof="0" dirty="0" err="1"/>
              <a:t>maggiore</a:t>
            </a:r>
            <a:r>
              <a:rPr lang="en-GB" sz="2400" noProof="0" dirty="0"/>
              <a:t> </a:t>
            </a:r>
            <a:r>
              <a:rPr lang="en-GB" sz="2400" noProof="0" dirty="0" err="1"/>
              <a:t>temperatura</a:t>
            </a:r>
            <a:r>
              <a:rPr lang="en-GB" sz="2400" noProof="0" dirty="0"/>
              <a:t> </a:t>
            </a:r>
            <a:r>
              <a:rPr lang="en-GB" sz="2400" noProof="0" dirty="0" err="1"/>
              <a:t>della</a:t>
            </a:r>
            <a:r>
              <a:rPr lang="en-GB" sz="2400" noProof="0" dirty="0"/>
              <a:t> corona</a:t>
            </a:r>
          </a:p>
        </p:txBody>
      </p:sp>
    </p:spTree>
    <p:extLst>
      <p:ext uri="{BB962C8B-B14F-4D97-AF65-F5344CB8AC3E}">
        <p14:creationId xmlns:p14="http://schemas.microsoft.com/office/powerpoint/2010/main" val="9761202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FD0BC4E-0507-38A8-8010-BD9A0EBB1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 err="1"/>
              <a:t>Bibliografia</a:t>
            </a:r>
            <a:endParaRPr lang="en-GB" noProof="0" dirty="0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7BAC323B-B885-CD5A-7BAD-38DB1BA09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2746" y="1417833"/>
            <a:ext cx="9826620" cy="530146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000" noProof="0" dirty="0" err="1">
                <a:solidFill>
                  <a:schemeClr val="tx1">
                    <a:lumMod val="95000"/>
                  </a:schemeClr>
                </a:solidFill>
              </a:rPr>
              <a:t>Questo</a:t>
            </a:r>
            <a:r>
              <a:rPr lang="en-GB" sz="2000" noProof="0" dirty="0">
                <a:solidFill>
                  <a:schemeClr val="tx1">
                    <a:lumMod val="95000"/>
                  </a:schemeClr>
                </a:solidFill>
              </a:rPr>
              <a:t> </a:t>
            </a:r>
            <a:r>
              <a:rPr lang="en-GB" sz="2000" noProof="0" dirty="0" err="1">
                <a:solidFill>
                  <a:schemeClr val="tx1">
                    <a:lumMod val="95000"/>
                  </a:schemeClr>
                </a:solidFill>
              </a:rPr>
              <a:t>articolo</a:t>
            </a:r>
            <a:r>
              <a:rPr lang="en-GB" sz="2000" noProof="0" dirty="0">
                <a:solidFill>
                  <a:schemeClr val="tx1">
                    <a:lumMod val="95000"/>
                  </a:schemeClr>
                </a:solidFill>
              </a:rPr>
              <a:t>: </a:t>
            </a:r>
            <a:r>
              <a:rPr lang="en-GB" sz="2000" noProof="0" dirty="0"/>
              <a:t>H. Alfvén, Magneto hydrodynamic waves, and the heating of the solar corona, Monthly Notices of the Royal Astronomical Society </a:t>
            </a:r>
            <a:r>
              <a:rPr lang="en-GB" sz="2000" b="1" noProof="0" dirty="0"/>
              <a:t>107</a:t>
            </a:r>
            <a:r>
              <a:rPr lang="en-GB" sz="2000" noProof="0" dirty="0"/>
              <a:t>, 211 (1947).</a:t>
            </a:r>
          </a:p>
          <a:p>
            <a:pPr marL="0" indent="0">
              <a:buNone/>
            </a:pPr>
            <a:endParaRPr lang="en-GB" sz="2000" noProof="0" dirty="0"/>
          </a:p>
          <a:p>
            <a:pPr marL="0" indent="0">
              <a:buNone/>
            </a:pPr>
            <a:r>
              <a:rPr lang="en-GB" sz="2000" noProof="0" dirty="0"/>
              <a:t>[1]: H. Alfven, On the existence of electromagnetic-hydro· dynamic waves., Ark. Mat. </a:t>
            </a:r>
            <a:r>
              <a:rPr lang="en-GB" sz="2000" noProof="0" dirty="0" err="1"/>
              <a:t>Astr</a:t>
            </a:r>
            <a:r>
              <a:rPr lang="en-GB" sz="2000" noProof="0" dirty="0"/>
              <a:t>. Fys.t </a:t>
            </a:r>
            <a:r>
              <a:rPr lang="en-GB" sz="2000" b="1" noProof="0" dirty="0"/>
              <a:t>29B</a:t>
            </a:r>
            <a:r>
              <a:rPr lang="en-GB" sz="2000" noProof="0" dirty="0"/>
              <a:t>, (1942). </a:t>
            </a:r>
          </a:p>
          <a:p>
            <a:pPr marL="0" indent="0">
              <a:buNone/>
            </a:pPr>
            <a:endParaRPr lang="en-GB" sz="2000" noProof="0" dirty="0"/>
          </a:p>
          <a:p>
            <a:pPr marL="0" indent="0">
              <a:buNone/>
            </a:pPr>
            <a:r>
              <a:rPr lang="en-GB" sz="2000" noProof="0" dirty="0"/>
              <a:t>[2]: T. G. Cowling, The electrical conductivity of an ionized gas in a magnetic field, with applications to the solar atmosphere and the ionosphere, Proc. A </a:t>
            </a:r>
            <a:r>
              <a:rPr lang="en-GB" sz="2000" b="1" noProof="0" dirty="0"/>
              <a:t>183</a:t>
            </a:r>
            <a:r>
              <a:rPr lang="en-GB" sz="2000" noProof="0" dirty="0"/>
              <a:t>, 453 (1945).</a:t>
            </a:r>
          </a:p>
          <a:p>
            <a:pPr marL="0" indent="0">
              <a:buNone/>
            </a:pPr>
            <a:endParaRPr lang="en-GB" sz="2000" noProof="0" dirty="0"/>
          </a:p>
        </p:txBody>
      </p:sp>
    </p:spTree>
    <p:extLst>
      <p:ext uri="{BB962C8B-B14F-4D97-AF65-F5344CB8AC3E}">
        <p14:creationId xmlns:p14="http://schemas.microsoft.com/office/powerpoint/2010/main" val="2326524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39A5647-C4A9-AA24-0F75-5527236F7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0722" y="2164611"/>
            <a:ext cx="8070556" cy="2528778"/>
          </a:xfrm>
        </p:spPr>
        <p:txBody>
          <a:bodyPr anchor="ctr">
            <a:normAutofit/>
          </a:bodyPr>
          <a:lstStyle/>
          <a:p>
            <a:pPr algn="ctr"/>
            <a:r>
              <a:rPr lang="en-GB" sz="6000" noProof="0" dirty="0"/>
              <a:t>Grazie per </a:t>
            </a:r>
            <a:r>
              <a:rPr lang="en-GB" sz="6000" noProof="0" dirty="0" err="1"/>
              <a:t>l’attenzione</a:t>
            </a:r>
            <a:endParaRPr lang="en-GB" sz="6000" noProof="0" dirty="0"/>
          </a:p>
        </p:txBody>
      </p:sp>
    </p:spTree>
    <p:extLst>
      <p:ext uri="{BB962C8B-B14F-4D97-AF65-F5344CB8AC3E}">
        <p14:creationId xmlns:p14="http://schemas.microsoft.com/office/powerpoint/2010/main" val="1653933529"/>
      </p:ext>
    </p:extLst>
  </p:cSld>
  <p:clrMapOvr>
    <a:masterClrMapping/>
  </p:clrMapOvr>
</p:sld>
</file>

<file path=ppt/theme/theme1.xml><?xml version="1.0" encoding="utf-8"?>
<a:theme xmlns:a="http://schemas.openxmlformats.org/drawingml/2006/main" name="Vista">
  <a:themeElements>
    <a:clrScheme name="Blu caldo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Vista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sta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6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2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>
    <a:lnDef>
      <a:spPr>
        <a:ln w="1905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ew" id="{BA0EB5A6-F2D4-4F82-977B-64ADEE4A2A69}" vid="{3969A8A2-35DB-4E3B-8885-16FD2056867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6743</TotalTime>
  <Words>212</Words>
  <Application>Microsoft Office PowerPoint</Application>
  <PresentationFormat>Widescreen</PresentationFormat>
  <Paragraphs>35</Paragraphs>
  <Slides>6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6</vt:i4>
      </vt:variant>
    </vt:vector>
  </HeadingPairs>
  <TitlesOfParts>
    <vt:vector size="13" baseType="lpstr">
      <vt:lpstr>Arial</vt:lpstr>
      <vt:lpstr>Calibri</vt:lpstr>
      <vt:lpstr>Cambria Math</vt:lpstr>
      <vt:lpstr>Century Schoolbook</vt:lpstr>
      <vt:lpstr>Wingdings</vt:lpstr>
      <vt:lpstr>Wingdings 2</vt:lpstr>
      <vt:lpstr>Vista</vt:lpstr>
      <vt:lpstr>Gamma-ray burst classification</vt:lpstr>
      <vt:lpstr>Index</vt:lpstr>
      <vt:lpstr>Presentazione standard di PowerPoint</vt:lpstr>
      <vt:lpstr>Conclusioni</vt:lpstr>
      <vt:lpstr>Bibliografia</vt:lpstr>
      <vt:lpstr>Grazie per l’attenzione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Marcone</dc:creator>
  <cp:lastModifiedBy>Andrea Marcone</cp:lastModifiedBy>
  <cp:revision>49</cp:revision>
  <dcterms:created xsi:type="dcterms:W3CDTF">2025-03-06T14:22:57Z</dcterms:created>
  <dcterms:modified xsi:type="dcterms:W3CDTF">2026-03-19T14:37:34Z</dcterms:modified>
</cp:coreProperties>
</file>