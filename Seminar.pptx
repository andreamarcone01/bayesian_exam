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22"/>
  </p:notesMasterIdLst>
  <p:sldIdLst>
    <p:sldId id="276" r:id="rId2"/>
    <p:sldId id="267" r:id="rId3"/>
    <p:sldId id="329" r:id="rId4"/>
    <p:sldId id="330" r:id="rId5"/>
    <p:sldId id="331" r:id="rId6"/>
    <p:sldId id="332" r:id="rId7"/>
    <p:sldId id="333" r:id="rId8"/>
    <p:sldId id="334" r:id="rId9"/>
    <p:sldId id="335" r:id="rId10"/>
    <p:sldId id="341" r:id="rId11"/>
    <p:sldId id="342" r:id="rId12"/>
    <p:sldId id="336" r:id="rId13"/>
    <p:sldId id="337" r:id="rId14"/>
    <p:sldId id="338" r:id="rId15"/>
    <p:sldId id="328" r:id="rId16"/>
    <p:sldId id="339" r:id="rId17"/>
    <p:sldId id="340" r:id="rId18"/>
    <p:sldId id="327" r:id="rId19"/>
    <p:sldId id="289" r:id="rId20"/>
    <p:sldId id="290"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a Marcone" initials="AM" lastIdx="6" clrIdx="0">
    <p:extLst>
      <p:ext uri="{19B8F6BF-5375-455C-9EA6-DF929625EA0E}">
        <p15:presenceInfo xmlns:p15="http://schemas.microsoft.com/office/powerpoint/2012/main" userId="S::a.marcone2@studenti.unipi.it::650bfec5-dc8c-42e5-9303-c35eba02494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B5B81"/>
    <a:srgbClr val="53465A"/>
    <a:srgbClr val="22229F"/>
    <a:srgbClr val="2CDB2B"/>
    <a:srgbClr val="BF1F1E"/>
    <a:srgbClr val="8BD677"/>
    <a:srgbClr val="5D88BB"/>
    <a:srgbClr val="AA5050"/>
    <a:srgbClr val="FF9999"/>
    <a:srgbClr val="FF50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25" autoAdjust="0"/>
    <p:restoredTop sz="94660"/>
  </p:normalViewPr>
  <p:slideViewPr>
    <p:cSldViewPr snapToGrid="0">
      <p:cViewPr varScale="1">
        <p:scale>
          <a:sx n="62" d="100"/>
          <a:sy n="62" d="100"/>
        </p:scale>
        <p:origin x="84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Marcone" userId="650bfec5-dc8c-42e5-9303-c35eba02494d" providerId="ADAL" clId="{4CAABB25-AA6C-491B-BD71-ABCDB01E741B}"/>
    <pc:docChg chg="undo custSel addSld delSld modSld sldOrd modMainMaster">
      <pc:chgData name="Andrea Marcone" userId="650bfec5-dc8c-42e5-9303-c35eba02494d" providerId="ADAL" clId="{4CAABB25-AA6C-491B-BD71-ABCDB01E741B}" dt="2026-02-05T17:14:51.418" v="32277"/>
      <pc:docMkLst>
        <pc:docMk/>
      </pc:docMkLst>
      <pc:sldChg chg="del">
        <pc:chgData name="Andrea Marcone" userId="650bfec5-dc8c-42e5-9303-c35eba02494d" providerId="ADAL" clId="{4CAABB25-AA6C-491B-BD71-ABCDB01E741B}" dt="2025-10-21T09:55:02.553" v="0" actId="47"/>
        <pc:sldMkLst>
          <pc:docMk/>
          <pc:sldMk cId="3258127775" sldId="258"/>
        </pc:sldMkLst>
      </pc:sldChg>
      <pc:sldChg chg="del">
        <pc:chgData name="Andrea Marcone" userId="650bfec5-dc8c-42e5-9303-c35eba02494d" providerId="ADAL" clId="{4CAABB25-AA6C-491B-BD71-ABCDB01E741B}" dt="2025-10-21T09:55:03.146" v="1" actId="47"/>
        <pc:sldMkLst>
          <pc:docMk/>
          <pc:sldMk cId="3550625307" sldId="266"/>
        </pc:sldMkLst>
      </pc:sldChg>
      <pc:sldChg chg="addSp delSp modSp mod modTransition">
        <pc:chgData name="Andrea Marcone" userId="650bfec5-dc8c-42e5-9303-c35eba02494d" providerId="ADAL" clId="{4CAABB25-AA6C-491B-BD71-ABCDB01E741B}" dt="2026-01-16T15:31:14.362" v="30577" actId="20577"/>
        <pc:sldMkLst>
          <pc:docMk/>
          <pc:sldMk cId="619311590" sldId="267"/>
        </pc:sldMkLst>
        <pc:spChg chg="add mod">
          <ac:chgData name="Andrea Marcone" userId="650bfec5-dc8c-42e5-9303-c35eba02494d" providerId="ADAL" clId="{4CAABB25-AA6C-491B-BD71-ABCDB01E741B}" dt="2026-01-16T15:31:14.362" v="30577" actId="20577"/>
          <ac:spMkLst>
            <pc:docMk/>
            <pc:sldMk cId="619311590" sldId="267"/>
            <ac:spMk id="5" creationId="{8D3D01E5-0746-01AC-6919-1BB1484336D3}"/>
          </ac:spMkLst>
        </pc:spChg>
      </pc:sldChg>
      <pc:sldChg chg="del">
        <pc:chgData name="Andrea Marcone" userId="650bfec5-dc8c-42e5-9303-c35eba02494d" providerId="ADAL" clId="{4CAABB25-AA6C-491B-BD71-ABCDB01E741B}" dt="2025-10-21T09:55:03.838" v="2" actId="47"/>
        <pc:sldMkLst>
          <pc:docMk/>
          <pc:sldMk cId="2437134295" sldId="269"/>
        </pc:sldMkLst>
      </pc:sldChg>
      <pc:sldChg chg="del">
        <pc:chgData name="Andrea Marcone" userId="650bfec5-dc8c-42e5-9303-c35eba02494d" providerId="ADAL" clId="{4CAABB25-AA6C-491B-BD71-ABCDB01E741B}" dt="2025-10-21T09:55:04.412" v="3" actId="47"/>
        <pc:sldMkLst>
          <pc:docMk/>
          <pc:sldMk cId="2509059891" sldId="270"/>
        </pc:sldMkLst>
      </pc:sldChg>
      <pc:sldChg chg="del">
        <pc:chgData name="Andrea Marcone" userId="650bfec5-dc8c-42e5-9303-c35eba02494d" providerId="ADAL" clId="{4CAABB25-AA6C-491B-BD71-ABCDB01E741B}" dt="2025-10-21T09:55:05.643" v="5" actId="47"/>
        <pc:sldMkLst>
          <pc:docMk/>
          <pc:sldMk cId="3287263708" sldId="271"/>
        </pc:sldMkLst>
      </pc:sldChg>
      <pc:sldChg chg="del">
        <pc:chgData name="Andrea Marcone" userId="650bfec5-dc8c-42e5-9303-c35eba02494d" providerId="ADAL" clId="{4CAABB25-AA6C-491B-BD71-ABCDB01E741B}" dt="2025-10-21T09:55:06.300" v="6" actId="47"/>
        <pc:sldMkLst>
          <pc:docMk/>
          <pc:sldMk cId="2324482013" sldId="272"/>
        </pc:sldMkLst>
      </pc:sldChg>
      <pc:sldChg chg="del">
        <pc:chgData name="Andrea Marcone" userId="650bfec5-dc8c-42e5-9303-c35eba02494d" providerId="ADAL" clId="{4CAABB25-AA6C-491B-BD71-ABCDB01E741B}" dt="2025-10-21T09:55:06.901" v="7" actId="47"/>
        <pc:sldMkLst>
          <pc:docMk/>
          <pc:sldMk cId="2608880731" sldId="273"/>
        </pc:sldMkLst>
      </pc:sldChg>
      <pc:sldChg chg="del">
        <pc:chgData name="Andrea Marcone" userId="650bfec5-dc8c-42e5-9303-c35eba02494d" providerId="ADAL" clId="{4CAABB25-AA6C-491B-BD71-ABCDB01E741B}" dt="2025-10-21T09:55:07.474" v="8" actId="47"/>
        <pc:sldMkLst>
          <pc:docMk/>
          <pc:sldMk cId="3773226955" sldId="274"/>
        </pc:sldMkLst>
      </pc:sldChg>
      <pc:sldChg chg="del">
        <pc:chgData name="Andrea Marcone" userId="650bfec5-dc8c-42e5-9303-c35eba02494d" providerId="ADAL" clId="{4CAABB25-AA6C-491B-BD71-ABCDB01E741B}" dt="2025-10-21T09:55:07.993" v="9" actId="47"/>
        <pc:sldMkLst>
          <pc:docMk/>
          <pc:sldMk cId="3681524868" sldId="275"/>
        </pc:sldMkLst>
      </pc:sldChg>
      <pc:sldChg chg="modSp mod modTransition">
        <pc:chgData name="Andrea Marcone" userId="650bfec5-dc8c-42e5-9303-c35eba02494d" providerId="ADAL" clId="{4CAABB25-AA6C-491B-BD71-ABCDB01E741B}" dt="2026-01-23T17:07:48.783" v="31817" actId="6549"/>
        <pc:sldMkLst>
          <pc:docMk/>
          <pc:sldMk cId="3107986695" sldId="276"/>
        </pc:sldMkLst>
        <pc:spChg chg="mod">
          <ac:chgData name="Andrea Marcone" userId="650bfec5-dc8c-42e5-9303-c35eba02494d" providerId="ADAL" clId="{4CAABB25-AA6C-491B-BD71-ABCDB01E741B}" dt="2026-01-13T17:19:07.372" v="24125" actId="20577"/>
          <ac:spMkLst>
            <pc:docMk/>
            <pc:sldMk cId="3107986695" sldId="276"/>
            <ac:spMk id="2" creationId="{7AB874EF-619D-2C34-0013-46873B3EAC81}"/>
          </ac:spMkLst>
        </pc:spChg>
        <pc:spChg chg="mod">
          <ac:chgData name="Andrea Marcone" userId="650bfec5-dc8c-42e5-9303-c35eba02494d" providerId="ADAL" clId="{4CAABB25-AA6C-491B-BD71-ABCDB01E741B}" dt="2026-01-23T17:07:48.783" v="31817" actId="6549"/>
          <ac:spMkLst>
            <pc:docMk/>
            <pc:sldMk cId="3107986695" sldId="276"/>
            <ac:spMk id="3" creationId="{9DAFED88-6635-CB19-69E5-B65243D7A9F5}"/>
          </ac:spMkLst>
        </pc:spChg>
      </pc:sldChg>
      <pc:sldChg chg="del">
        <pc:chgData name="Andrea Marcone" userId="650bfec5-dc8c-42e5-9303-c35eba02494d" providerId="ADAL" clId="{4CAABB25-AA6C-491B-BD71-ABCDB01E741B}" dt="2025-10-21T09:55:04.890" v="4" actId="47"/>
        <pc:sldMkLst>
          <pc:docMk/>
          <pc:sldMk cId="261557394" sldId="277"/>
        </pc:sldMkLst>
      </pc:sldChg>
      <pc:sldChg chg="del">
        <pc:chgData name="Andrea Marcone" userId="650bfec5-dc8c-42e5-9303-c35eba02494d" providerId="ADAL" clId="{4CAABB25-AA6C-491B-BD71-ABCDB01E741B}" dt="2025-10-21T09:55:08.341" v="10" actId="47"/>
        <pc:sldMkLst>
          <pc:docMk/>
          <pc:sldMk cId="3575379318" sldId="279"/>
        </pc:sldMkLst>
      </pc:sldChg>
      <pc:sldChg chg="del">
        <pc:chgData name="Andrea Marcone" userId="650bfec5-dc8c-42e5-9303-c35eba02494d" providerId="ADAL" clId="{4CAABB25-AA6C-491B-BD71-ABCDB01E741B}" dt="2025-10-21T09:55:09.009" v="11" actId="47"/>
        <pc:sldMkLst>
          <pc:docMk/>
          <pc:sldMk cId="3629094481" sldId="280"/>
        </pc:sldMkLst>
      </pc:sldChg>
      <pc:sldChg chg="del">
        <pc:chgData name="Andrea Marcone" userId="650bfec5-dc8c-42e5-9303-c35eba02494d" providerId="ADAL" clId="{4CAABB25-AA6C-491B-BD71-ABCDB01E741B}" dt="2025-10-21T09:55:09.517" v="12" actId="47"/>
        <pc:sldMkLst>
          <pc:docMk/>
          <pc:sldMk cId="3650618732" sldId="281"/>
        </pc:sldMkLst>
      </pc:sldChg>
      <pc:sldChg chg="del">
        <pc:chgData name="Andrea Marcone" userId="650bfec5-dc8c-42e5-9303-c35eba02494d" providerId="ADAL" clId="{4CAABB25-AA6C-491B-BD71-ABCDB01E741B}" dt="2025-10-21T09:55:10.075" v="13" actId="47"/>
        <pc:sldMkLst>
          <pc:docMk/>
          <pc:sldMk cId="1380714505" sldId="282"/>
        </pc:sldMkLst>
      </pc:sldChg>
      <pc:sldChg chg="del">
        <pc:chgData name="Andrea Marcone" userId="650bfec5-dc8c-42e5-9303-c35eba02494d" providerId="ADAL" clId="{4CAABB25-AA6C-491B-BD71-ABCDB01E741B}" dt="2025-10-21T09:55:10.871" v="14" actId="47"/>
        <pc:sldMkLst>
          <pc:docMk/>
          <pc:sldMk cId="357882112" sldId="283"/>
        </pc:sldMkLst>
      </pc:sldChg>
      <pc:sldChg chg="del">
        <pc:chgData name="Andrea Marcone" userId="650bfec5-dc8c-42e5-9303-c35eba02494d" providerId="ADAL" clId="{4CAABB25-AA6C-491B-BD71-ABCDB01E741B}" dt="2025-10-21T09:55:11.742" v="15" actId="47"/>
        <pc:sldMkLst>
          <pc:docMk/>
          <pc:sldMk cId="4193959984" sldId="284"/>
        </pc:sldMkLst>
      </pc:sldChg>
      <pc:sldChg chg="del">
        <pc:chgData name="Andrea Marcone" userId="650bfec5-dc8c-42e5-9303-c35eba02494d" providerId="ADAL" clId="{4CAABB25-AA6C-491B-BD71-ABCDB01E741B}" dt="2025-10-21T09:55:13.045" v="16" actId="47"/>
        <pc:sldMkLst>
          <pc:docMk/>
          <pc:sldMk cId="2427871525" sldId="285"/>
        </pc:sldMkLst>
      </pc:sldChg>
      <pc:sldChg chg="del">
        <pc:chgData name="Andrea Marcone" userId="650bfec5-dc8c-42e5-9303-c35eba02494d" providerId="ADAL" clId="{4CAABB25-AA6C-491B-BD71-ABCDB01E741B}" dt="2025-10-21T09:55:14.671" v="17" actId="47"/>
        <pc:sldMkLst>
          <pc:docMk/>
          <pc:sldMk cId="2199609017" sldId="286"/>
        </pc:sldMkLst>
      </pc:sldChg>
      <pc:sldChg chg="del">
        <pc:chgData name="Andrea Marcone" userId="650bfec5-dc8c-42e5-9303-c35eba02494d" providerId="ADAL" clId="{4CAABB25-AA6C-491B-BD71-ABCDB01E741B}" dt="2025-10-21T09:55:15.393" v="18" actId="47"/>
        <pc:sldMkLst>
          <pc:docMk/>
          <pc:sldMk cId="240784058" sldId="287"/>
        </pc:sldMkLst>
      </pc:sldChg>
      <pc:sldChg chg="modSp mod modTransition">
        <pc:chgData name="Andrea Marcone" userId="650bfec5-dc8c-42e5-9303-c35eba02494d" providerId="ADAL" clId="{4CAABB25-AA6C-491B-BD71-ABCDB01E741B}" dt="2026-01-29T14:51:33.630" v="31821" actId="313"/>
        <pc:sldMkLst>
          <pc:docMk/>
          <pc:sldMk cId="2326524602" sldId="289"/>
        </pc:sldMkLst>
        <pc:spChg chg="mod">
          <ac:chgData name="Andrea Marcone" userId="650bfec5-dc8c-42e5-9303-c35eba02494d" providerId="ADAL" clId="{4CAABB25-AA6C-491B-BD71-ABCDB01E741B}" dt="2026-01-29T14:51:33.630" v="31821" actId="313"/>
          <ac:spMkLst>
            <pc:docMk/>
            <pc:sldMk cId="2326524602" sldId="289"/>
            <ac:spMk id="3" creationId="{7BAC323B-B885-CD5A-7BAD-38DB1BA09399}"/>
          </ac:spMkLst>
        </pc:spChg>
      </pc:sldChg>
      <pc:sldChg chg="modTransition">
        <pc:chgData name="Andrea Marcone" userId="650bfec5-dc8c-42e5-9303-c35eba02494d" providerId="ADAL" clId="{4CAABB25-AA6C-491B-BD71-ABCDB01E741B}" dt="2025-11-11T11:09:19.505" v="23558"/>
        <pc:sldMkLst>
          <pc:docMk/>
          <pc:sldMk cId="1653933529" sldId="290"/>
        </pc:sldMkLst>
      </pc:sldChg>
      <pc:sldChg chg="addSp delSp modSp new del mod">
        <pc:chgData name="Andrea Marcone" userId="650bfec5-dc8c-42e5-9303-c35eba02494d" providerId="ADAL" clId="{4CAABB25-AA6C-491B-BD71-ABCDB01E741B}" dt="2025-10-27T15:09:09.231" v="1837" actId="47"/>
        <pc:sldMkLst>
          <pc:docMk/>
          <pc:sldMk cId="2057551691" sldId="291"/>
        </pc:sldMkLst>
      </pc:sldChg>
      <pc:sldChg chg="del">
        <pc:chgData name="Andrea Marcone" userId="650bfec5-dc8c-42e5-9303-c35eba02494d" providerId="ADAL" clId="{4CAABB25-AA6C-491B-BD71-ABCDB01E741B}" dt="2025-10-21T09:55:15.973" v="19" actId="47"/>
        <pc:sldMkLst>
          <pc:docMk/>
          <pc:sldMk cId="3607210029" sldId="291"/>
        </pc:sldMkLst>
      </pc:sldChg>
      <pc:sldChg chg="addSp delSp modSp new del mod modTransition">
        <pc:chgData name="Andrea Marcone" userId="650bfec5-dc8c-42e5-9303-c35eba02494d" providerId="ADAL" clId="{4CAABB25-AA6C-491B-BD71-ABCDB01E741B}" dt="2026-01-13T17:12:53.325" v="23831" actId="47"/>
        <pc:sldMkLst>
          <pc:docMk/>
          <pc:sldMk cId="1209397673" sldId="292"/>
        </pc:sldMkLst>
      </pc:sldChg>
      <pc:sldChg chg="del">
        <pc:chgData name="Andrea Marcone" userId="650bfec5-dc8c-42e5-9303-c35eba02494d" providerId="ADAL" clId="{4CAABB25-AA6C-491B-BD71-ABCDB01E741B}" dt="2025-10-21T09:55:16.991" v="20" actId="47"/>
        <pc:sldMkLst>
          <pc:docMk/>
          <pc:sldMk cId="2783553942" sldId="292"/>
        </pc:sldMkLst>
      </pc:sldChg>
      <pc:sldChg chg="addSp delSp modSp new del mod modTransition">
        <pc:chgData name="Andrea Marcone" userId="650bfec5-dc8c-42e5-9303-c35eba02494d" providerId="ADAL" clId="{4CAABB25-AA6C-491B-BD71-ABCDB01E741B}" dt="2026-01-13T17:12:53.325" v="23831" actId="47"/>
        <pc:sldMkLst>
          <pc:docMk/>
          <pc:sldMk cId="3227494762" sldId="293"/>
        </pc:sldMkLst>
      </pc:sldChg>
      <pc:sldChg chg="addSp delSp modSp add del mod">
        <pc:chgData name="Andrea Marcone" userId="650bfec5-dc8c-42e5-9303-c35eba02494d" providerId="ADAL" clId="{4CAABB25-AA6C-491B-BD71-ABCDB01E741B}" dt="2025-10-27T15:09:10.952" v="1838" actId="47"/>
        <pc:sldMkLst>
          <pc:docMk/>
          <pc:sldMk cId="4267633520" sldId="294"/>
        </pc:sldMkLst>
      </pc:sldChg>
      <pc:sldChg chg="addSp delSp modSp add mod modTransition">
        <pc:chgData name="Andrea Marcone" userId="650bfec5-dc8c-42e5-9303-c35eba02494d" providerId="ADAL" clId="{4CAABB25-AA6C-491B-BD71-ABCDB01E741B}" dt="2025-11-11T11:19:09.836" v="23607" actId="1076"/>
        <pc:sldMkLst>
          <pc:docMk/>
          <pc:sldMk cId="2902320400" sldId="295"/>
        </pc:sldMkLst>
      </pc:sldChg>
      <pc:sldChg chg="addSp delSp modSp add mod">
        <pc:chgData name="Andrea Marcone" userId="650bfec5-dc8c-42e5-9303-c35eba02494d" providerId="ADAL" clId="{4CAABB25-AA6C-491B-BD71-ABCDB01E741B}" dt="2025-10-27T16:14:23.765" v="2034" actId="14100"/>
        <pc:sldMkLst>
          <pc:docMk/>
          <pc:sldMk cId="3068635614" sldId="296"/>
        </pc:sldMkLst>
      </pc:sldChg>
      <pc:sldChg chg="addSp modSp new mod">
        <pc:chgData name="Andrea Marcone" userId="650bfec5-dc8c-42e5-9303-c35eba02494d" providerId="ADAL" clId="{4CAABB25-AA6C-491B-BD71-ABCDB01E741B}" dt="2025-11-06T17:20:06.002" v="20531" actId="20577"/>
        <pc:sldMkLst>
          <pc:docMk/>
          <pc:sldMk cId="2061988724" sldId="297"/>
        </pc:sldMkLst>
      </pc:sldChg>
      <pc:sldChg chg="addSp delSp modSp new del mod modTransition">
        <pc:chgData name="Andrea Marcone" userId="650bfec5-dc8c-42e5-9303-c35eba02494d" providerId="ADAL" clId="{4CAABB25-AA6C-491B-BD71-ABCDB01E741B}" dt="2026-01-13T17:12:53.325" v="23831" actId="47"/>
        <pc:sldMkLst>
          <pc:docMk/>
          <pc:sldMk cId="722618655" sldId="298"/>
        </pc:sldMkLst>
      </pc:sldChg>
      <pc:sldChg chg="new del">
        <pc:chgData name="Andrea Marcone" userId="650bfec5-dc8c-42e5-9303-c35eba02494d" providerId="ADAL" clId="{4CAABB25-AA6C-491B-BD71-ABCDB01E741B}" dt="2025-10-28T10:50:37.689" v="3781" actId="47"/>
        <pc:sldMkLst>
          <pc:docMk/>
          <pc:sldMk cId="1388589691" sldId="299"/>
        </pc:sldMkLst>
      </pc:sldChg>
      <pc:sldChg chg="addSp delSp modSp new del mod ord modTransition">
        <pc:chgData name="Andrea Marcone" userId="650bfec5-dc8c-42e5-9303-c35eba02494d" providerId="ADAL" clId="{4CAABB25-AA6C-491B-BD71-ABCDB01E741B}" dt="2026-01-13T17:12:53.325" v="23831" actId="47"/>
        <pc:sldMkLst>
          <pc:docMk/>
          <pc:sldMk cId="3251080172" sldId="299"/>
        </pc:sldMkLst>
      </pc:sldChg>
      <pc:sldChg chg="addSp delSp modSp add del mod modTransition">
        <pc:chgData name="Andrea Marcone" userId="650bfec5-dc8c-42e5-9303-c35eba02494d" providerId="ADAL" clId="{4CAABB25-AA6C-491B-BD71-ABCDB01E741B}" dt="2026-01-13T17:12:53.325" v="23831" actId="47"/>
        <pc:sldMkLst>
          <pc:docMk/>
          <pc:sldMk cId="830311753" sldId="300"/>
        </pc:sldMkLst>
      </pc:sldChg>
      <pc:sldChg chg="addSp delSp modSp add del mod">
        <pc:chgData name="Andrea Marcone" userId="650bfec5-dc8c-42e5-9303-c35eba02494d" providerId="ADAL" clId="{4CAABB25-AA6C-491B-BD71-ABCDB01E741B}" dt="2025-10-28T10:59:00.204" v="3967" actId="47"/>
        <pc:sldMkLst>
          <pc:docMk/>
          <pc:sldMk cId="2250362560" sldId="300"/>
        </pc:sldMkLst>
      </pc:sldChg>
      <pc:sldChg chg="addSp delSp modSp add del mod ord modTransition">
        <pc:chgData name="Andrea Marcone" userId="650bfec5-dc8c-42e5-9303-c35eba02494d" providerId="ADAL" clId="{4CAABB25-AA6C-491B-BD71-ABCDB01E741B}" dt="2026-01-13T17:12:53.325" v="23831" actId="47"/>
        <pc:sldMkLst>
          <pc:docMk/>
          <pc:sldMk cId="707227544" sldId="301"/>
        </pc:sldMkLst>
      </pc:sldChg>
      <pc:sldChg chg="addSp delSp modSp add del mod modTransition">
        <pc:chgData name="Andrea Marcone" userId="650bfec5-dc8c-42e5-9303-c35eba02494d" providerId="ADAL" clId="{4CAABB25-AA6C-491B-BD71-ABCDB01E741B}" dt="2026-01-13T17:12:53.325" v="23831" actId="47"/>
        <pc:sldMkLst>
          <pc:docMk/>
          <pc:sldMk cId="525977411" sldId="302"/>
        </pc:sldMkLst>
      </pc:sldChg>
      <pc:sldChg chg="add del">
        <pc:chgData name="Andrea Marcone" userId="650bfec5-dc8c-42e5-9303-c35eba02494d" providerId="ADAL" clId="{4CAABB25-AA6C-491B-BD71-ABCDB01E741B}" dt="2025-10-28T14:29:19.274" v="5117" actId="47"/>
        <pc:sldMkLst>
          <pc:docMk/>
          <pc:sldMk cId="590626517" sldId="303"/>
        </pc:sldMkLst>
      </pc:sldChg>
      <pc:sldChg chg="addSp delSp modSp add del mod ord modTransition">
        <pc:chgData name="Andrea Marcone" userId="650bfec5-dc8c-42e5-9303-c35eba02494d" providerId="ADAL" clId="{4CAABB25-AA6C-491B-BD71-ABCDB01E741B}" dt="2026-01-13T17:12:53.325" v="23831" actId="47"/>
        <pc:sldMkLst>
          <pc:docMk/>
          <pc:sldMk cId="2314935769" sldId="303"/>
        </pc:sldMkLst>
      </pc:sldChg>
      <pc:sldChg chg="addSp delSp modSp add del mod ord modTransition">
        <pc:chgData name="Andrea Marcone" userId="650bfec5-dc8c-42e5-9303-c35eba02494d" providerId="ADAL" clId="{4CAABB25-AA6C-491B-BD71-ABCDB01E741B}" dt="2026-01-13T17:12:53.325" v="23831" actId="47"/>
        <pc:sldMkLst>
          <pc:docMk/>
          <pc:sldMk cId="281049468" sldId="304"/>
        </pc:sldMkLst>
      </pc:sldChg>
      <pc:sldChg chg="addSp delSp modSp new del mod ord modTransition">
        <pc:chgData name="Andrea Marcone" userId="650bfec5-dc8c-42e5-9303-c35eba02494d" providerId="ADAL" clId="{4CAABB25-AA6C-491B-BD71-ABCDB01E741B}" dt="2026-01-13T17:12:53.325" v="23831" actId="47"/>
        <pc:sldMkLst>
          <pc:docMk/>
          <pc:sldMk cId="786379976" sldId="305"/>
        </pc:sldMkLst>
      </pc:sldChg>
      <pc:sldChg chg="addSp delSp modSp new del mod">
        <pc:chgData name="Andrea Marcone" userId="650bfec5-dc8c-42e5-9303-c35eba02494d" providerId="ADAL" clId="{4CAABB25-AA6C-491B-BD71-ABCDB01E741B}" dt="2025-11-07T14:01:42.045" v="20868" actId="2696"/>
        <pc:sldMkLst>
          <pc:docMk/>
          <pc:sldMk cId="3028992830" sldId="306"/>
        </pc:sldMkLst>
      </pc:sldChg>
      <pc:sldChg chg="addSp delSp modSp new del mod modTransition">
        <pc:chgData name="Andrea Marcone" userId="650bfec5-dc8c-42e5-9303-c35eba02494d" providerId="ADAL" clId="{4CAABB25-AA6C-491B-BD71-ABCDB01E741B}" dt="2026-01-13T17:12:53.325" v="23831" actId="47"/>
        <pc:sldMkLst>
          <pc:docMk/>
          <pc:sldMk cId="2979208265" sldId="307"/>
        </pc:sldMkLst>
      </pc:sldChg>
      <pc:sldChg chg="addSp delSp modSp new del mod modTransition">
        <pc:chgData name="Andrea Marcone" userId="650bfec5-dc8c-42e5-9303-c35eba02494d" providerId="ADAL" clId="{4CAABB25-AA6C-491B-BD71-ABCDB01E741B}" dt="2026-01-13T17:12:53.325" v="23831" actId="47"/>
        <pc:sldMkLst>
          <pc:docMk/>
          <pc:sldMk cId="1199983177" sldId="308"/>
        </pc:sldMkLst>
      </pc:sldChg>
      <pc:sldChg chg="addSp delSp modSp new del mod modTransition">
        <pc:chgData name="Andrea Marcone" userId="650bfec5-dc8c-42e5-9303-c35eba02494d" providerId="ADAL" clId="{4CAABB25-AA6C-491B-BD71-ABCDB01E741B}" dt="2026-01-13T17:12:53.325" v="23831" actId="47"/>
        <pc:sldMkLst>
          <pc:docMk/>
          <pc:sldMk cId="3580240412" sldId="309"/>
        </pc:sldMkLst>
      </pc:sldChg>
      <pc:sldChg chg="addSp delSp modSp new del mod modTransition">
        <pc:chgData name="Andrea Marcone" userId="650bfec5-dc8c-42e5-9303-c35eba02494d" providerId="ADAL" clId="{4CAABB25-AA6C-491B-BD71-ABCDB01E741B}" dt="2026-01-13T17:12:53.325" v="23831" actId="47"/>
        <pc:sldMkLst>
          <pc:docMk/>
          <pc:sldMk cId="1341191828" sldId="310"/>
        </pc:sldMkLst>
      </pc:sldChg>
      <pc:sldChg chg="modSp add del mod modTransition">
        <pc:chgData name="Andrea Marcone" userId="650bfec5-dc8c-42e5-9303-c35eba02494d" providerId="ADAL" clId="{4CAABB25-AA6C-491B-BD71-ABCDB01E741B}" dt="2026-01-13T17:12:53.325" v="23831" actId="47"/>
        <pc:sldMkLst>
          <pc:docMk/>
          <pc:sldMk cId="1166141260" sldId="311"/>
        </pc:sldMkLst>
      </pc:sldChg>
      <pc:sldChg chg="modSp new del mod">
        <pc:chgData name="Andrea Marcone" userId="650bfec5-dc8c-42e5-9303-c35eba02494d" providerId="ADAL" clId="{4CAABB25-AA6C-491B-BD71-ABCDB01E741B}" dt="2025-10-31T13:36:32.683" v="8920" actId="47"/>
        <pc:sldMkLst>
          <pc:docMk/>
          <pc:sldMk cId="196827187" sldId="312"/>
        </pc:sldMkLst>
      </pc:sldChg>
      <pc:sldChg chg="addSp delSp modSp new del mod ord modTransition">
        <pc:chgData name="Andrea Marcone" userId="650bfec5-dc8c-42e5-9303-c35eba02494d" providerId="ADAL" clId="{4CAABB25-AA6C-491B-BD71-ABCDB01E741B}" dt="2026-01-13T17:12:22.307" v="23828" actId="47"/>
        <pc:sldMkLst>
          <pc:docMk/>
          <pc:sldMk cId="398838068" sldId="313"/>
        </pc:sldMkLst>
      </pc:sldChg>
      <pc:sldChg chg="addSp delSp modSp add del mod">
        <pc:chgData name="Andrea Marcone" userId="650bfec5-dc8c-42e5-9303-c35eba02494d" providerId="ADAL" clId="{4CAABB25-AA6C-491B-BD71-ABCDB01E741B}" dt="2025-10-31T13:57:10.550" v="9370" actId="47"/>
        <pc:sldMkLst>
          <pc:docMk/>
          <pc:sldMk cId="1812322938" sldId="314"/>
        </pc:sldMkLst>
      </pc:sldChg>
      <pc:sldChg chg="add del">
        <pc:chgData name="Andrea Marcone" userId="650bfec5-dc8c-42e5-9303-c35eba02494d" providerId="ADAL" clId="{4CAABB25-AA6C-491B-BD71-ABCDB01E741B}" dt="2025-10-31T13:57:11.885" v="9371" actId="47"/>
        <pc:sldMkLst>
          <pc:docMk/>
          <pc:sldMk cId="3497289247" sldId="315"/>
        </pc:sldMkLst>
      </pc:sldChg>
      <pc:sldChg chg="addSp delSp modSp add del mod modTransition">
        <pc:chgData name="Andrea Marcone" userId="650bfec5-dc8c-42e5-9303-c35eba02494d" providerId="ADAL" clId="{4CAABB25-AA6C-491B-BD71-ABCDB01E741B}" dt="2026-01-13T17:12:53.325" v="23831" actId="47"/>
        <pc:sldMkLst>
          <pc:docMk/>
          <pc:sldMk cId="2900205101" sldId="316"/>
        </pc:sldMkLst>
      </pc:sldChg>
      <pc:sldChg chg="addSp delSp modSp add del mod modTransition">
        <pc:chgData name="Andrea Marcone" userId="650bfec5-dc8c-42e5-9303-c35eba02494d" providerId="ADAL" clId="{4CAABB25-AA6C-491B-BD71-ABCDB01E741B}" dt="2026-01-13T17:12:53.325" v="23831" actId="47"/>
        <pc:sldMkLst>
          <pc:docMk/>
          <pc:sldMk cId="1506772392" sldId="317"/>
        </pc:sldMkLst>
      </pc:sldChg>
      <pc:sldChg chg="addSp delSp modSp add del mod modTransition">
        <pc:chgData name="Andrea Marcone" userId="650bfec5-dc8c-42e5-9303-c35eba02494d" providerId="ADAL" clId="{4CAABB25-AA6C-491B-BD71-ABCDB01E741B}" dt="2026-01-13T17:12:53.325" v="23831" actId="47"/>
        <pc:sldMkLst>
          <pc:docMk/>
          <pc:sldMk cId="3306584840" sldId="318"/>
        </pc:sldMkLst>
      </pc:sldChg>
      <pc:sldChg chg="addSp delSp modSp new del mod modTransition">
        <pc:chgData name="Andrea Marcone" userId="650bfec5-dc8c-42e5-9303-c35eba02494d" providerId="ADAL" clId="{4CAABB25-AA6C-491B-BD71-ABCDB01E741B}" dt="2026-01-13T17:12:53.325" v="23831" actId="47"/>
        <pc:sldMkLst>
          <pc:docMk/>
          <pc:sldMk cId="1279559366" sldId="319"/>
        </pc:sldMkLst>
      </pc:sldChg>
      <pc:sldChg chg="addSp delSp modSp new del mod modTransition">
        <pc:chgData name="Andrea Marcone" userId="650bfec5-dc8c-42e5-9303-c35eba02494d" providerId="ADAL" clId="{4CAABB25-AA6C-491B-BD71-ABCDB01E741B}" dt="2026-01-13T17:12:53.325" v="23831" actId="47"/>
        <pc:sldMkLst>
          <pc:docMk/>
          <pc:sldMk cId="1838219926" sldId="320"/>
        </pc:sldMkLst>
      </pc:sldChg>
      <pc:sldChg chg="addSp delSp modSp add del mod modTransition">
        <pc:chgData name="Andrea Marcone" userId="650bfec5-dc8c-42e5-9303-c35eba02494d" providerId="ADAL" clId="{4CAABB25-AA6C-491B-BD71-ABCDB01E741B}" dt="2026-01-13T17:12:53.325" v="23831" actId="47"/>
        <pc:sldMkLst>
          <pc:docMk/>
          <pc:sldMk cId="1037580734" sldId="321"/>
        </pc:sldMkLst>
      </pc:sldChg>
      <pc:sldChg chg="addSp delSp modSp add del mod modTransition">
        <pc:chgData name="Andrea Marcone" userId="650bfec5-dc8c-42e5-9303-c35eba02494d" providerId="ADAL" clId="{4CAABB25-AA6C-491B-BD71-ABCDB01E741B}" dt="2026-01-13T17:12:53.325" v="23831" actId="47"/>
        <pc:sldMkLst>
          <pc:docMk/>
          <pc:sldMk cId="4145400619" sldId="322"/>
        </pc:sldMkLst>
      </pc:sldChg>
      <pc:sldChg chg="addSp delSp modSp add del mod">
        <pc:chgData name="Andrea Marcone" userId="650bfec5-dc8c-42e5-9303-c35eba02494d" providerId="ADAL" clId="{4CAABB25-AA6C-491B-BD71-ABCDB01E741B}" dt="2025-11-07T14:49:11.593" v="22584" actId="2696"/>
        <pc:sldMkLst>
          <pc:docMk/>
          <pc:sldMk cId="89701102" sldId="323"/>
        </pc:sldMkLst>
      </pc:sldChg>
      <pc:sldChg chg="addSp modSp new del mod modTransition">
        <pc:chgData name="Andrea Marcone" userId="650bfec5-dc8c-42e5-9303-c35eba02494d" providerId="ADAL" clId="{4CAABB25-AA6C-491B-BD71-ABCDB01E741B}" dt="2026-01-13T17:12:53.325" v="23831" actId="47"/>
        <pc:sldMkLst>
          <pc:docMk/>
          <pc:sldMk cId="152461536" sldId="324"/>
        </pc:sldMkLst>
      </pc:sldChg>
      <pc:sldChg chg="addSp modSp add del mod modTransition">
        <pc:chgData name="Andrea Marcone" userId="650bfec5-dc8c-42e5-9303-c35eba02494d" providerId="ADAL" clId="{4CAABB25-AA6C-491B-BD71-ABCDB01E741B}" dt="2026-01-13T17:12:53.325" v="23831" actId="47"/>
        <pc:sldMkLst>
          <pc:docMk/>
          <pc:sldMk cId="2966077894" sldId="325"/>
        </pc:sldMkLst>
      </pc:sldChg>
      <pc:sldChg chg="addSp delSp modSp new mod modTransition">
        <pc:chgData name="Andrea Marcone" userId="650bfec5-dc8c-42e5-9303-c35eba02494d" providerId="ADAL" clId="{4CAABB25-AA6C-491B-BD71-ABCDB01E741B}" dt="2026-01-16T17:44:18.467" v="31304" actId="1076"/>
        <pc:sldMkLst>
          <pc:docMk/>
          <pc:sldMk cId="3175562032" sldId="326"/>
        </pc:sldMkLst>
        <pc:spChg chg="mod">
          <ac:chgData name="Andrea Marcone" userId="650bfec5-dc8c-42e5-9303-c35eba02494d" providerId="ADAL" clId="{4CAABB25-AA6C-491B-BD71-ABCDB01E741B}" dt="2026-01-13T17:16:36.459" v="24063" actId="20577"/>
          <ac:spMkLst>
            <pc:docMk/>
            <pc:sldMk cId="3175562032" sldId="326"/>
            <ac:spMk id="2" creationId="{42A26751-F06D-A19A-CE26-49F8BAD526A1}"/>
          </ac:spMkLst>
        </pc:spChg>
        <pc:spChg chg="add mod">
          <ac:chgData name="Andrea Marcone" userId="650bfec5-dc8c-42e5-9303-c35eba02494d" providerId="ADAL" clId="{4CAABB25-AA6C-491B-BD71-ABCDB01E741B}" dt="2026-01-16T17:44:00.273" v="31302" actId="1076"/>
          <ac:spMkLst>
            <pc:docMk/>
            <pc:sldMk cId="3175562032" sldId="326"/>
            <ac:spMk id="4" creationId="{5A8DBAAB-1338-0CFB-67F7-B48F4E422CBA}"/>
          </ac:spMkLst>
        </pc:spChg>
        <pc:spChg chg="add mod">
          <ac:chgData name="Andrea Marcone" userId="650bfec5-dc8c-42e5-9303-c35eba02494d" providerId="ADAL" clId="{4CAABB25-AA6C-491B-BD71-ABCDB01E741B}" dt="2026-01-16T17:44:18.467" v="31304" actId="1076"/>
          <ac:spMkLst>
            <pc:docMk/>
            <pc:sldMk cId="3175562032" sldId="326"/>
            <ac:spMk id="5" creationId="{7E2B2FB6-933F-7DC7-94CB-643BE056E41D}"/>
          </ac:spMkLst>
        </pc:spChg>
        <pc:spChg chg="add mod">
          <ac:chgData name="Andrea Marcone" userId="650bfec5-dc8c-42e5-9303-c35eba02494d" providerId="ADAL" clId="{4CAABB25-AA6C-491B-BD71-ABCDB01E741B}" dt="2026-01-16T09:53:24.864" v="29054" actId="1076"/>
          <ac:spMkLst>
            <pc:docMk/>
            <pc:sldMk cId="3175562032" sldId="326"/>
            <ac:spMk id="6" creationId="{89CF9945-4376-6962-C4B4-0201D418C9A7}"/>
          </ac:spMkLst>
        </pc:spChg>
        <pc:spChg chg="add mod">
          <ac:chgData name="Andrea Marcone" userId="650bfec5-dc8c-42e5-9303-c35eba02494d" providerId="ADAL" clId="{4CAABB25-AA6C-491B-BD71-ABCDB01E741B}" dt="2026-01-16T09:53:19.042" v="29053" actId="1076"/>
          <ac:spMkLst>
            <pc:docMk/>
            <pc:sldMk cId="3175562032" sldId="326"/>
            <ac:spMk id="7" creationId="{D8710DAD-074A-16DD-FD11-60F818B020D7}"/>
          </ac:spMkLst>
        </pc:spChg>
        <pc:spChg chg="add mod">
          <ac:chgData name="Andrea Marcone" userId="650bfec5-dc8c-42e5-9303-c35eba02494d" providerId="ADAL" clId="{4CAABB25-AA6C-491B-BD71-ABCDB01E741B}" dt="2026-01-16T09:55:22.310" v="29172" actId="164"/>
          <ac:spMkLst>
            <pc:docMk/>
            <pc:sldMk cId="3175562032" sldId="326"/>
            <ac:spMk id="15" creationId="{0F37C705-3AF7-7E45-BF86-BAC7B7DE9ACB}"/>
          </ac:spMkLst>
        </pc:spChg>
        <pc:spChg chg="add mod">
          <ac:chgData name="Andrea Marcone" userId="650bfec5-dc8c-42e5-9303-c35eba02494d" providerId="ADAL" clId="{4CAABB25-AA6C-491B-BD71-ABCDB01E741B}" dt="2026-01-16T09:55:22.310" v="29172" actId="164"/>
          <ac:spMkLst>
            <pc:docMk/>
            <pc:sldMk cId="3175562032" sldId="326"/>
            <ac:spMk id="19" creationId="{BCE9B83A-5A2C-D53D-1018-F0DF5E0F9091}"/>
          </ac:spMkLst>
        </pc:spChg>
        <pc:spChg chg="add mod">
          <ac:chgData name="Andrea Marcone" userId="650bfec5-dc8c-42e5-9303-c35eba02494d" providerId="ADAL" clId="{4CAABB25-AA6C-491B-BD71-ABCDB01E741B}" dt="2026-01-16T09:55:22.310" v="29172" actId="164"/>
          <ac:spMkLst>
            <pc:docMk/>
            <pc:sldMk cId="3175562032" sldId="326"/>
            <ac:spMk id="21" creationId="{088CDBC2-2438-5958-C935-09150B092CC7}"/>
          </ac:spMkLst>
        </pc:spChg>
        <pc:spChg chg="add mod">
          <ac:chgData name="Andrea Marcone" userId="650bfec5-dc8c-42e5-9303-c35eba02494d" providerId="ADAL" clId="{4CAABB25-AA6C-491B-BD71-ABCDB01E741B}" dt="2026-01-16T09:55:22.310" v="29172" actId="164"/>
          <ac:spMkLst>
            <pc:docMk/>
            <pc:sldMk cId="3175562032" sldId="326"/>
            <ac:spMk id="23" creationId="{3FB4D693-71BB-EF7D-3F1B-E12C87A5E62B}"/>
          </ac:spMkLst>
        </pc:spChg>
        <pc:spChg chg="add mod">
          <ac:chgData name="Andrea Marcone" userId="650bfec5-dc8c-42e5-9303-c35eba02494d" providerId="ADAL" clId="{4CAABB25-AA6C-491B-BD71-ABCDB01E741B}" dt="2026-01-16T09:55:22.310" v="29172" actId="164"/>
          <ac:spMkLst>
            <pc:docMk/>
            <pc:sldMk cId="3175562032" sldId="326"/>
            <ac:spMk id="25" creationId="{96A34519-80BC-26D5-8DCC-CB90FC743468}"/>
          </ac:spMkLst>
        </pc:spChg>
        <pc:spChg chg="add mod">
          <ac:chgData name="Andrea Marcone" userId="650bfec5-dc8c-42e5-9303-c35eba02494d" providerId="ADAL" clId="{4CAABB25-AA6C-491B-BD71-ABCDB01E741B}" dt="2026-01-16T09:55:22.310" v="29172" actId="164"/>
          <ac:spMkLst>
            <pc:docMk/>
            <pc:sldMk cId="3175562032" sldId="326"/>
            <ac:spMk id="26" creationId="{AB98C197-169F-7920-8F48-2838F50805C5}"/>
          </ac:spMkLst>
        </pc:spChg>
        <pc:spChg chg="add mod">
          <ac:chgData name="Andrea Marcone" userId="650bfec5-dc8c-42e5-9303-c35eba02494d" providerId="ADAL" clId="{4CAABB25-AA6C-491B-BD71-ABCDB01E741B}" dt="2026-01-16T10:45:24.210" v="29278" actId="14100"/>
          <ac:spMkLst>
            <pc:docMk/>
            <pc:sldMk cId="3175562032" sldId="326"/>
            <ac:spMk id="30" creationId="{432D5756-33B3-982F-8912-24B92AF77B93}"/>
          </ac:spMkLst>
        </pc:spChg>
        <pc:grpChg chg="add mod">
          <ac:chgData name="Andrea Marcone" userId="650bfec5-dc8c-42e5-9303-c35eba02494d" providerId="ADAL" clId="{4CAABB25-AA6C-491B-BD71-ABCDB01E741B}" dt="2026-01-16T10:09:58.859" v="29261" actId="1038"/>
          <ac:grpSpMkLst>
            <pc:docMk/>
            <pc:sldMk cId="3175562032" sldId="326"/>
            <ac:grpSpMk id="27" creationId="{FB51C2CC-BB37-DE05-5292-A2DB88C1D9D0}"/>
          </ac:grpSpMkLst>
        </pc:grpChg>
        <pc:picChg chg="add mod">
          <ac:chgData name="Andrea Marcone" userId="650bfec5-dc8c-42e5-9303-c35eba02494d" providerId="ADAL" clId="{4CAABB25-AA6C-491B-BD71-ABCDB01E741B}" dt="2026-01-16T11:45:23.973" v="30074" actId="14861"/>
          <ac:picMkLst>
            <pc:docMk/>
            <pc:sldMk cId="3175562032" sldId="326"/>
            <ac:picMk id="29" creationId="{E6A70F0A-5B11-8ABF-3405-56D980133BCE}"/>
          </ac:picMkLst>
        </pc:picChg>
      </pc:sldChg>
      <pc:sldChg chg="addSp delSp modSp new del mod modTransition">
        <pc:chgData name="Andrea Marcone" userId="650bfec5-dc8c-42e5-9303-c35eba02494d" providerId="ADAL" clId="{4CAABB25-AA6C-491B-BD71-ABCDB01E741B}" dt="2026-01-13T17:12:53.325" v="23831" actId="47"/>
        <pc:sldMkLst>
          <pc:docMk/>
          <pc:sldMk cId="507610943" sldId="327"/>
        </pc:sldMkLst>
      </pc:sldChg>
      <pc:sldChg chg="addSp delSp modSp add mod">
        <pc:chgData name="Andrea Marcone" userId="650bfec5-dc8c-42e5-9303-c35eba02494d" providerId="ADAL" clId="{4CAABB25-AA6C-491B-BD71-ABCDB01E741B}" dt="2026-01-29T15:29:12.456" v="32048" actId="20577"/>
        <pc:sldMkLst>
          <pc:docMk/>
          <pc:sldMk cId="976120280" sldId="327"/>
        </pc:sldMkLst>
        <pc:spChg chg="add mod">
          <ac:chgData name="Andrea Marcone" userId="650bfec5-dc8c-42e5-9303-c35eba02494d" providerId="ADAL" clId="{4CAABB25-AA6C-491B-BD71-ABCDB01E741B}" dt="2026-01-29T15:29:12.456" v="32048" actId="20577"/>
          <ac:spMkLst>
            <pc:docMk/>
            <pc:sldMk cId="976120280" sldId="327"/>
            <ac:spMk id="4" creationId="{F9B62D35-990E-4023-5A62-EB1014B42B8B}"/>
          </ac:spMkLst>
        </pc:spChg>
      </pc:sldChg>
      <pc:sldChg chg="addSp delSp modSp add mod">
        <pc:chgData name="Andrea Marcone" userId="650bfec5-dc8c-42e5-9303-c35eba02494d" providerId="ADAL" clId="{4CAABB25-AA6C-491B-BD71-ABCDB01E741B}" dt="2026-02-05T17:11:54.800" v="32251" actId="20577"/>
        <pc:sldMkLst>
          <pc:docMk/>
          <pc:sldMk cId="1393822554" sldId="328"/>
        </pc:sldMkLst>
        <pc:spChg chg="mod">
          <ac:chgData name="Andrea Marcone" userId="650bfec5-dc8c-42e5-9303-c35eba02494d" providerId="ADAL" clId="{4CAABB25-AA6C-491B-BD71-ABCDB01E741B}" dt="2026-01-13T17:16:52.769" v="24085" actId="20577"/>
          <ac:spMkLst>
            <pc:docMk/>
            <pc:sldMk cId="1393822554" sldId="328"/>
            <ac:spMk id="2" creationId="{F2B64EFC-3C6E-550E-EBA5-B98BF29248C2}"/>
          </ac:spMkLst>
        </pc:spChg>
        <pc:spChg chg="add mod">
          <ac:chgData name="Andrea Marcone" userId="650bfec5-dc8c-42e5-9303-c35eba02494d" providerId="ADAL" clId="{4CAABB25-AA6C-491B-BD71-ABCDB01E741B}" dt="2026-01-16T11:02:32.557" v="29435" actId="1076"/>
          <ac:spMkLst>
            <pc:docMk/>
            <pc:sldMk cId="1393822554" sldId="328"/>
            <ac:spMk id="3" creationId="{4B645C7E-419A-5980-FE6F-7AD2FC677280}"/>
          </ac:spMkLst>
        </pc:spChg>
        <pc:spChg chg="add mod topLvl">
          <ac:chgData name="Andrea Marcone" userId="650bfec5-dc8c-42e5-9303-c35eba02494d" providerId="ADAL" clId="{4CAABB25-AA6C-491B-BD71-ABCDB01E741B}" dt="2026-01-29T15:42:11.730" v="32197" actId="164"/>
          <ac:spMkLst>
            <pc:docMk/>
            <pc:sldMk cId="1393822554" sldId="328"/>
            <ac:spMk id="5" creationId="{91D4796D-DB75-4E6C-A331-6881CDD5A563}"/>
          </ac:spMkLst>
        </pc:spChg>
        <pc:spChg chg="add mod">
          <ac:chgData name="Andrea Marcone" userId="650bfec5-dc8c-42e5-9303-c35eba02494d" providerId="ADAL" clId="{4CAABB25-AA6C-491B-BD71-ABCDB01E741B}" dt="2026-02-05T17:11:54.800" v="32251" actId="20577"/>
          <ac:spMkLst>
            <pc:docMk/>
            <pc:sldMk cId="1393822554" sldId="328"/>
            <ac:spMk id="6" creationId="{145DDCC9-622D-C2B1-3707-B61F39D711F2}"/>
          </ac:spMkLst>
        </pc:spChg>
        <pc:spChg chg="mod">
          <ac:chgData name="Andrea Marcone" userId="650bfec5-dc8c-42e5-9303-c35eba02494d" providerId="ADAL" clId="{4CAABB25-AA6C-491B-BD71-ABCDB01E741B}" dt="2026-01-29T14:51:19.863" v="31818"/>
          <ac:spMkLst>
            <pc:docMk/>
            <pc:sldMk cId="1393822554" sldId="328"/>
            <ac:spMk id="7" creationId="{EA4CC940-B12D-BD22-F6FC-6E52BA6CB55A}"/>
          </ac:spMkLst>
        </pc:spChg>
        <pc:spChg chg="add mod topLvl">
          <ac:chgData name="Andrea Marcone" userId="650bfec5-dc8c-42e5-9303-c35eba02494d" providerId="ADAL" clId="{4CAABB25-AA6C-491B-BD71-ABCDB01E741B}" dt="2026-01-29T15:42:11.730" v="32197" actId="164"/>
          <ac:spMkLst>
            <pc:docMk/>
            <pc:sldMk cId="1393822554" sldId="328"/>
            <ac:spMk id="8" creationId="{9916A5EF-5237-ED76-C79D-EAC9E56ACED6}"/>
          </ac:spMkLst>
        </pc:spChg>
        <pc:spChg chg="add mod topLvl">
          <ac:chgData name="Andrea Marcone" userId="650bfec5-dc8c-42e5-9303-c35eba02494d" providerId="ADAL" clId="{4CAABB25-AA6C-491B-BD71-ABCDB01E741B}" dt="2026-01-29T15:42:11.730" v="32197" actId="164"/>
          <ac:spMkLst>
            <pc:docMk/>
            <pc:sldMk cId="1393822554" sldId="328"/>
            <ac:spMk id="10" creationId="{17C8EA9C-DE72-CAF5-EEBD-CE9BFD2137A0}"/>
          </ac:spMkLst>
        </pc:spChg>
        <pc:spChg chg="add mod topLvl">
          <ac:chgData name="Andrea Marcone" userId="650bfec5-dc8c-42e5-9303-c35eba02494d" providerId="ADAL" clId="{4CAABB25-AA6C-491B-BD71-ABCDB01E741B}" dt="2026-01-29T15:42:21.105" v="32200" actId="164"/>
          <ac:spMkLst>
            <pc:docMk/>
            <pc:sldMk cId="1393822554" sldId="328"/>
            <ac:spMk id="12" creationId="{85410281-66AC-52B2-AD63-C7B94FF02ABC}"/>
          </ac:spMkLst>
        </pc:spChg>
        <pc:spChg chg="add mod">
          <ac:chgData name="Andrea Marcone" userId="650bfec5-dc8c-42e5-9303-c35eba02494d" providerId="ADAL" clId="{4CAABB25-AA6C-491B-BD71-ABCDB01E741B}" dt="2026-01-16T11:02:29.825" v="29434" actId="1076"/>
          <ac:spMkLst>
            <pc:docMk/>
            <pc:sldMk cId="1393822554" sldId="328"/>
            <ac:spMk id="17" creationId="{41A50F1D-8BF6-9278-D49F-69A87F8A1275}"/>
          </ac:spMkLst>
        </pc:spChg>
        <pc:spChg chg="add mod">
          <ac:chgData name="Andrea Marcone" userId="650bfec5-dc8c-42e5-9303-c35eba02494d" providerId="ADAL" clId="{4CAABB25-AA6C-491B-BD71-ABCDB01E741B}" dt="2026-01-16T10:45:54.336" v="29282" actId="12788"/>
          <ac:spMkLst>
            <pc:docMk/>
            <pc:sldMk cId="1393822554" sldId="328"/>
            <ac:spMk id="19" creationId="{6BB6204E-79D1-80A5-0EAB-C450DB874A0A}"/>
          </ac:spMkLst>
        </pc:spChg>
        <pc:spChg chg="add mod">
          <ac:chgData name="Andrea Marcone" userId="650bfec5-dc8c-42e5-9303-c35eba02494d" providerId="ADAL" clId="{4CAABB25-AA6C-491B-BD71-ABCDB01E741B}" dt="2026-01-16T10:46:01.387" v="29292" actId="1036"/>
          <ac:spMkLst>
            <pc:docMk/>
            <pc:sldMk cId="1393822554" sldId="328"/>
            <ac:spMk id="21" creationId="{569AC976-9C67-261D-2B1E-1A323DACCA8C}"/>
          </ac:spMkLst>
        </pc:spChg>
        <pc:grpChg chg="add mod">
          <ac:chgData name="Andrea Marcone" userId="650bfec5-dc8c-42e5-9303-c35eba02494d" providerId="ADAL" clId="{4CAABB25-AA6C-491B-BD71-ABCDB01E741B}" dt="2026-01-29T15:42:21.105" v="32200" actId="164"/>
          <ac:grpSpMkLst>
            <pc:docMk/>
            <pc:sldMk cId="1393822554" sldId="328"/>
            <ac:grpSpMk id="14" creationId="{92937DFE-76BD-6CDA-D262-DCDDA7341050}"/>
          </ac:grpSpMkLst>
        </pc:grpChg>
        <pc:grpChg chg="add mod">
          <ac:chgData name="Andrea Marcone" userId="650bfec5-dc8c-42e5-9303-c35eba02494d" providerId="ADAL" clId="{4CAABB25-AA6C-491B-BD71-ABCDB01E741B}" dt="2026-01-29T15:42:21.105" v="32200" actId="164"/>
          <ac:grpSpMkLst>
            <pc:docMk/>
            <pc:sldMk cId="1393822554" sldId="328"/>
            <ac:grpSpMk id="15" creationId="{C68FC89B-ABE0-7474-F772-0FCA3782A080}"/>
          </ac:grpSpMkLst>
        </pc:grpChg>
      </pc:sldChg>
      <pc:sldChg chg="addSp delSp modSp new del mod modTransition">
        <pc:chgData name="Andrea Marcone" userId="650bfec5-dc8c-42e5-9303-c35eba02494d" providerId="ADAL" clId="{4CAABB25-AA6C-491B-BD71-ABCDB01E741B}" dt="2025-11-11T11:37:17.565" v="23695" actId="47"/>
        <pc:sldMkLst>
          <pc:docMk/>
          <pc:sldMk cId="3644474072" sldId="328"/>
        </pc:sldMkLst>
      </pc:sldChg>
      <pc:sldChg chg="addSp delSp modSp add mod">
        <pc:chgData name="Andrea Marcone" userId="650bfec5-dc8c-42e5-9303-c35eba02494d" providerId="ADAL" clId="{4CAABB25-AA6C-491B-BD71-ABCDB01E741B}" dt="2026-02-02T11:41:32.161" v="32210" actId="1076"/>
        <pc:sldMkLst>
          <pc:docMk/>
          <pc:sldMk cId="771393497" sldId="329"/>
        </pc:sldMkLst>
        <pc:spChg chg="mod">
          <ac:chgData name="Andrea Marcone" userId="650bfec5-dc8c-42e5-9303-c35eba02494d" providerId="ADAL" clId="{4CAABB25-AA6C-491B-BD71-ABCDB01E741B}" dt="2026-01-16T11:30:31.003" v="29767" actId="27636"/>
          <ac:spMkLst>
            <pc:docMk/>
            <pc:sldMk cId="771393497" sldId="329"/>
            <ac:spMk id="2" creationId="{2FCEDD6B-BCE0-E563-52C2-2CCE47D2DDC1}"/>
          </ac:spMkLst>
        </pc:spChg>
        <pc:spChg chg="add mod">
          <ac:chgData name="Andrea Marcone" userId="650bfec5-dc8c-42e5-9303-c35eba02494d" providerId="ADAL" clId="{4CAABB25-AA6C-491B-BD71-ABCDB01E741B}" dt="2026-01-16T11:41:43.560" v="30069" actId="1035"/>
          <ac:spMkLst>
            <pc:docMk/>
            <pc:sldMk cId="771393497" sldId="329"/>
            <ac:spMk id="3" creationId="{57F82069-6C78-8021-4110-4E575B4E276D}"/>
          </ac:spMkLst>
        </pc:spChg>
        <pc:spChg chg="add mod">
          <ac:chgData name="Andrea Marcone" userId="650bfec5-dc8c-42e5-9303-c35eba02494d" providerId="ADAL" clId="{4CAABB25-AA6C-491B-BD71-ABCDB01E741B}" dt="2026-01-16T15:17:29.110" v="30210" actId="1036"/>
          <ac:spMkLst>
            <pc:docMk/>
            <pc:sldMk cId="771393497" sldId="329"/>
            <ac:spMk id="4" creationId="{F63A67ED-77D4-1390-E43B-CF42C083801E}"/>
          </ac:spMkLst>
        </pc:spChg>
        <pc:spChg chg="add mod">
          <ac:chgData name="Andrea Marcone" userId="650bfec5-dc8c-42e5-9303-c35eba02494d" providerId="ADAL" clId="{4CAABB25-AA6C-491B-BD71-ABCDB01E741B}" dt="2026-01-16T15:16:42.033" v="30144" actId="1036"/>
          <ac:spMkLst>
            <pc:docMk/>
            <pc:sldMk cId="771393497" sldId="329"/>
            <ac:spMk id="6" creationId="{4546764C-A986-5CF4-7DB9-B87BB031EBE3}"/>
          </ac:spMkLst>
        </pc:spChg>
        <pc:spChg chg="add mod">
          <ac:chgData name="Andrea Marcone" userId="650bfec5-dc8c-42e5-9303-c35eba02494d" providerId="ADAL" clId="{4CAABB25-AA6C-491B-BD71-ABCDB01E741B}" dt="2026-01-16T11:41:43.560" v="30069" actId="1035"/>
          <ac:spMkLst>
            <pc:docMk/>
            <pc:sldMk cId="771393497" sldId="329"/>
            <ac:spMk id="7" creationId="{47337473-6506-9C94-1717-8C54BEF9EBA6}"/>
          </ac:spMkLst>
        </pc:spChg>
        <pc:spChg chg="add mod">
          <ac:chgData name="Andrea Marcone" userId="650bfec5-dc8c-42e5-9303-c35eba02494d" providerId="ADAL" clId="{4CAABB25-AA6C-491B-BD71-ABCDB01E741B}" dt="2026-01-16T11:41:43.560" v="30069" actId="1035"/>
          <ac:spMkLst>
            <pc:docMk/>
            <pc:sldMk cId="771393497" sldId="329"/>
            <ac:spMk id="8" creationId="{D7A9DB78-C66C-758B-8765-175BAA5C5E7C}"/>
          </ac:spMkLst>
        </pc:spChg>
        <pc:spChg chg="add mod">
          <ac:chgData name="Andrea Marcone" userId="650bfec5-dc8c-42e5-9303-c35eba02494d" providerId="ADAL" clId="{4CAABB25-AA6C-491B-BD71-ABCDB01E741B}" dt="2026-01-19T08:50:00.129" v="31340" actId="20577"/>
          <ac:spMkLst>
            <pc:docMk/>
            <pc:sldMk cId="771393497" sldId="329"/>
            <ac:spMk id="9" creationId="{BBA12F4B-04A5-CA79-4BE2-05062DC35CCB}"/>
          </ac:spMkLst>
        </pc:spChg>
        <pc:spChg chg="add mod">
          <ac:chgData name="Andrea Marcone" userId="650bfec5-dc8c-42e5-9303-c35eba02494d" providerId="ADAL" clId="{4CAABB25-AA6C-491B-BD71-ABCDB01E741B}" dt="2026-01-16T11:41:52.400" v="30071" actId="12788"/>
          <ac:spMkLst>
            <pc:docMk/>
            <pc:sldMk cId="771393497" sldId="329"/>
            <ac:spMk id="23" creationId="{C6727638-C245-C705-2B89-D5F4E2540992}"/>
          </ac:spMkLst>
        </pc:spChg>
        <pc:graphicFrameChg chg="add mod modGraphic">
          <ac:chgData name="Andrea Marcone" userId="650bfec5-dc8c-42e5-9303-c35eba02494d" providerId="ADAL" clId="{4CAABB25-AA6C-491B-BD71-ABCDB01E741B}" dt="2026-01-29T15:37:30.884" v="32133" actId="113"/>
          <ac:graphicFrameMkLst>
            <pc:docMk/>
            <pc:sldMk cId="771393497" sldId="329"/>
            <ac:graphicFrameMk id="11" creationId="{85D0025A-1134-0F65-494B-31429F1A1038}"/>
          </ac:graphicFrameMkLst>
        </pc:graphicFrameChg>
        <pc:picChg chg="add mod">
          <ac:chgData name="Andrea Marcone" userId="650bfec5-dc8c-42e5-9303-c35eba02494d" providerId="ADAL" clId="{4CAABB25-AA6C-491B-BD71-ABCDB01E741B}" dt="2026-02-02T11:41:32.161" v="32210" actId="1076"/>
          <ac:picMkLst>
            <pc:docMk/>
            <pc:sldMk cId="771393497" sldId="329"/>
            <ac:picMk id="21" creationId="{B7889CBD-9B43-80DC-EDB3-B96789E2E36E}"/>
          </ac:picMkLst>
        </pc:picChg>
      </pc:sldChg>
      <pc:sldChg chg="addSp delSp modSp add del mod modTransition">
        <pc:chgData name="Andrea Marcone" userId="650bfec5-dc8c-42e5-9303-c35eba02494d" providerId="ADAL" clId="{4CAABB25-AA6C-491B-BD71-ABCDB01E741B}" dt="2026-01-13T17:12:53.325" v="23831" actId="47"/>
        <pc:sldMkLst>
          <pc:docMk/>
          <pc:sldMk cId="1579524371" sldId="329"/>
        </pc:sldMkLst>
      </pc:sldChg>
      <pc:sldChg chg="addSp delSp modSp add del mod">
        <pc:chgData name="Andrea Marcone" userId="650bfec5-dc8c-42e5-9303-c35eba02494d" providerId="ADAL" clId="{4CAABB25-AA6C-491B-BD71-ABCDB01E741B}" dt="2026-01-16T16:13:24.235" v="31123" actId="2696"/>
        <pc:sldMkLst>
          <pc:docMk/>
          <pc:sldMk cId="2313491966" sldId="330"/>
        </pc:sldMkLst>
      </pc:sldChg>
      <pc:sldChg chg="addSp delSp modSp add del mod modTransition">
        <pc:chgData name="Andrea Marcone" userId="650bfec5-dc8c-42e5-9303-c35eba02494d" providerId="ADAL" clId="{4CAABB25-AA6C-491B-BD71-ABCDB01E741B}" dt="2026-01-13T17:12:53.325" v="23831" actId="47"/>
        <pc:sldMkLst>
          <pc:docMk/>
          <pc:sldMk cId="3090627851" sldId="330"/>
        </pc:sldMkLst>
      </pc:sldChg>
      <pc:sldChg chg="modSp del mod modTransition">
        <pc:chgData name="Andrea Marcone" userId="650bfec5-dc8c-42e5-9303-c35eba02494d" providerId="ADAL" clId="{4CAABB25-AA6C-491B-BD71-ABCDB01E741B}" dt="2026-01-13T17:12:30.565" v="23829" actId="47"/>
        <pc:sldMkLst>
          <pc:docMk/>
          <pc:sldMk cId="3289755667" sldId="331"/>
        </pc:sldMkLst>
      </pc:sldChg>
      <pc:sldChg chg="addSp delSp modSp add mod ord">
        <pc:chgData name="Andrea Marcone" userId="650bfec5-dc8c-42e5-9303-c35eba02494d" providerId="ADAL" clId="{4CAABB25-AA6C-491B-BD71-ABCDB01E741B}" dt="2026-01-16T16:25:28.300" v="31134" actId="478"/>
        <pc:sldMkLst>
          <pc:docMk/>
          <pc:sldMk cId="3420887245" sldId="331"/>
        </pc:sldMkLst>
        <pc:spChg chg="mod">
          <ac:chgData name="Andrea Marcone" userId="650bfec5-dc8c-42e5-9303-c35eba02494d" providerId="ADAL" clId="{4CAABB25-AA6C-491B-BD71-ABCDB01E741B}" dt="2026-01-16T15:30:48.509" v="30536" actId="27636"/>
          <ac:spMkLst>
            <pc:docMk/>
            <pc:sldMk cId="3420887245" sldId="331"/>
            <ac:spMk id="2" creationId="{D38E6425-A7A8-E74F-32F6-AA5F69598EDA}"/>
          </ac:spMkLst>
        </pc:spChg>
        <pc:spChg chg="add mod">
          <ac:chgData name="Andrea Marcone" userId="650bfec5-dc8c-42e5-9303-c35eba02494d" providerId="ADAL" clId="{4CAABB25-AA6C-491B-BD71-ABCDB01E741B}" dt="2026-01-16T15:46:33.197" v="30696"/>
          <ac:spMkLst>
            <pc:docMk/>
            <pc:sldMk cId="3420887245" sldId="331"/>
            <ac:spMk id="3" creationId="{9EA18E51-6205-D8BA-155B-D8A1C268B189}"/>
          </ac:spMkLst>
        </pc:spChg>
      </pc:sldChg>
      <pc:sldChg chg="delSp modSp add del mod modTransition">
        <pc:chgData name="Andrea Marcone" userId="650bfec5-dc8c-42e5-9303-c35eba02494d" providerId="ADAL" clId="{4CAABB25-AA6C-491B-BD71-ABCDB01E741B}" dt="2026-01-13T17:12:53.325" v="23831" actId="47"/>
        <pc:sldMkLst>
          <pc:docMk/>
          <pc:sldMk cId="1650542736" sldId="332"/>
        </pc:sldMkLst>
      </pc:sldChg>
      <pc:sldChg chg="addSp delSp modSp add mod">
        <pc:chgData name="Andrea Marcone" userId="650bfec5-dc8c-42e5-9303-c35eba02494d" providerId="ADAL" clId="{4CAABB25-AA6C-491B-BD71-ABCDB01E741B}" dt="2026-01-29T15:38:16.963" v="32142" actId="114"/>
        <pc:sldMkLst>
          <pc:docMk/>
          <pc:sldMk cId="2145423282" sldId="332"/>
        </pc:sldMkLst>
        <pc:spChg chg="mod">
          <ac:chgData name="Andrea Marcone" userId="650bfec5-dc8c-42e5-9303-c35eba02494d" providerId="ADAL" clId="{4CAABB25-AA6C-491B-BD71-ABCDB01E741B}" dt="2026-01-13T17:17:43.616" v="24110" actId="27636"/>
          <ac:spMkLst>
            <pc:docMk/>
            <pc:sldMk cId="2145423282" sldId="332"/>
            <ac:spMk id="2" creationId="{E7EC46A1-02C7-69D7-0622-5603B1E4CCE7}"/>
          </ac:spMkLst>
        </pc:spChg>
        <pc:spChg chg="add mod">
          <ac:chgData name="Andrea Marcone" userId="650bfec5-dc8c-42e5-9303-c35eba02494d" providerId="ADAL" clId="{4CAABB25-AA6C-491B-BD71-ABCDB01E741B}" dt="2026-01-29T14:51:31.762" v="31819" actId="313"/>
          <ac:spMkLst>
            <pc:docMk/>
            <pc:sldMk cId="2145423282" sldId="332"/>
            <ac:spMk id="4" creationId="{ABE45A77-78D0-1CE6-10C9-35155A82FC26}"/>
          </ac:spMkLst>
        </pc:spChg>
        <pc:spChg chg="add mod">
          <ac:chgData name="Andrea Marcone" userId="650bfec5-dc8c-42e5-9303-c35eba02494d" providerId="ADAL" clId="{4CAABB25-AA6C-491B-BD71-ABCDB01E741B}" dt="2026-01-29T15:38:16.963" v="32142" actId="114"/>
          <ac:spMkLst>
            <pc:docMk/>
            <pc:sldMk cId="2145423282" sldId="332"/>
            <ac:spMk id="6" creationId="{8E1E9DCD-E8F7-D53C-8701-63FEB9E43F6F}"/>
          </ac:spMkLst>
        </pc:spChg>
      </pc:sldChg>
      <pc:sldChg chg="modSp add del mod modTransition">
        <pc:chgData name="Andrea Marcone" userId="650bfec5-dc8c-42e5-9303-c35eba02494d" providerId="ADAL" clId="{4CAABB25-AA6C-491B-BD71-ABCDB01E741B}" dt="2026-01-13T17:12:53.325" v="23831" actId="47"/>
        <pc:sldMkLst>
          <pc:docMk/>
          <pc:sldMk cId="3049621743" sldId="333"/>
        </pc:sldMkLst>
      </pc:sldChg>
      <pc:sldChg chg="addSp delSp modSp add mod">
        <pc:chgData name="Andrea Marcone" userId="650bfec5-dc8c-42e5-9303-c35eba02494d" providerId="ADAL" clId="{4CAABB25-AA6C-491B-BD71-ABCDB01E741B}" dt="2026-01-16T17:43:20.464" v="31300" actId="1035"/>
        <pc:sldMkLst>
          <pc:docMk/>
          <pc:sldMk cId="4215767770" sldId="333"/>
        </pc:sldMkLst>
        <pc:spChg chg="mod">
          <ac:chgData name="Andrea Marcone" userId="650bfec5-dc8c-42e5-9303-c35eba02494d" providerId="ADAL" clId="{4CAABB25-AA6C-491B-BD71-ABCDB01E741B}" dt="2026-01-13T17:18:00.703" v="24117" actId="27636"/>
          <ac:spMkLst>
            <pc:docMk/>
            <pc:sldMk cId="4215767770" sldId="333"/>
            <ac:spMk id="2" creationId="{764AD0CE-EBF0-799A-1A59-498CD9D946F4}"/>
          </ac:spMkLst>
        </pc:spChg>
        <pc:spChg chg="add mod">
          <ac:chgData name="Andrea Marcone" userId="650bfec5-dc8c-42e5-9303-c35eba02494d" providerId="ADAL" clId="{4CAABB25-AA6C-491B-BD71-ABCDB01E741B}" dt="2026-01-15T15:02:18.681" v="27444" actId="1076"/>
          <ac:spMkLst>
            <pc:docMk/>
            <pc:sldMk cId="4215767770" sldId="333"/>
            <ac:spMk id="3" creationId="{63884D13-0D5F-E38E-CF2E-9B7D9997CE53}"/>
          </ac:spMkLst>
        </pc:spChg>
        <pc:spChg chg="add mod">
          <ac:chgData name="Andrea Marcone" userId="650bfec5-dc8c-42e5-9303-c35eba02494d" providerId="ADAL" clId="{4CAABB25-AA6C-491B-BD71-ABCDB01E741B}" dt="2026-01-15T15:02:34.234" v="27465" actId="1076"/>
          <ac:spMkLst>
            <pc:docMk/>
            <pc:sldMk cId="4215767770" sldId="333"/>
            <ac:spMk id="4" creationId="{8F86E764-DB99-D0DD-C4B0-F3E1B350FB98}"/>
          </ac:spMkLst>
        </pc:spChg>
        <pc:spChg chg="add mod">
          <ac:chgData name="Andrea Marcone" userId="650bfec5-dc8c-42e5-9303-c35eba02494d" providerId="ADAL" clId="{4CAABB25-AA6C-491B-BD71-ABCDB01E741B}" dt="2026-01-15T15:03:30.922" v="27636" actId="20577"/>
          <ac:spMkLst>
            <pc:docMk/>
            <pc:sldMk cId="4215767770" sldId="333"/>
            <ac:spMk id="5" creationId="{3B3AC681-3CDD-C662-4C01-002F911EE403}"/>
          </ac:spMkLst>
        </pc:spChg>
      </pc:sldChg>
      <pc:sldChg chg="delSp modSp add del mod">
        <pc:chgData name="Andrea Marcone" userId="650bfec5-dc8c-42e5-9303-c35eba02494d" providerId="ADAL" clId="{4CAABB25-AA6C-491B-BD71-ABCDB01E741B}" dt="2026-01-16T15:15:48.406" v="30077" actId="2696"/>
        <pc:sldMkLst>
          <pc:docMk/>
          <pc:sldMk cId="15796151" sldId="334"/>
        </pc:sldMkLst>
      </pc:sldChg>
      <pc:sldChg chg="delSp add del mod modTransition">
        <pc:chgData name="Andrea Marcone" userId="650bfec5-dc8c-42e5-9303-c35eba02494d" providerId="ADAL" clId="{4CAABB25-AA6C-491B-BD71-ABCDB01E741B}" dt="2026-01-13T17:13:07.858" v="23833" actId="47"/>
        <pc:sldMkLst>
          <pc:docMk/>
          <pc:sldMk cId="810494631" sldId="334"/>
        </pc:sldMkLst>
      </pc:sldChg>
      <pc:sldChg chg="delSp add del mod modTransition">
        <pc:chgData name="Andrea Marcone" userId="650bfec5-dc8c-42e5-9303-c35eba02494d" providerId="ADAL" clId="{4CAABB25-AA6C-491B-BD71-ABCDB01E741B}" dt="2026-01-13T17:13:07.858" v="23833" actId="47"/>
        <pc:sldMkLst>
          <pc:docMk/>
          <pc:sldMk cId="221073473" sldId="335"/>
        </pc:sldMkLst>
      </pc:sldChg>
      <pc:sldChg chg="addSp delSp modSp add mod">
        <pc:chgData name="Andrea Marcone" userId="650bfec5-dc8c-42e5-9303-c35eba02494d" providerId="ADAL" clId="{4CAABB25-AA6C-491B-BD71-ABCDB01E741B}" dt="2026-02-05T17:12:04.960" v="32271" actId="20577"/>
        <pc:sldMkLst>
          <pc:docMk/>
          <pc:sldMk cId="2167550038" sldId="335"/>
        </pc:sldMkLst>
        <pc:spChg chg="add mod">
          <ac:chgData name="Andrea Marcone" userId="650bfec5-dc8c-42e5-9303-c35eba02494d" providerId="ADAL" clId="{4CAABB25-AA6C-491B-BD71-ABCDB01E741B}" dt="2026-02-05T17:12:04.960" v="32271" actId="20577"/>
          <ac:spMkLst>
            <pc:docMk/>
            <pc:sldMk cId="2167550038" sldId="335"/>
            <ac:spMk id="3" creationId="{98CE9BFB-CE89-9796-4F5D-2E59C13C3024}"/>
          </ac:spMkLst>
        </pc:spChg>
        <pc:spChg chg="add mod">
          <ac:chgData name="Andrea Marcone" userId="650bfec5-dc8c-42e5-9303-c35eba02494d" providerId="ADAL" clId="{4CAABB25-AA6C-491B-BD71-ABCDB01E741B}" dt="2026-01-29T15:41:34.066" v="32189" actId="164"/>
          <ac:spMkLst>
            <pc:docMk/>
            <pc:sldMk cId="2167550038" sldId="335"/>
            <ac:spMk id="4" creationId="{A73EFFC3-9353-9C1C-4E6B-EE25CD853A21}"/>
          </ac:spMkLst>
        </pc:spChg>
        <pc:spChg chg="add mod">
          <ac:chgData name="Andrea Marcone" userId="650bfec5-dc8c-42e5-9303-c35eba02494d" providerId="ADAL" clId="{4CAABB25-AA6C-491B-BD71-ABCDB01E741B}" dt="2026-01-29T15:30:27.719" v="32072"/>
          <ac:spMkLst>
            <pc:docMk/>
            <pc:sldMk cId="2167550038" sldId="335"/>
            <ac:spMk id="5" creationId="{4B36A9ED-7F86-262B-EAED-E2895C620039}"/>
          </ac:spMkLst>
        </pc:spChg>
        <pc:spChg chg="mod topLvl">
          <ac:chgData name="Andrea Marcone" userId="650bfec5-dc8c-42e5-9303-c35eba02494d" providerId="ADAL" clId="{4CAABB25-AA6C-491B-BD71-ABCDB01E741B}" dt="2026-01-29T15:41:53.025" v="32192" actId="164"/>
          <ac:spMkLst>
            <pc:docMk/>
            <pc:sldMk cId="2167550038" sldId="335"/>
            <ac:spMk id="10" creationId="{949291A2-7B91-1200-89FB-C9718B8B001C}"/>
          </ac:spMkLst>
        </pc:spChg>
        <pc:spChg chg="mod topLvl">
          <ac:chgData name="Andrea Marcone" userId="650bfec5-dc8c-42e5-9303-c35eba02494d" providerId="ADAL" clId="{4CAABB25-AA6C-491B-BD71-ABCDB01E741B}" dt="2026-01-29T15:41:34.066" v="32189" actId="164"/>
          <ac:spMkLst>
            <pc:docMk/>
            <pc:sldMk cId="2167550038" sldId="335"/>
            <ac:spMk id="12" creationId="{CC2232EF-0AD5-08E7-F4F1-01F22C39FDD8}"/>
          </ac:spMkLst>
        </pc:spChg>
        <pc:spChg chg="add mod">
          <ac:chgData name="Andrea Marcone" userId="650bfec5-dc8c-42e5-9303-c35eba02494d" providerId="ADAL" clId="{4CAABB25-AA6C-491B-BD71-ABCDB01E741B}" dt="2026-01-29T15:36:24.172" v="32110" actId="20577"/>
          <ac:spMkLst>
            <pc:docMk/>
            <pc:sldMk cId="2167550038" sldId="335"/>
            <ac:spMk id="13" creationId="{94DDAEB9-B566-E0EE-2818-9777BC2CC589}"/>
          </ac:spMkLst>
        </pc:spChg>
        <pc:spChg chg="mod topLvl">
          <ac:chgData name="Andrea Marcone" userId="650bfec5-dc8c-42e5-9303-c35eba02494d" providerId="ADAL" clId="{4CAABB25-AA6C-491B-BD71-ABCDB01E741B}" dt="2026-01-29T15:41:34.066" v="32189" actId="164"/>
          <ac:spMkLst>
            <pc:docMk/>
            <pc:sldMk cId="2167550038" sldId="335"/>
            <ac:spMk id="14" creationId="{6AEACF23-7FF2-2D75-2EEF-484CD74DB5DA}"/>
          </ac:spMkLst>
        </pc:spChg>
        <pc:spChg chg="add mod">
          <ac:chgData name="Andrea Marcone" userId="650bfec5-dc8c-42e5-9303-c35eba02494d" providerId="ADAL" clId="{4CAABB25-AA6C-491B-BD71-ABCDB01E741B}" dt="2026-01-29T15:36:36.002" v="32117" actId="114"/>
          <ac:spMkLst>
            <pc:docMk/>
            <pc:sldMk cId="2167550038" sldId="335"/>
            <ac:spMk id="15" creationId="{E1EB5E41-6F42-18A5-DC03-EE1609EDA8BB}"/>
          </ac:spMkLst>
        </pc:spChg>
        <pc:spChg chg="mod">
          <ac:chgData name="Andrea Marcone" userId="650bfec5-dc8c-42e5-9303-c35eba02494d" providerId="ADAL" clId="{4CAABB25-AA6C-491B-BD71-ABCDB01E741B}" dt="2026-02-02T11:47:15.379" v="32230" actId="20577"/>
          <ac:spMkLst>
            <pc:docMk/>
            <pc:sldMk cId="2167550038" sldId="335"/>
            <ac:spMk id="17" creationId="{EA5B2F7E-377D-4CDC-9C40-EE973D938274}"/>
          </ac:spMkLst>
        </pc:spChg>
        <pc:spChg chg="add mod">
          <ac:chgData name="Andrea Marcone" userId="650bfec5-dc8c-42e5-9303-c35eba02494d" providerId="ADAL" clId="{4CAABB25-AA6C-491B-BD71-ABCDB01E741B}" dt="2026-01-29T15:36:48.663" v="32123" actId="114"/>
          <ac:spMkLst>
            <pc:docMk/>
            <pc:sldMk cId="2167550038" sldId="335"/>
            <ac:spMk id="18" creationId="{27522434-36FD-DD9A-610B-73FE198F5315}"/>
          </ac:spMkLst>
        </pc:spChg>
        <pc:spChg chg="add mod">
          <ac:chgData name="Andrea Marcone" userId="650bfec5-dc8c-42e5-9303-c35eba02494d" providerId="ADAL" clId="{4CAABB25-AA6C-491B-BD71-ABCDB01E741B}" dt="2026-01-16T11:09:45.333" v="29663" actId="12788"/>
          <ac:spMkLst>
            <pc:docMk/>
            <pc:sldMk cId="2167550038" sldId="335"/>
            <ac:spMk id="19" creationId="{4F8E2E6C-8FF7-F0E1-8C5F-5AA6361D6842}"/>
          </ac:spMkLst>
        </pc:spChg>
        <pc:spChg chg="mod">
          <ac:chgData name="Andrea Marcone" userId="650bfec5-dc8c-42e5-9303-c35eba02494d" providerId="ADAL" clId="{4CAABB25-AA6C-491B-BD71-ABCDB01E741B}" dt="2026-02-02T11:47:18.146" v="32231" actId="20577"/>
          <ac:spMkLst>
            <pc:docMk/>
            <pc:sldMk cId="2167550038" sldId="335"/>
            <ac:spMk id="21" creationId="{B703C58A-CC33-06FB-77BD-298148986054}"/>
          </ac:spMkLst>
        </pc:spChg>
        <pc:spChg chg="mod">
          <ac:chgData name="Andrea Marcone" userId="650bfec5-dc8c-42e5-9303-c35eba02494d" providerId="ADAL" clId="{4CAABB25-AA6C-491B-BD71-ABCDB01E741B}" dt="2026-01-29T15:36:14.920" v="32106" actId="114"/>
          <ac:spMkLst>
            <pc:docMk/>
            <pc:sldMk cId="2167550038" sldId="335"/>
            <ac:spMk id="23" creationId="{3B3C1FC2-DCF0-625E-F1DA-CFDDB6F23940}"/>
          </ac:spMkLst>
        </pc:spChg>
        <pc:grpChg chg="add mod">
          <ac:chgData name="Andrea Marcone" userId="650bfec5-dc8c-42e5-9303-c35eba02494d" providerId="ADAL" clId="{4CAABB25-AA6C-491B-BD71-ABCDB01E741B}" dt="2026-01-29T15:41:53.025" v="32192" actId="164"/>
          <ac:grpSpMkLst>
            <pc:docMk/>
            <pc:sldMk cId="2167550038" sldId="335"/>
            <ac:grpSpMk id="6" creationId="{60990302-7FAB-9C31-3587-22BED92F9B6D}"/>
          </ac:grpSpMkLst>
        </pc:grpChg>
        <pc:grpChg chg="add mod">
          <ac:chgData name="Andrea Marcone" userId="650bfec5-dc8c-42e5-9303-c35eba02494d" providerId="ADAL" clId="{4CAABB25-AA6C-491B-BD71-ABCDB01E741B}" dt="2026-01-29T15:41:53.025" v="32192" actId="164"/>
          <ac:grpSpMkLst>
            <pc:docMk/>
            <pc:sldMk cId="2167550038" sldId="335"/>
            <ac:grpSpMk id="7" creationId="{FD48417F-B237-30B0-64EC-F2E97E89162F}"/>
          </ac:grpSpMkLst>
        </pc:grpChg>
      </pc:sldChg>
      <pc:sldChg chg="addSp delSp modSp add mod">
        <pc:chgData name="Andrea Marcone" userId="650bfec5-dc8c-42e5-9303-c35eba02494d" providerId="ADAL" clId="{4CAABB25-AA6C-491B-BD71-ABCDB01E741B}" dt="2026-02-02T11:41:57.213" v="32221" actId="1036"/>
        <pc:sldMkLst>
          <pc:docMk/>
          <pc:sldMk cId="921305628" sldId="336"/>
        </pc:sldMkLst>
        <pc:spChg chg="add mod">
          <ac:chgData name="Andrea Marcone" userId="650bfec5-dc8c-42e5-9303-c35eba02494d" providerId="ADAL" clId="{4CAABB25-AA6C-491B-BD71-ABCDB01E741B}" dt="2026-01-15T11:39:26.743" v="26783" actId="1076"/>
          <ac:spMkLst>
            <pc:docMk/>
            <pc:sldMk cId="921305628" sldId="336"/>
            <ac:spMk id="3" creationId="{B17491CD-CA0E-1CFF-3019-B8C55AF3F98B}"/>
          </ac:spMkLst>
        </pc:spChg>
        <pc:spChg chg="add mod">
          <ac:chgData name="Andrea Marcone" userId="650bfec5-dc8c-42e5-9303-c35eba02494d" providerId="ADAL" clId="{4CAABB25-AA6C-491B-BD71-ABCDB01E741B}" dt="2026-02-02T11:41:57.213" v="32221" actId="1036"/>
          <ac:spMkLst>
            <pc:docMk/>
            <pc:sldMk cId="921305628" sldId="336"/>
            <ac:spMk id="5" creationId="{6F899C31-AAF2-3B13-19DC-45DA916CF182}"/>
          </ac:spMkLst>
        </pc:spChg>
        <pc:picChg chg="mod">
          <ac:chgData name="Andrea Marcone" userId="650bfec5-dc8c-42e5-9303-c35eba02494d" providerId="ADAL" clId="{4CAABB25-AA6C-491B-BD71-ABCDB01E741B}" dt="2026-01-15T11:38:09.348" v="26714" actId="14100"/>
          <ac:picMkLst>
            <pc:docMk/>
            <pc:sldMk cId="921305628" sldId="336"/>
            <ac:picMk id="12" creationId="{30CB9F42-1421-0C3D-32A2-D009E92A3962}"/>
          </ac:picMkLst>
        </pc:picChg>
      </pc:sldChg>
      <pc:sldChg chg="delSp add del mod modTransition">
        <pc:chgData name="Andrea Marcone" userId="650bfec5-dc8c-42e5-9303-c35eba02494d" providerId="ADAL" clId="{4CAABB25-AA6C-491B-BD71-ABCDB01E741B}" dt="2026-01-13T17:13:07.858" v="23833" actId="47"/>
        <pc:sldMkLst>
          <pc:docMk/>
          <pc:sldMk cId="2838978913" sldId="336"/>
        </pc:sldMkLst>
      </pc:sldChg>
      <pc:sldChg chg="add del modTransition">
        <pc:chgData name="Andrea Marcone" userId="650bfec5-dc8c-42e5-9303-c35eba02494d" providerId="ADAL" clId="{4CAABB25-AA6C-491B-BD71-ABCDB01E741B}" dt="2026-01-13T17:13:07.858" v="23833" actId="47"/>
        <pc:sldMkLst>
          <pc:docMk/>
          <pc:sldMk cId="2137698243" sldId="337"/>
        </pc:sldMkLst>
      </pc:sldChg>
      <pc:sldChg chg="addSp delSp modSp add mod">
        <pc:chgData name="Andrea Marcone" userId="650bfec5-dc8c-42e5-9303-c35eba02494d" providerId="ADAL" clId="{4CAABB25-AA6C-491B-BD71-ABCDB01E741B}" dt="2026-02-02T11:42:08.900" v="32225"/>
        <pc:sldMkLst>
          <pc:docMk/>
          <pc:sldMk cId="3430609785" sldId="337"/>
        </pc:sldMkLst>
        <pc:spChg chg="add mod">
          <ac:chgData name="Andrea Marcone" userId="650bfec5-dc8c-42e5-9303-c35eba02494d" providerId="ADAL" clId="{4CAABB25-AA6C-491B-BD71-ABCDB01E741B}" dt="2026-02-02T11:42:08.900" v="32225"/>
          <ac:spMkLst>
            <pc:docMk/>
            <pc:sldMk cId="3430609785" sldId="337"/>
            <ac:spMk id="5" creationId="{E5AE2045-1B74-02A1-F642-BF5822E95024}"/>
          </ac:spMkLst>
        </pc:spChg>
        <pc:spChg chg="mod">
          <ac:chgData name="Andrea Marcone" userId="650bfec5-dc8c-42e5-9303-c35eba02494d" providerId="ADAL" clId="{4CAABB25-AA6C-491B-BD71-ABCDB01E741B}" dt="2026-01-15T14:35:51.355" v="27221" actId="6549"/>
          <ac:spMkLst>
            <pc:docMk/>
            <pc:sldMk cId="3430609785" sldId="337"/>
            <ac:spMk id="8" creationId="{2542A58E-0E07-008F-076A-C0C3D9414D27}"/>
          </ac:spMkLst>
        </pc:spChg>
        <pc:cxnChg chg="mod">
          <ac:chgData name="Andrea Marcone" userId="650bfec5-dc8c-42e5-9303-c35eba02494d" providerId="ADAL" clId="{4CAABB25-AA6C-491B-BD71-ABCDB01E741B}" dt="2026-01-15T14:35:26.665" v="27202" actId="1038"/>
          <ac:cxnSpMkLst>
            <pc:docMk/>
            <pc:sldMk cId="3430609785" sldId="337"/>
            <ac:cxnSpMk id="7" creationId="{ED92085E-E7A2-F6A9-8856-AA31A2BDA930}"/>
          </ac:cxnSpMkLst>
        </pc:cxnChg>
        <pc:cxnChg chg="mod">
          <ac:chgData name="Andrea Marcone" userId="650bfec5-dc8c-42e5-9303-c35eba02494d" providerId="ADAL" clId="{4CAABB25-AA6C-491B-BD71-ABCDB01E741B}" dt="2026-01-15T14:38:38.770" v="27364" actId="1582"/>
          <ac:cxnSpMkLst>
            <pc:docMk/>
            <pc:sldMk cId="3430609785" sldId="337"/>
            <ac:cxnSpMk id="10" creationId="{CEE3B1EF-7FF5-995E-A49A-BFCE212F12D5}"/>
          </ac:cxnSpMkLst>
        </pc:cxnChg>
      </pc:sldChg>
      <pc:sldChg chg="del modTransition">
        <pc:chgData name="Andrea Marcone" userId="650bfec5-dc8c-42e5-9303-c35eba02494d" providerId="ADAL" clId="{4CAABB25-AA6C-491B-BD71-ABCDB01E741B}" dt="2026-01-13T17:12:53.325" v="23831" actId="47"/>
        <pc:sldMkLst>
          <pc:docMk/>
          <pc:sldMk cId="1606078989" sldId="338"/>
        </pc:sldMkLst>
      </pc:sldChg>
      <pc:sldChg chg="addSp delSp modSp add mod">
        <pc:chgData name="Andrea Marcone" userId="650bfec5-dc8c-42e5-9303-c35eba02494d" providerId="ADAL" clId="{4CAABB25-AA6C-491B-BD71-ABCDB01E741B}" dt="2026-02-02T11:42:15.836" v="32227"/>
        <pc:sldMkLst>
          <pc:docMk/>
          <pc:sldMk cId="3691015976" sldId="338"/>
        </pc:sldMkLst>
        <pc:spChg chg="add mod">
          <ac:chgData name="Andrea Marcone" userId="650bfec5-dc8c-42e5-9303-c35eba02494d" providerId="ADAL" clId="{4CAABB25-AA6C-491B-BD71-ABCDB01E741B}" dt="2026-02-02T11:42:15.836" v="32227"/>
          <ac:spMkLst>
            <pc:docMk/>
            <pc:sldMk cId="3691015976" sldId="338"/>
            <ac:spMk id="5" creationId="{B4565C10-74B3-1B14-EF41-18E110AD1281}"/>
          </ac:spMkLst>
        </pc:spChg>
        <pc:spChg chg="mod">
          <ac:chgData name="Andrea Marcone" userId="650bfec5-dc8c-42e5-9303-c35eba02494d" providerId="ADAL" clId="{4CAABB25-AA6C-491B-BD71-ABCDB01E741B}" dt="2026-01-15T14:37:15.175" v="27361" actId="20577"/>
          <ac:spMkLst>
            <pc:docMk/>
            <pc:sldMk cId="3691015976" sldId="338"/>
            <ac:spMk id="8" creationId="{0794E908-1A8C-78AF-2EC8-C933F6F77A66}"/>
          </ac:spMkLst>
        </pc:spChg>
        <pc:cxnChg chg="mod">
          <ac:chgData name="Andrea Marcone" userId="650bfec5-dc8c-42e5-9303-c35eba02494d" providerId="ADAL" clId="{4CAABB25-AA6C-491B-BD71-ABCDB01E741B}" dt="2026-01-15T14:36:19.914" v="27320" actId="1037"/>
          <ac:cxnSpMkLst>
            <pc:docMk/>
            <pc:sldMk cId="3691015976" sldId="338"/>
            <ac:cxnSpMk id="6" creationId="{8919E2FF-D36E-DED0-2FE1-EFC87823F7C9}"/>
          </ac:cxnSpMkLst>
        </pc:cxnChg>
        <pc:cxnChg chg="mod">
          <ac:chgData name="Andrea Marcone" userId="650bfec5-dc8c-42e5-9303-c35eba02494d" providerId="ADAL" clId="{4CAABB25-AA6C-491B-BD71-ABCDB01E741B}" dt="2026-01-15T14:38:29.550" v="27363" actId="1582"/>
          <ac:cxnSpMkLst>
            <pc:docMk/>
            <pc:sldMk cId="3691015976" sldId="338"/>
            <ac:cxnSpMk id="10" creationId="{EC9E6F6A-D353-073D-F5B0-ABB10535492B}"/>
          </ac:cxnSpMkLst>
        </pc:cxnChg>
      </pc:sldChg>
      <pc:sldChg chg="delSp modSp add mod">
        <pc:chgData name="Andrea Marcone" userId="650bfec5-dc8c-42e5-9303-c35eba02494d" providerId="ADAL" clId="{4CAABB25-AA6C-491B-BD71-ABCDB01E741B}" dt="2026-01-16T16:25:54.337" v="31141" actId="478"/>
        <pc:sldMkLst>
          <pc:docMk/>
          <pc:sldMk cId="464614448" sldId="339"/>
        </pc:sldMkLst>
      </pc:sldChg>
      <pc:sldChg chg="del modTransition">
        <pc:chgData name="Andrea Marcone" userId="650bfec5-dc8c-42e5-9303-c35eba02494d" providerId="ADAL" clId="{4CAABB25-AA6C-491B-BD71-ABCDB01E741B}" dt="2026-01-13T17:12:53.325" v="23831" actId="47"/>
        <pc:sldMkLst>
          <pc:docMk/>
          <pc:sldMk cId="668308344" sldId="339"/>
        </pc:sldMkLst>
      </pc:sldChg>
      <pc:sldChg chg="add del">
        <pc:chgData name="Andrea Marcone" userId="650bfec5-dc8c-42e5-9303-c35eba02494d" providerId="ADAL" clId="{4CAABB25-AA6C-491B-BD71-ABCDB01E741B}" dt="2026-01-16T11:43:12.917" v="30072" actId="2696"/>
        <pc:sldMkLst>
          <pc:docMk/>
          <pc:sldMk cId="3170779730" sldId="339"/>
        </pc:sldMkLst>
      </pc:sldChg>
      <pc:sldChg chg="addSp delSp modSp add mod">
        <pc:chgData name="Andrea Marcone" userId="650bfec5-dc8c-42e5-9303-c35eba02494d" providerId="ADAL" clId="{4CAABB25-AA6C-491B-BD71-ABCDB01E741B}" dt="2026-02-05T17:14:51.418" v="32277"/>
        <pc:sldMkLst>
          <pc:docMk/>
          <pc:sldMk cId="877660048" sldId="340"/>
        </pc:sldMkLst>
        <pc:spChg chg="add mod">
          <ac:chgData name="Andrea Marcone" userId="650bfec5-dc8c-42e5-9303-c35eba02494d" providerId="ADAL" clId="{4CAABB25-AA6C-491B-BD71-ABCDB01E741B}" dt="2026-02-05T17:14:51.418" v="32277"/>
          <ac:spMkLst>
            <pc:docMk/>
            <pc:sldMk cId="877660048" sldId="340"/>
            <ac:spMk id="4" creationId="{C2EA7012-372C-C092-3EBA-94B9C9929016}"/>
          </ac:spMkLst>
        </pc:spChg>
        <pc:spChg chg="del mod">
          <ac:chgData name="Andrea Marcone" userId="650bfec5-dc8c-42e5-9303-c35eba02494d" providerId="ADAL" clId="{4CAABB25-AA6C-491B-BD71-ABCDB01E741B}" dt="2026-02-05T17:14:50.865" v="32276" actId="478"/>
          <ac:spMkLst>
            <pc:docMk/>
            <pc:sldMk cId="877660048" sldId="340"/>
            <ac:spMk id="19" creationId="{593C2517-CF44-1429-F0A1-E28EC507CCE9}"/>
          </ac:spMkLst>
        </pc:spChg>
      </pc:sldChg>
      <pc:sldChg chg="modSp del mod modTransition">
        <pc:chgData name="Andrea Marcone" userId="650bfec5-dc8c-42e5-9303-c35eba02494d" providerId="ADAL" clId="{4CAABB25-AA6C-491B-BD71-ABCDB01E741B}" dt="2026-01-13T17:12:53.325" v="23831" actId="47"/>
        <pc:sldMkLst>
          <pc:docMk/>
          <pc:sldMk cId="3703691129" sldId="340"/>
        </pc:sldMkLst>
      </pc:sldChg>
      <pc:sldChg chg="addSp delSp modSp del mod modTransition">
        <pc:chgData name="Andrea Marcone" userId="650bfec5-dc8c-42e5-9303-c35eba02494d" providerId="ADAL" clId="{4CAABB25-AA6C-491B-BD71-ABCDB01E741B}" dt="2026-01-13T17:12:53.325" v="23831" actId="47"/>
        <pc:sldMkLst>
          <pc:docMk/>
          <pc:sldMk cId="338920094" sldId="341"/>
        </pc:sldMkLst>
      </pc:sldChg>
      <pc:sldChg chg="delSp modSp add mod">
        <pc:chgData name="Andrea Marcone" userId="650bfec5-dc8c-42e5-9303-c35eba02494d" providerId="ADAL" clId="{4CAABB25-AA6C-491B-BD71-ABCDB01E741B}" dt="2026-01-16T16:28:41.405" v="31155" actId="478"/>
        <pc:sldMkLst>
          <pc:docMk/>
          <pc:sldMk cId="2410537895" sldId="341"/>
        </pc:sldMkLst>
        <pc:spChg chg="mod">
          <ac:chgData name="Andrea Marcone" userId="650bfec5-dc8c-42e5-9303-c35eba02494d" providerId="ADAL" clId="{4CAABB25-AA6C-491B-BD71-ABCDB01E741B}" dt="2026-01-16T16:28:32.755" v="31153" actId="2085"/>
          <ac:spMkLst>
            <pc:docMk/>
            <pc:sldMk cId="2410537895" sldId="341"/>
            <ac:spMk id="19" creationId="{971B5A90-E813-0C11-0ED2-A38360CB511D}"/>
          </ac:spMkLst>
        </pc:spChg>
        <pc:spChg chg="mod">
          <ac:chgData name="Andrea Marcone" userId="650bfec5-dc8c-42e5-9303-c35eba02494d" providerId="ADAL" clId="{4CAABB25-AA6C-491B-BD71-ABCDB01E741B}" dt="2026-01-16T16:28:29.670" v="31152" actId="2085"/>
          <ac:spMkLst>
            <pc:docMk/>
            <pc:sldMk cId="2410537895" sldId="341"/>
            <ac:spMk id="25" creationId="{4749AABE-6247-8D6F-A2F3-C8AA1D1881B3}"/>
          </ac:spMkLst>
        </pc:spChg>
      </pc:sldChg>
      <pc:sldChg chg="addSp delSp modSp add del mod modTransition">
        <pc:chgData name="Andrea Marcone" userId="650bfec5-dc8c-42e5-9303-c35eba02494d" providerId="ADAL" clId="{4CAABB25-AA6C-491B-BD71-ABCDB01E741B}" dt="2026-01-13T17:12:53.325" v="23831" actId="47"/>
        <pc:sldMkLst>
          <pc:docMk/>
          <pc:sldMk cId="2618470446" sldId="342"/>
        </pc:sldMkLst>
      </pc:sldChg>
      <pc:sldChg chg="modSp add mod">
        <pc:chgData name="Andrea Marcone" userId="650bfec5-dc8c-42e5-9303-c35eba02494d" providerId="ADAL" clId="{4CAABB25-AA6C-491B-BD71-ABCDB01E741B}" dt="2026-02-05T17:12:57.070" v="32275" actId="14100"/>
        <pc:sldMkLst>
          <pc:docMk/>
          <pc:sldMk cId="2783210116" sldId="342"/>
        </pc:sldMkLst>
        <pc:spChg chg="mod">
          <ac:chgData name="Andrea Marcone" userId="650bfec5-dc8c-42e5-9303-c35eba02494d" providerId="ADAL" clId="{4CAABB25-AA6C-491B-BD71-ABCDB01E741B}" dt="2026-02-05T17:12:42.414" v="32274"/>
          <ac:spMkLst>
            <pc:docMk/>
            <pc:sldMk cId="2783210116" sldId="342"/>
            <ac:spMk id="33" creationId="{891F3C5B-8D2C-F6C1-3149-1B59C982E105}"/>
          </ac:spMkLst>
        </pc:spChg>
        <pc:spChg chg="mod">
          <ac:chgData name="Andrea Marcone" userId="650bfec5-dc8c-42e5-9303-c35eba02494d" providerId="ADAL" clId="{4CAABB25-AA6C-491B-BD71-ABCDB01E741B}" dt="2026-01-29T15:38:04.293" v="32139" actId="114"/>
          <ac:spMkLst>
            <pc:docMk/>
            <pc:sldMk cId="2783210116" sldId="342"/>
            <ac:spMk id="34" creationId="{62557F61-69E9-1E5B-AA03-6FA3AED8E936}"/>
          </ac:spMkLst>
        </pc:spChg>
        <pc:spChg chg="mod">
          <ac:chgData name="Andrea Marcone" userId="650bfec5-dc8c-42e5-9303-c35eba02494d" providerId="ADAL" clId="{4CAABB25-AA6C-491B-BD71-ABCDB01E741B}" dt="2026-02-05T17:12:57.070" v="32275" actId="14100"/>
          <ac:spMkLst>
            <pc:docMk/>
            <pc:sldMk cId="2783210116" sldId="342"/>
            <ac:spMk id="36" creationId="{2F6B6C38-21F6-BD30-0B50-9B545604FF14}"/>
          </ac:spMkLst>
        </pc:spChg>
      </pc:sldChg>
      <pc:sldChg chg="modSp add del mod modTransition">
        <pc:chgData name="Andrea Marcone" userId="650bfec5-dc8c-42e5-9303-c35eba02494d" providerId="ADAL" clId="{4CAABB25-AA6C-491B-BD71-ABCDB01E741B}" dt="2026-01-13T17:12:53.325" v="23831" actId="47"/>
        <pc:sldMkLst>
          <pc:docMk/>
          <pc:sldMk cId="734129582" sldId="343"/>
        </pc:sldMkLst>
      </pc:sldChg>
      <pc:sldChg chg="modSp mod">
        <pc:chgData name="Andrea Marcone" userId="650bfec5-dc8c-42e5-9303-c35eba02494d" providerId="ADAL" clId="{4CAABB25-AA6C-491B-BD71-ABCDB01E741B}" dt="2026-01-29T15:39:00.716" v="32164" actId="114"/>
        <pc:sldMkLst>
          <pc:docMk/>
          <pc:sldMk cId="3758641672" sldId="343"/>
        </pc:sldMkLst>
        <pc:spChg chg="mod">
          <ac:chgData name="Andrea Marcone" userId="650bfec5-dc8c-42e5-9303-c35eba02494d" providerId="ADAL" clId="{4CAABB25-AA6C-491B-BD71-ABCDB01E741B}" dt="2026-01-29T14:51:32.688" v="31820" actId="313"/>
          <ac:spMkLst>
            <pc:docMk/>
            <pc:sldMk cId="3758641672" sldId="343"/>
            <ac:spMk id="4" creationId="{2D485F0D-F923-2EF4-43E7-D262A016627E}"/>
          </ac:spMkLst>
        </pc:spChg>
        <pc:spChg chg="mod">
          <ac:chgData name="Andrea Marcone" userId="650bfec5-dc8c-42e5-9303-c35eba02494d" providerId="ADAL" clId="{4CAABB25-AA6C-491B-BD71-ABCDB01E741B}" dt="2026-01-29T15:38:31.422" v="32145" actId="114"/>
          <ac:spMkLst>
            <pc:docMk/>
            <pc:sldMk cId="3758641672" sldId="343"/>
            <ac:spMk id="6" creationId="{C8C3FFCC-58DA-2C01-ACCE-55E4A6515C43}"/>
          </ac:spMkLst>
        </pc:spChg>
        <pc:spChg chg="mod">
          <ac:chgData name="Andrea Marcone" userId="650bfec5-dc8c-42e5-9303-c35eba02494d" providerId="ADAL" clId="{4CAABB25-AA6C-491B-BD71-ABCDB01E741B}" dt="2026-01-29T15:39:00.716" v="32164" actId="114"/>
          <ac:spMkLst>
            <pc:docMk/>
            <pc:sldMk cId="3758641672" sldId="343"/>
            <ac:spMk id="7" creationId="{E566CB0E-91FD-FF90-C6C9-561B0EFDE8F3}"/>
          </ac:spMkLst>
        </pc:spChg>
        <pc:spChg chg="mod">
          <ac:chgData name="Andrea Marcone" userId="650bfec5-dc8c-42e5-9303-c35eba02494d" providerId="ADAL" clId="{4CAABB25-AA6C-491B-BD71-ABCDB01E741B}" dt="2026-01-29T15:38:37.897" v="32155" actId="20577"/>
          <ac:spMkLst>
            <pc:docMk/>
            <pc:sldMk cId="3758641672" sldId="343"/>
            <ac:spMk id="8" creationId="{AA844789-3288-E808-DC8D-BDF74F9D6600}"/>
          </ac:spMkLst>
        </pc:spChg>
        <pc:spChg chg="mod">
          <ac:chgData name="Andrea Marcone" userId="650bfec5-dc8c-42e5-9303-c35eba02494d" providerId="ADAL" clId="{4CAABB25-AA6C-491B-BD71-ABCDB01E741B}" dt="2026-01-29T15:38:54.266" v="32161" actId="114"/>
          <ac:spMkLst>
            <pc:docMk/>
            <pc:sldMk cId="3758641672" sldId="343"/>
            <ac:spMk id="10" creationId="{AE059139-690B-EF59-01CA-652203FE9FC2}"/>
          </ac:spMkLst>
        </pc:spChg>
      </pc:sldChg>
      <pc:sldChg chg="addSp delSp modSp add del mod modTransition">
        <pc:chgData name="Andrea Marcone" userId="650bfec5-dc8c-42e5-9303-c35eba02494d" providerId="ADAL" clId="{4CAABB25-AA6C-491B-BD71-ABCDB01E741B}" dt="2026-01-13T17:12:53.325" v="23831" actId="47"/>
        <pc:sldMkLst>
          <pc:docMk/>
          <pc:sldMk cId="3430817542" sldId="344"/>
        </pc:sldMkLst>
      </pc:sldChg>
      <pc:sldChg chg="addSp delSp modSp add del mod modTransition">
        <pc:chgData name="Andrea Marcone" userId="650bfec5-dc8c-42e5-9303-c35eba02494d" providerId="ADAL" clId="{4CAABB25-AA6C-491B-BD71-ABCDB01E741B}" dt="2026-01-13T17:12:53.325" v="23831" actId="47"/>
        <pc:sldMkLst>
          <pc:docMk/>
          <pc:sldMk cId="1920594644" sldId="345"/>
        </pc:sldMkLst>
      </pc:sldChg>
      <pc:sldChg chg="addSp delSp modSp add mod">
        <pc:chgData name="Andrea Marcone" userId="650bfec5-dc8c-42e5-9303-c35eba02494d" providerId="ADAL" clId="{4CAABB25-AA6C-491B-BD71-ABCDB01E741B}" dt="2026-02-02T11:42:02.967" v="32223"/>
        <pc:sldMkLst>
          <pc:docMk/>
          <pc:sldMk cId="2355481164" sldId="345"/>
        </pc:sldMkLst>
        <pc:spChg chg="add mod">
          <ac:chgData name="Andrea Marcone" userId="650bfec5-dc8c-42e5-9303-c35eba02494d" providerId="ADAL" clId="{4CAABB25-AA6C-491B-BD71-ABCDB01E741B}" dt="2026-02-02T11:42:02.967" v="32223"/>
          <ac:spMkLst>
            <pc:docMk/>
            <pc:sldMk cId="2355481164" sldId="345"/>
            <ac:spMk id="4" creationId="{DFE264B7-F06F-1F93-4A86-B35DD156C5F2}"/>
          </ac:spMkLst>
        </pc:spChg>
      </pc:sldChg>
      <pc:sldChg chg="addSp delSp modSp del mod modTransition">
        <pc:chgData name="Andrea Marcone" userId="650bfec5-dc8c-42e5-9303-c35eba02494d" providerId="ADAL" clId="{4CAABB25-AA6C-491B-BD71-ABCDB01E741B}" dt="2026-01-13T17:12:53.325" v="23831" actId="47"/>
        <pc:sldMkLst>
          <pc:docMk/>
          <pc:sldMk cId="4172746191" sldId="346"/>
        </pc:sldMkLst>
      </pc:sldChg>
      <pc:sldChg chg="addSp delSp modSp add mod">
        <pc:chgData name="Andrea Marcone" userId="650bfec5-dc8c-42e5-9303-c35eba02494d" providerId="ADAL" clId="{4CAABB25-AA6C-491B-BD71-ABCDB01E741B}" dt="2026-02-02T11:42:20.479" v="32229"/>
        <pc:sldMkLst>
          <pc:docMk/>
          <pc:sldMk cId="4257332602" sldId="346"/>
        </pc:sldMkLst>
        <pc:spChg chg="mod">
          <ac:chgData name="Andrea Marcone" userId="650bfec5-dc8c-42e5-9303-c35eba02494d" providerId="ADAL" clId="{4CAABB25-AA6C-491B-BD71-ABCDB01E741B}" dt="2026-01-29T15:32:21.555" v="32080" actId="1582"/>
          <ac:spMkLst>
            <pc:docMk/>
            <pc:sldMk cId="4257332602" sldId="346"/>
            <ac:spMk id="3" creationId="{8819A642-6C1D-89F6-03D9-4A9C7283FD58}"/>
          </ac:spMkLst>
        </pc:spChg>
        <pc:spChg chg="add mod">
          <ac:chgData name="Andrea Marcone" userId="650bfec5-dc8c-42e5-9303-c35eba02494d" providerId="ADAL" clId="{4CAABB25-AA6C-491B-BD71-ABCDB01E741B}" dt="2026-02-02T11:42:20.479" v="32229"/>
          <ac:spMkLst>
            <pc:docMk/>
            <pc:sldMk cId="4257332602" sldId="346"/>
            <ac:spMk id="5" creationId="{A3507F65-6597-4FC3-2ED2-EB3B47AD1B7C}"/>
          </ac:spMkLst>
        </pc:spChg>
      </pc:sldChg>
      <pc:sldChg chg="addSp modSp del mod modTransition">
        <pc:chgData name="Andrea Marcone" userId="650bfec5-dc8c-42e5-9303-c35eba02494d" providerId="ADAL" clId="{4CAABB25-AA6C-491B-BD71-ABCDB01E741B}" dt="2026-01-13T17:12:53.325" v="23831" actId="47"/>
        <pc:sldMkLst>
          <pc:docMk/>
          <pc:sldMk cId="2210911926" sldId="347"/>
        </pc:sldMkLst>
      </pc:sldChg>
      <pc:sldChg chg="modSp del mod modTransition">
        <pc:chgData name="Andrea Marcone" userId="650bfec5-dc8c-42e5-9303-c35eba02494d" providerId="ADAL" clId="{4CAABB25-AA6C-491B-BD71-ABCDB01E741B}" dt="2026-01-13T17:12:53.325" v="23831" actId="47"/>
        <pc:sldMkLst>
          <pc:docMk/>
          <pc:sldMk cId="2163337470" sldId="348"/>
        </pc:sldMkLst>
      </pc:sldChg>
      <pc:sldChg chg="modSp add del mod">
        <pc:chgData name="Andrea Marcone" userId="650bfec5-dc8c-42e5-9303-c35eba02494d" providerId="ADAL" clId="{4CAABB25-AA6C-491B-BD71-ABCDB01E741B}" dt="2026-01-13T17:12:53.325" v="23831" actId="47"/>
        <pc:sldMkLst>
          <pc:docMk/>
          <pc:sldMk cId="4213682622" sldId="349"/>
        </pc:sldMkLst>
      </pc:sldChg>
      <pc:sldChg chg="del">
        <pc:chgData name="Andrea Marcone" userId="650bfec5-dc8c-42e5-9303-c35eba02494d" providerId="ADAL" clId="{4CAABB25-AA6C-491B-BD71-ABCDB01E741B}" dt="2026-01-13T17:12:53.325" v="23831" actId="47"/>
        <pc:sldMkLst>
          <pc:docMk/>
          <pc:sldMk cId="2705075407" sldId="350"/>
        </pc:sldMkLst>
      </pc:sldChg>
      <pc:sldChg chg="del">
        <pc:chgData name="Andrea Marcone" userId="650bfec5-dc8c-42e5-9303-c35eba02494d" providerId="ADAL" clId="{4CAABB25-AA6C-491B-BD71-ABCDB01E741B}" dt="2026-01-13T17:12:53.325" v="23831" actId="47"/>
        <pc:sldMkLst>
          <pc:docMk/>
          <pc:sldMk cId="2337313469" sldId="351"/>
        </pc:sldMkLst>
      </pc:sldChg>
      <pc:sldChg chg="addSp delSp modSp add del mod">
        <pc:chgData name="Andrea Marcone" userId="650bfec5-dc8c-42e5-9303-c35eba02494d" providerId="ADAL" clId="{4CAABB25-AA6C-491B-BD71-ABCDB01E741B}" dt="2026-01-13T17:12:22.307" v="23828" actId="47"/>
        <pc:sldMkLst>
          <pc:docMk/>
          <pc:sldMk cId="2370767885" sldId="352"/>
        </pc:sldMkLst>
      </pc:sldChg>
      <pc:sldMasterChg chg="modTransition modSldLayout">
        <pc:chgData name="Andrea Marcone" userId="650bfec5-dc8c-42e5-9303-c35eba02494d" providerId="ADAL" clId="{4CAABB25-AA6C-491B-BD71-ABCDB01E741B}" dt="2025-11-11T11:09:19.505" v="23558"/>
        <pc:sldMasterMkLst>
          <pc:docMk/>
          <pc:sldMasterMk cId="3077373077" sldId="2147483684"/>
        </pc:sldMasterMkLst>
        <pc:sldLayoutChg chg="modTransition">
          <pc:chgData name="Andrea Marcone" userId="650bfec5-dc8c-42e5-9303-c35eba02494d" providerId="ADAL" clId="{4CAABB25-AA6C-491B-BD71-ABCDB01E741B}" dt="2025-11-11T11:09:19.505" v="23558"/>
          <pc:sldLayoutMkLst>
            <pc:docMk/>
            <pc:sldMasterMk cId="3077373077" sldId="2147483684"/>
            <pc:sldLayoutMk cId="2739379090" sldId="2147483685"/>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3570330813" sldId="2147483686"/>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581800991" sldId="2147483687"/>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125006343" sldId="2147483688"/>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218665941" sldId="2147483689"/>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3170223664" sldId="2147483690"/>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368135554" sldId="2147483691"/>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548918040" sldId="2147483692"/>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681604719" sldId="2147483693"/>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113829493" sldId="2147483694"/>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228996000" sldId="2147483695"/>
          </pc:sldLayoutMkLst>
        </pc:sldLayoutChg>
      </pc:sldMasterChg>
    </pc:docChg>
  </pc:docChgLst>
  <pc:docChgLst>
    <pc:chgData name="Andrea Marcone" userId="650bfec5-dc8c-42e5-9303-c35eba02494d" providerId="ADAL" clId="{8846BEE5-F45F-4F8C-859D-977E735B3BCB}"/>
    <pc:docChg chg="undo redo custSel addSld delSld modSld modMainMaster">
      <pc:chgData name="Andrea Marcone" userId="650bfec5-dc8c-42e5-9303-c35eba02494d" providerId="ADAL" clId="{8846BEE5-F45F-4F8C-859D-977E735B3BCB}" dt="2025-03-16T22:06:36.989" v="18613" actId="403"/>
      <pc:docMkLst>
        <pc:docMk/>
      </pc:docMkLst>
      <pc:sldChg chg="addSp modSp del mod">
        <pc:chgData name="Andrea Marcone" userId="650bfec5-dc8c-42e5-9303-c35eba02494d" providerId="ADAL" clId="{8846BEE5-F45F-4F8C-859D-977E735B3BCB}" dt="2025-03-10T21:15:43.551" v="5840" actId="47"/>
        <pc:sldMkLst>
          <pc:docMk/>
          <pc:sldMk cId="1747718322" sldId="256"/>
        </pc:sldMkLst>
      </pc:sldChg>
      <pc:sldChg chg="del">
        <pc:chgData name="Andrea Marcone" userId="650bfec5-dc8c-42e5-9303-c35eba02494d" providerId="ADAL" clId="{8846BEE5-F45F-4F8C-859D-977E735B3BCB}" dt="2025-03-07T14:58:43.450" v="1820" actId="47"/>
        <pc:sldMkLst>
          <pc:docMk/>
          <pc:sldMk cId="2562992899" sldId="257"/>
        </pc:sldMkLst>
      </pc:sldChg>
      <pc:sldChg chg="addSp delSp modSp mod">
        <pc:chgData name="Andrea Marcone" userId="650bfec5-dc8c-42e5-9303-c35eba02494d" providerId="ADAL" clId="{8846BEE5-F45F-4F8C-859D-977E735B3BCB}" dt="2025-03-16T10:18:51.309" v="17945"/>
        <pc:sldMkLst>
          <pc:docMk/>
          <pc:sldMk cId="3258127775" sldId="258"/>
        </pc:sldMkLst>
      </pc:sldChg>
      <pc:sldChg chg="del">
        <pc:chgData name="Andrea Marcone" userId="650bfec5-dc8c-42e5-9303-c35eba02494d" providerId="ADAL" clId="{8846BEE5-F45F-4F8C-859D-977E735B3BCB}" dt="2025-03-10T15:23:58.003" v="4122" actId="47"/>
        <pc:sldMkLst>
          <pc:docMk/>
          <pc:sldMk cId="2130146974" sldId="259"/>
        </pc:sldMkLst>
      </pc:sldChg>
      <pc:sldChg chg="del">
        <pc:chgData name="Andrea Marcone" userId="650bfec5-dc8c-42e5-9303-c35eba02494d" providerId="ADAL" clId="{8846BEE5-F45F-4F8C-859D-977E735B3BCB}" dt="2025-03-10T15:24:10.587" v="4123" actId="47"/>
        <pc:sldMkLst>
          <pc:docMk/>
          <pc:sldMk cId="863647739" sldId="260"/>
        </pc:sldMkLst>
      </pc:sldChg>
      <pc:sldChg chg="del">
        <pc:chgData name="Andrea Marcone" userId="650bfec5-dc8c-42e5-9303-c35eba02494d" providerId="ADAL" clId="{8846BEE5-F45F-4F8C-859D-977E735B3BCB}" dt="2025-03-10T15:24:11.389" v="4124" actId="47"/>
        <pc:sldMkLst>
          <pc:docMk/>
          <pc:sldMk cId="3413396272" sldId="261"/>
        </pc:sldMkLst>
      </pc:sldChg>
      <pc:sldChg chg="del">
        <pc:chgData name="Andrea Marcone" userId="650bfec5-dc8c-42e5-9303-c35eba02494d" providerId="ADAL" clId="{8846BEE5-F45F-4F8C-859D-977E735B3BCB}" dt="2025-03-10T15:24:12.022" v="4125" actId="47"/>
        <pc:sldMkLst>
          <pc:docMk/>
          <pc:sldMk cId="3883472677" sldId="262"/>
        </pc:sldMkLst>
      </pc:sldChg>
      <pc:sldChg chg="del">
        <pc:chgData name="Andrea Marcone" userId="650bfec5-dc8c-42e5-9303-c35eba02494d" providerId="ADAL" clId="{8846BEE5-F45F-4F8C-859D-977E735B3BCB}" dt="2025-03-10T15:24:12.914" v="4126" actId="47"/>
        <pc:sldMkLst>
          <pc:docMk/>
          <pc:sldMk cId="381477052" sldId="263"/>
        </pc:sldMkLst>
      </pc:sldChg>
      <pc:sldChg chg="del">
        <pc:chgData name="Andrea Marcone" userId="650bfec5-dc8c-42e5-9303-c35eba02494d" providerId="ADAL" clId="{8846BEE5-F45F-4F8C-859D-977E735B3BCB}" dt="2025-03-10T10:58:23.796" v="3312" actId="47"/>
        <pc:sldMkLst>
          <pc:docMk/>
          <pc:sldMk cId="189145009" sldId="264"/>
        </pc:sldMkLst>
      </pc:sldChg>
      <pc:sldChg chg="del">
        <pc:chgData name="Andrea Marcone" userId="650bfec5-dc8c-42e5-9303-c35eba02494d" providerId="ADAL" clId="{8846BEE5-F45F-4F8C-859D-977E735B3BCB}" dt="2025-03-10T10:58:25.651" v="3313" actId="47"/>
        <pc:sldMkLst>
          <pc:docMk/>
          <pc:sldMk cId="3793415629" sldId="265"/>
        </pc:sldMkLst>
      </pc:sldChg>
      <pc:sldChg chg="addSp delSp modSp new mod">
        <pc:chgData name="Andrea Marcone" userId="650bfec5-dc8c-42e5-9303-c35eba02494d" providerId="ADAL" clId="{8846BEE5-F45F-4F8C-859D-977E735B3BCB}" dt="2025-03-14T15:13:39.008" v="17939" actId="478"/>
        <pc:sldMkLst>
          <pc:docMk/>
          <pc:sldMk cId="3550625307" sldId="266"/>
        </pc:sldMkLst>
      </pc:sldChg>
      <pc:sldChg chg="modSp new mod">
        <pc:chgData name="Andrea Marcone" userId="650bfec5-dc8c-42e5-9303-c35eba02494d" providerId="ADAL" clId="{8846BEE5-F45F-4F8C-859D-977E735B3BCB}" dt="2025-03-13T09:29:31.475" v="13685" actId="27636"/>
        <pc:sldMkLst>
          <pc:docMk/>
          <pc:sldMk cId="619311590" sldId="267"/>
        </pc:sldMkLst>
      </pc:sldChg>
      <pc:sldChg chg="modSp new del mod">
        <pc:chgData name="Andrea Marcone" userId="650bfec5-dc8c-42e5-9303-c35eba02494d" providerId="ADAL" clId="{8846BEE5-F45F-4F8C-859D-977E735B3BCB}" dt="2025-03-10T10:59:02.755" v="3315" actId="47"/>
        <pc:sldMkLst>
          <pc:docMk/>
          <pc:sldMk cId="4110853754" sldId="268"/>
        </pc:sldMkLst>
      </pc:sldChg>
      <pc:sldChg chg="addSp modSp new mod">
        <pc:chgData name="Andrea Marcone" userId="650bfec5-dc8c-42e5-9303-c35eba02494d" providerId="ADAL" clId="{8846BEE5-F45F-4F8C-859D-977E735B3BCB}" dt="2025-03-16T10:49:54.838" v="18047" actId="1076"/>
        <pc:sldMkLst>
          <pc:docMk/>
          <pc:sldMk cId="2437134295" sldId="269"/>
        </pc:sldMkLst>
      </pc:sldChg>
      <pc:sldChg chg="addSp delSp modSp new mod">
        <pc:chgData name="Andrea Marcone" userId="650bfec5-dc8c-42e5-9303-c35eba02494d" providerId="ADAL" clId="{8846BEE5-F45F-4F8C-859D-977E735B3BCB}" dt="2025-03-16T10:52:43.757" v="18077" actId="1076"/>
        <pc:sldMkLst>
          <pc:docMk/>
          <pc:sldMk cId="2509059891" sldId="270"/>
        </pc:sldMkLst>
      </pc:sldChg>
      <pc:sldChg chg="addSp delSp modSp new mod">
        <pc:chgData name="Andrea Marcone" userId="650bfec5-dc8c-42e5-9303-c35eba02494d" providerId="ADAL" clId="{8846BEE5-F45F-4F8C-859D-977E735B3BCB}" dt="2025-03-13T13:38:56.759" v="13719" actId="6549"/>
        <pc:sldMkLst>
          <pc:docMk/>
          <pc:sldMk cId="3287263708" sldId="271"/>
        </pc:sldMkLst>
      </pc:sldChg>
      <pc:sldChg chg="addSp delSp modSp new mod modCm">
        <pc:chgData name="Andrea Marcone" userId="650bfec5-dc8c-42e5-9303-c35eba02494d" providerId="ADAL" clId="{8846BEE5-F45F-4F8C-859D-977E735B3BCB}" dt="2025-03-13T16:19:47.916" v="16619" actId="12788"/>
        <pc:sldMkLst>
          <pc:docMk/>
          <pc:sldMk cId="2324482013" sldId="272"/>
        </pc:sldMkLst>
      </pc:sldChg>
      <pc:sldChg chg="addSp delSp modSp new mod">
        <pc:chgData name="Andrea Marcone" userId="650bfec5-dc8c-42e5-9303-c35eba02494d" providerId="ADAL" clId="{8846BEE5-F45F-4F8C-859D-977E735B3BCB}" dt="2025-03-16T11:38:49.068" v="18111" actId="20577"/>
        <pc:sldMkLst>
          <pc:docMk/>
          <pc:sldMk cId="2608880731" sldId="273"/>
        </pc:sldMkLst>
      </pc:sldChg>
      <pc:sldChg chg="addSp delSp modSp new mod modCm">
        <pc:chgData name="Andrea Marcone" userId="650bfec5-dc8c-42e5-9303-c35eba02494d" providerId="ADAL" clId="{8846BEE5-F45F-4F8C-859D-977E735B3BCB}" dt="2025-03-14T10:28:40.448" v="17127" actId="1076"/>
        <pc:sldMkLst>
          <pc:docMk/>
          <pc:sldMk cId="3773226955" sldId="274"/>
        </pc:sldMkLst>
      </pc:sldChg>
      <pc:sldChg chg="addSp delSp modSp new mod">
        <pc:chgData name="Andrea Marcone" userId="650bfec5-dc8c-42e5-9303-c35eba02494d" providerId="ADAL" clId="{8846BEE5-F45F-4F8C-859D-977E735B3BCB}" dt="2025-03-16T12:07:28.348" v="18244" actId="1076"/>
        <pc:sldMkLst>
          <pc:docMk/>
          <pc:sldMk cId="3681524868" sldId="275"/>
        </pc:sldMkLst>
      </pc:sldChg>
      <pc:sldChg chg="modSp new mod">
        <pc:chgData name="Andrea Marcone" userId="650bfec5-dc8c-42e5-9303-c35eba02494d" providerId="ADAL" clId="{8846BEE5-F45F-4F8C-859D-977E735B3BCB}" dt="2025-03-10T21:15:18.031" v="5839" actId="404"/>
        <pc:sldMkLst>
          <pc:docMk/>
          <pc:sldMk cId="3107986695" sldId="276"/>
        </pc:sldMkLst>
      </pc:sldChg>
      <pc:sldChg chg="addSp delSp modSp new mod">
        <pc:chgData name="Andrea Marcone" userId="650bfec5-dc8c-42e5-9303-c35eba02494d" providerId="ADAL" clId="{8846BEE5-F45F-4F8C-859D-977E735B3BCB}" dt="2025-03-14T14:38:33.685" v="17463" actId="14100"/>
        <pc:sldMkLst>
          <pc:docMk/>
          <pc:sldMk cId="261557394" sldId="277"/>
        </pc:sldMkLst>
      </pc:sldChg>
      <pc:sldChg chg="addSp delSp modSp new del mod">
        <pc:chgData name="Andrea Marcone" userId="650bfec5-dc8c-42e5-9303-c35eba02494d" providerId="ADAL" clId="{8846BEE5-F45F-4F8C-859D-977E735B3BCB}" dt="2025-03-11T14:35:04.646" v="8671" actId="47"/>
        <pc:sldMkLst>
          <pc:docMk/>
          <pc:sldMk cId="2841224499" sldId="278"/>
        </pc:sldMkLst>
      </pc:sldChg>
      <pc:sldChg chg="addSp delSp modSp new mod">
        <pc:chgData name="Andrea Marcone" userId="650bfec5-dc8c-42e5-9303-c35eba02494d" providerId="ADAL" clId="{8846BEE5-F45F-4F8C-859D-977E735B3BCB}" dt="2025-03-16T12:11:36.853" v="18389" actId="1076"/>
        <pc:sldMkLst>
          <pc:docMk/>
          <pc:sldMk cId="3575379318" sldId="279"/>
        </pc:sldMkLst>
      </pc:sldChg>
      <pc:sldChg chg="addSp delSp modSp add mod">
        <pc:chgData name="Andrea Marcone" userId="650bfec5-dc8c-42e5-9303-c35eba02494d" providerId="ADAL" clId="{8846BEE5-F45F-4F8C-859D-977E735B3BCB}" dt="2025-03-13T13:44:38.269" v="13769" actId="121"/>
        <pc:sldMkLst>
          <pc:docMk/>
          <pc:sldMk cId="3629094481" sldId="280"/>
        </pc:sldMkLst>
      </pc:sldChg>
      <pc:sldChg chg="addSp delSp modSp new mod modCm">
        <pc:chgData name="Andrea Marcone" userId="650bfec5-dc8c-42e5-9303-c35eba02494d" providerId="ADAL" clId="{8846BEE5-F45F-4F8C-859D-977E735B3BCB}" dt="2025-03-14T14:55:54.227" v="17584" actId="20577"/>
        <pc:sldMkLst>
          <pc:docMk/>
          <pc:sldMk cId="3650618732" sldId="281"/>
        </pc:sldMkLst>
      </pc:sldChg>
      <pc:sldChg chg="addSp delSp modSp new mod">
        <pc:chgData name="Andrea Marcone" userId="650bfec5-dc8c-42e5-9303-c35eba02494d" providerId="ADAL" clId="{8846BEE5-F45F-4F8C-859D-977E735B3BCB}" dt="2025-03-13T16:11:39.291" v="16290" actId="208"/>
        <pc:sldMkLst>
          <pc:docMk/>
          <pc:sldMk cId="1380714505" sldId="282"/>
        </pc:sldMkLst>
      </pc:sldChg>
      <pc:sldChg chg="addSp delSp modSp new mod">
        <pc:chgData name="Andrea Marcone" userId="650bfec5-dc8c-42e5-9303-c35eba02494d" providerId="ADAL" clId="{8846BEE5-F45F-4F8C-859D-977E735B3BCB}" dt="2025-03-16T21:32:15.944" v="18423" actId="20577"/>
        <pc:sldMkLst>
          <pc:docMk/>
          <pc:sldMk cId="357882112" sldId="283"/>
        </pc:sldMkLst>
      </pc:sldChg>
      <pc:sldChg chg="addSp delSp modSp new mod">
        <pc:chgData name="Andrea Marcone" userId="650bfec5-dc8c-42e5-9303-c35eba02494d" providerId="ADAL" clId="{8846BEE5-F45F-4F8C-859D-977E735B3BCB}" dt="2025-03-16T21:39:54.982" v="18424" actId="1036"/>
        <pc:sldMkLst>
          <pc:docMk/>
          <pc:sldMk cId="4193959984" sldId="284"/>
        </pc:sldMkLst>
      </pc:sldChg>
      <pc:sldChg chg="addSp delSp modSp add mod">
        <pc:chgData name="Andrea Marcone" userId="650bfec5-dc8c-42e5-9303-c35eba02494d" providerId="ADAL" clId="{8846BEE5-F45F-4F8C-859D-977E735B3BCB}" dt="2025-03-12T16:01:04.452" v="12596" actId="1076"/>
        <pc:sldMkLst>
          <pc:docMk/>
          <pc:sldMk cId="2427871525" sldId="285"/>
        </pc:sldMkLst>
      </pc:sldChg>
      <pc:sldChg chg="addSp delSp modSp new mod modCm">
        <pc:chgData name="Andrea Marcone" userId="650bfec5-dc8c-42e5-9303-c35eba02494d" providerId="ADAL" clId="{8846BEE5-F45F-4F8C-859D-977E735B3BCB}" dt="2025-03-12T17:15:40.640" v="13163" actId="208"/>
        <pc:sldMkLst>
          <pc:docMk/>
          <pc:sldMk cId="2199609017" sldId="286"/>
        </pc:sldMkLst>
      </pc:sldChg>
      <pc:sldChg chg="addSp delSp modSp new mod">
        <pc:chgData name="Andrea Marcone" userId="650bfec5-dc8c-42e5-9303-c35eba02494d" providerId="ADAL" clId="{8846BEE5-F45F-4F8C-859D-977E735B3BCB}" dt="2025-03-14T20:24:40.433" v="17941" actId="114"/>
        <pc:sldMkLst>
          <pc:docMk/>
          <pc:sldMk cId="240784058" sldId="287"/>
        </pc:sldMkLst>
      </pc:sldChg>
      <pc:sldChg chg="addSp delSp modSp new del mod">
        <pc:chgData name="Andrea Marcone" userId="650bfec5-dc8c-42e5-9303-c35eba02494d" providerId="ADAL" clId="{8846BEE5-F45F-4F8C-859D-977E735B3BCB}" dt="2025-03-13T15:59:05.139" v="15906" actId="47"/>
        <pc:sldMkLst>
          <pc:docMk/>
          <pc:sldMk cId="3170110664" sldId="288"/>
        </pc:sldMkLst>
      </pc:sldChg>
      <pc:sldChg chg="modSp new mod modCm">
        <pc:chgData name="Andrea Marcone" userId="650bfec5-dc8c-42e5-9303-c35eba02494d" providerId="ADAL" clId="{8846BEE5-F45F-4F8C-859D-977E735B3BCB}" dt="2025-03-16T22:06:36.989" v="18613" actId="403"/>
        <pc:sldMkLst>
          <pc:docMk/>
          <pc:sldMk cId="2326524602" sldId="289"/>
        </pc:sldMkLst>
      </pc:sldChg>
      <pc:sldChg chg="delSp modSp new mod">
        <pc:chgData name="Andrea Marcone" userId="650bfec5-dc8c-42e5-9303-c35eba02494d" providerId="ADAL" clId="{8846BEE5-F45F-4F8C-859D-977E735B3BCB}" dt="2025-03-13T09:25:39.467" v="13430" actId="12788"/>
        <pc:sldMkLst>
          <pc:docMk/>
          <pc:sldMk cId="1653933529" sldId="290"/>
        </pc:sldMkLst>
      </pc:sldChg>
      <pc:sldChg chg="addSp delSp modSp add mod">
        <pc:chgData name="Andrea Marcone" userId="650bfec5-dc8c-42e5-9303-c35eba02494d" providerId="ADAL" clId="{8846BEE5-F45F-4F8C-859D-977E735B3BCB}" dt="2025-03-13T15:56:11.631" v="15872" actId="11529"/>
        <pc:sldMkLst>
          <pc:docMk/>
          <pc:sldMk cId="3607210029" sldId="291"/>
        </pc:sldMkLst>
      </pc:sldChg>
      <pc:sldChg chg="addSp delSp modSp add mod">
        <pc:chgData name="Andrea Marcone" userId="650bfec5-dc8c-42e5-9303-c35eba02494d" providerId="ADAL" clId="{8846BEE5-F45F-4F8C-859D-977E735B3BCB}" dt="2025-03-16T22:03:24.229" v="18464" actId="1076"/>
        <pc:sldMkLst>
          <pc:docMk/>
          <pc:sldMk cId="2783553942" sldId="292"/>
        </pc:sldMkLst>
      </pc:sldChg>
      <pc:sldMasterChg chg="addSp modSp mod modSldLayout">
        <pc:chgData name="Andrea Marcone" userId="650bfec5-dc8c-42e5-9303-c35eba02494d" providerId="ADAL" clId="{8846BEE5-F45F-4F8C-859D-977E735B3BCB}" dt="2025-03-10T21:17:09.023" v="5845"/>
        <pc:sldMasterMkLst>
          <pc:docMk/>
          <pc:sldMasterMk cId="3077373077" sldId="2147483684"/>
        </pc:sldMasterMkLst>
        <pc:sldLayoutChg chg="addSp modSp mod">
          <pc:chgData name="Andrea Marcone" userId="650bfec5-dc8c-42e5-9303-c35eba02494d" providerId="ADAL" clId="{8846BEE5-F45F-4F8C-859D-977E735B3BCB}" dt="2025-03-10T21:16:58.456" v="5844" actId="1076"/>
          <pc:sldLayoutMkLst>
            <pc:docMk/>
            <pc:sldMasterMk cId="3077373077" sldId="2147483684"/>
            <pc:sldLayoutMk cId="2739379090" sldId="2147483685"/>
          </pc:sldLayoutMkLst>
        </pc:sldLayoutChg>
        <pc:sldLayoutChg chg="modSp mod">
          <pc:chgData name="Andrea Marcone" userId="650bfec5-dc8c-42e5-9303-c35eba02494d" providerId="ADAL" clId="{8846BEE5-F45F-4F8C-859D-977E735B3BCB}" dt="2025-03-10T13:55:52.304" v="3638" actId="242"/>
          <pc:sldLayoutMkLst>
            <pc:docMk/>
            <pc:sldMasterMk cId="3077373077" sldId="2147483684"/>
            <pc:sldLayoutMk cId="3570330813" sldId="2147483686"/>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F9D2FB-70D2-43E7-9793-86D8D2F82197}" type="datetimeFigureOut">
              <a:rPr lang="it-IT" smtClean="0"/>
              <a:t>03/04/2026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23EE2E-00BE-4915-814B-9DFB879BD837}" type="slidenum">
              <a:rPr lang="it-IT" smtClean="0"/>
              <a:t>‹N›</a:t>
            </a:fld>
            <a:endParaRPr lang="it-IT"/>
          </a:p>
        </p:txBody>
      </p:sp>
    </p:spTree>
    <p:extLst>
      <p:ext uri="{BB962C8B-B14F-4D97-AF65-F5344CB8AC3E}">
        <p14:creationId xmlns:p14="http://schemas.microsoft.com/office/powerpoint/2010/main" val="3174206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it-IT"/>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0D2A41A9-829E-41DE-95F4-FDFCDAFA6EDA}" type="slidenum">
              <a:rPr lang="it-IT" smtClean="0"/>
              <a:t>‹N›</a:t>
            </a:fld>
            <a:endParaRPr lang="it-IT"/>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8" name="Immagine 7">
            <a:extLst>
              <a:ext uri="{FF2B5EF4-FFF2-40B4-BE49-F238E27FC236}">
                <a16:creationId xmlns:a16="http://schemas.microsoft.com/office/drawing/2014/main" id="{38F71D59-A2A4-47AB-022A-957ECDAB7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50512" y="365760"/>
            <a:ext cx="1572324" cy="1605308"/>
          </a:xfrm>
          <a:prstGeom prst="rect">
            <a:avLst/>
          </a:prstGeom>
        </p:spPr>
      </p:pic>
    </p:spTree>
    <p:extLst>
      <p:ext uri="{BB962C8B-B14F-4D97-AF65-F5344CB8AC3E}">
        <p14:creationId xmlns:p14="http://schemas.microsoft.com/office/powerpoint/2010/main" val="273937909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642745" y="289560"/>
            <a:ext cx="9625203" cy="1234440"/>
          </a:xfrm>
        </p:spPr>
        <p:txBody>
          <a:bodyPr anchor="t"/>
          <a:lstStyle/>
          <a:p>
            <a:r>
              <a:rPr lang="it-IT" dirty="0"/>
              <a:t>Fare clic per modificare lo stile del titolo dello schema</a:t>
            </a:r>
            <a:endParaRPr lang="en-US" dirty="0"/>
          </a:p>
        </p:txBody>
      </p:sp>
      <p:sp>
        <p:nvSpPr>
          <p:cNvPr id="3" name="Content Placeholder 2"/>
          <p:cNvSpPr>
            <a:spLocks noGrp="1"/>
          </p:cNvSpPr>
          <p:nvPr>
            <p:ph idx="1"/>
          </p:nvPr>
        </p:nvSpPr>
        <p:spPr>
          <a:xfrm>
            <a:off x="642746" y="1714500"/>
            <a:ext cx="9625203" cy="4502149"/>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Date Placeholder 3"/>
          <p:cNvSpPr>
            <a:spLocks noGrp="1"/>
          </p:cNvSpPr>
          <p:nvPr>
            <p:ph type="dt" sz="half" idx="10"/>
          </p:nvPr>
        </p:nvSpPr>
        <p:spPr>
          <a:xfrm rot="16200000">
            <a:off x="10340340" y="4951412"/>
            <a:ext cx="1904999" cy="365125"/>
          </a:xfrm>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a:xfrm>
            <a:off x="11129356" y="6216649"/>
            <a:ext cx="914400" cy="593725"/>
          </a:xfrm>
        </p:spPr>
        <p:txBody>
          <a:bodyPr/>
          <a:lstStyle/>
          <a:p>
            <a:fld id="{0D2A41A9-829E-41DE-95F4-FDFCDAFA6EDA}" type="slidenum">
              <a:rPr lang="it-IT" smtClean="0"/>
              <a:t>‹N›</a:t>
            </a:fld>
            <a:endParaRPr lang="it-IT" dirty="0"/>
          </a:p>
        </p:txBody>
      </p:sp>
    </p:spTree>
    <p:extLst>
      <p:ext uri="{BB962C8B-B14F-4D97-AF65-F5344CB8AC3E}">
        <p14:creationId xmlns:p14="http://schemas.microsoft.com/office/powerpoint/2010/main" val="3570330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81800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125006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it-IT"/>
              <a:t>Fare clic per modificare gli stili del testo dello schema</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12B2C755-0381-446C-8FF6-9D93CC4F5EBA}" type="datetimeFigureOut">
              <a:rPr lang="it-IT" smtClean="0"/>
              <a:t>03/04/2026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218665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12B2C755-0381-446C-8FF6-9D93CC4F5EBA}" type="datetimeFigureOut">
              <a:rPr lang="it-IT" smtClean="0"/>
              <a:t>03/04/2026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3170223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B2C755-0381-446C-8FF6-9D93CC4F5EBA}" type="datetimeFigureOut">
              <a:rPr lang="it-IT" smtClean="0"/>
              <a:t>03/04/2026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368135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548918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681604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1138294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228996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0939272" y="0"/>
            <a:ext cx="1252728"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27888" y="249299"/>
            <a:ext cx="9520428" cy="1325562"/>
          </a:xfrm>
          <a:prstGeom prst="rect">
            <a:avLst/>
          </a:prstGeom>
        </p:spPr>
        <p:txBody>
          <a:bodyPr vert="horz" lIns="91440" tIns="45720" rIns="91440" bIns="45720" rtlCol="0" anchor="b">
            <a:normAutofit/>
          </a:bodyPr>
          <a:lstStyle/>
          <a:p>
            <a:r>
              <a:rPr lang="it-IT" dirty="0"/>
              <a:t>Fare clic per modificare lo stile del titolo dello schema</a:t>
            </a:r>
            <a:endParaRPr lang="en-US" dirty="0"/>
          </a:p>
        </p:txBody>
      </p:sp>
      <p:sp>
        <p:nvSpPr>
          <p:cNvPr id="3" name="Text Placeholder 2"/>
          <p:cNvSpPr>
            <a:spLocks noGrp="1"/>
          </p:cNvSpPr>
          <p:nvPr>
            <p:ph type="body" idx="1"/>
          </p:nvPr>
        </p:nvSpPr>
        <p:spPr>
          <a:xfrm>
            <a:off x="627888" y="1828800"/>
            <a:ext cx="8595360" cy="4351337"/>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Date Placeholder 3"/>
          <p:cNvSpPr>
            <a:spLocks noGrp="1"/>
          </p:cNvSpPr>
          <p:nvPr>
            <p:ph type="dt" sz="half" idx="2"/>
          </p:nvPr>
        </p:nvSpPr>
        <p:spPr>
          <a:xfrm rot="16200000">
            <a:off x="10338499" y="4884738"/>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2B2C755-0381-446C-8FF6-9D93CC4F5EBA}" type="datetimeFigureOut">
              <a:rPr lang="it-IT" smtClean="0"/>
              <a:t>03/04/2026</a:t>
            </a:fld>
            <a:endParaRPr lang="it-IT" dirty="0"/>
          </a:p>
        </p:txBody>
      </p:sp>
      <p:sp>
        <p:nvSpPr>
          <p:cNvPr id="5" name="Footer Placeholder 4"/>
          <p:cNvSpPr>
            <a:spLocks noGrp="1"/>
          </p:cNvSpPr>
          <p:nvPr>
            <p:ph type="ftr" sz="quarter" idx="3"/>
          </p:nvPr>
        </p:nvSpPr>
        <p:spPr>
          <a:xfrm rot="16200000">
            <a:off x="10049574"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it-IT" dirty="0"/>
          </a:p>
        </p:txBody>
      </p:sp>
      <p:sp>
        <p:nvSpPr>
          <p:cNvPr id="6" name="Slide Number Placeholder 5"/>
          <p:cNvSpPr>
            <a:spLocks noGrp="1"/>
          </p:cNvSpPr>
          <p:nvPr>
            <p:ph type="sldNum" sz="quarter" idx="4"/>
          </p:nvPr>
        </p:nvSpPr>
        <p:spPr>
          <a:xfrm>
            <a:off x="11108436" y="6180137"/>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0D2A41A9-829E-41DE-95F4-FDFCDAFA6EDA}" type="slidenum">
              <a:rPr lang="it-IT" smtClean="0"/>
              <a:t>‹N›</a:t>
            </a:fld>
            <a:endParaRPr lang="it-IT" dirty="0"/>
          </a:p>
        </p:txBody>
      </p:sp>
      <p:pic>
        <p:nvPicPr>
          <p:cNvPr id="8" name="Immagine 7">
            <a:extLst>
              <a:ext uri="{FF2B5EF4-FFF2-40B4-BE49-F238E27FC236}">
                <a16:creationId xmlns:a16="http://schemas.microsoft.com/office/drawing/2014/main" id="{D42861BD-9DC5-016B-1ADB-AEF74F6AD8C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026810" y="474602"/>
            <a:ext cx="1077652" cy="1100259"/>
          </a:xfrm>
          <a:prstGeom prst="rect">
            <a:avLst/>
          </a:prstGeom>
        </p:spPr>
      </p:pic>
      <p:sp>
        <p:nvSpPr>
          <p:cNvPr id="9" name="Rectangle 6">
            <a:extLst>
              <a:ext uri="{FF2B5EF4-FFF2-40B4-BE49-F238E27FC236}">
                <a16:creationId xmlns:a16="http://schemas.microsoft.com/office/drawing/2014/main" id="{1518D2D3-37F3-0147-A735-D588BB5FE221}"/>
              </a:ext>
            </a:extLst>
          </p:cNvPr>
          <p:cNvSpPr/>
          <p:nvPr userDrawn="1"/>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7737307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6.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B874EF-619D-2C34-0013-46873B3EAC81}"/>
              </a:ext>
            </a:extLst>
          </p:cNvPr>
          <p:cNvSpPr>
            <a:spLocks noGrp="1"/>
          </p:cNvSpPr>
          <p:nvPr>
            <p:ph type="ctrTitle"/>
          </p:nvPr>
        </p:nvSpPr>
        <p:spPr>
          <a:xfrm>
            <a:off x="722616" y="1325367"/>
            <a:ext cx="10746768" cy="3228654"/>
          </a:xfrm>
        </p:spPr>
        <p:txBody>
          <a:bodyPr>
            <a:normAutofit/>
          </a:bodyPr>
          <a:lstStyle/>
          <a:p>
            <a:r>
              <a:rPr lang="en-GB" sz="8000" b="1" noProof="0" dirty="0"/>
              <a:t>Gamma-ray burst classification</a:t>
            </a:r>
          </a:p>
        </p:txBody>
      </p:sp>
      <p:sp>
        <p:nvSpPr>
          <p:cNvPr id="3" name="Sottotitolo 2">
            <a:extLst>
              <a:ext uri="{FF2B5EF4-FFF2-40B4-BE49-F238E27FC236}">
                <a16:creationId xmlns:a16="http://schemas.microsoft.com/office/drawing/2014/main" id="{9DAFED88-6635-CB19-69E5-B65243D7A9F5}"/>
              </a:ext>
            </a:extLst>
          </p:cNvPr>
          <p:cNvSpPr>
            <a:spLocks noGrp="1"/>
          </p:cNvSpPr>
          <p:nvPr>
            <p:ph type="subTitle" idx="1"/>
          </p:nvPr>
        </p:nvSpPr>
        <p:spPr>
          <a:xfrm>
            <a:off x="722616" y="4746661"/>
            <a:ext cx="11113213" cy="2062537"/>
          </a:xfrm>
        </p:spPr>
        <p:txBody>
          <a:bodyPr>
            <a:normAutofit/>
          </a:bodyPr>
          <a:lstStyle/>
          <a:p>
            <a:r>
              <a:rPr lang="en-GB" noProof="0" dirty="0">
                <a:solidFill>
                  <a:schemeClr val="tx1">
                    <a:lumMod val="95000"/>
                  </a:schemeClr>
                </a:solidFill>
              </a:rPr>
              <a:t>Andrea Marcone</a:t>
            </a:r>
          </a:p>
          <a:p>
            <a:r>
              <a:rPr lang="en-GB" noProof="0" dirty="0">
                <a:solidFill>
                  <a:schemeClr val="tx1">
                    <a:lumMod val="95000"/>
                  </a:schemeClr>
                </a:solidFill>
              </a:rPr>
              <a:t>Introduction to Bayesian probability theory</a:t>
            </a:r>
          </a:p>
          <a:p>
            <a:r>
              <a:rPr lang="en-GB" noProof="0" dirty="0">
                <a:solidFill>
                  <a:schemeClr val="tx1">
                    <a:lumMod val="95000"/>
                  </a:schemeClr>
                </a:solidFill>
              </a:rPr>
              <a:t>xx/04/2026</a:t>
            </a:r>
          </a:p>
        </p:txBody>
      </p:sp>
    </p:spTree>
    <p:extLst>
      <p:ext uri="{BB962C8B-B14F-4D97-AF65-F5344CB8AC3E}">
        <p14:creationId xmlns:p14="http://schemas.microsoft.com/office/powerpoint/2010/main" val="3107986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43C3F2-F536-F013-B216-38CF3DABAE28}"/>
              </a:ext>
            </a:extLst>
          </p:cNvPr>
          <p:cNvSpPr>
            <a:spLocks noGrp="1"/>
          </p:cNvSpPr>
          <p:nvPr>
            <p:ph type="title"/>
          </p:nvPr>
        </p:nvSpPr>
        <p:spPr/>
        <p:txBody>
          <a:bodyPr anchor="t"/>
          <a:lstStyle/>
          <a:p>
            <a:r>
              <a:rPr lang="en-GB" noProof="0" dirty="0"/>
              <a:t>Index</a:t>
            </a:r>
          </a:p>
        </p:txBody>
      </p:sp>
      <mc:AlternateContent xmlns:mc="http://schemas.openxmlformats.org/markup-compatibility/2006">
        <mc:Choice xmlns:a14="http://schemas.microsoft.com/office/drawing/2010/main" Requires="a14">
          <p:sp>
            <p:nvSpPr>
              <p:cNvPr id="5" name="Segnaposto contenuto 4">
                <a:extLst>
                  <a:ext uri="{FF2B5EF4-FFF2-40B4-BE49-F238E27FC236}">
                    <a16:creationId xmlns:a16="http://schemas.microsoft.com/office/drawing/2014/main" id="{8D3D01E5-0746-01AC-6919-1BB1484336D3}"/>
                  </a:ext>
                </a:extLst>
              </p:cNvPr>
              <p:cNvSpPr>
                <a:spLocks noGrp="1"/>
              </p:cNvSpPr>
              <p:nvPr>
                <p:ph idx="1"/>
              </p:nvPr>
            </p:nvSpPr>
            <p:spPr/>
            <p:txBody>
              <a:bodyPr>
                <a:normAutofit/>
              </a:bodyPr>
              <a:lstStyle/>
              <a:p>
                <a:pPr>
                  <a:buSzPct val="90000"/>
                  <a:buFont typeface="Wingdings" panose="05000000000000000000" pitchFamily="2" charset="2"/>
                  <a:buChar char="Ø"/>
                </a:pPr>
                <a:r>
                  <a:rPr lang="en-GB" sz="2400" noProof="0" dirty="0"/>
                  <a:t> The Gamma Ray Bursts (GRBs)</a:t>
                </a:r>
              </a:p>
              <a:p>
                <a:pPr>
                  <a:buSzPct val="90000"/>
                  <a:buFont typeface="Wingdings" panose="05000000000000000000" pitchFamily="2" charset="2"/>
                  <a:buChar char="Ø"/>
                </a:pPr>
                <a:r>
                  <a:rPr lang="en-GB" sz="2400" noProof="0" dirty="0"/>
                  <a:t> Classification on </a:t>
                </a:r>
                <a14:m>
                  <m:oMath xmlns:m="http://schemas.openxmlformats.org/officeDocument/2006/math">
                    <m:func>
                      <m:funcPr>
                        <m:ctrlPr>
                          <a:rPr lang="en-GB" sz="2400" b="0" i="1" noProof="0" smtClean="0">
                            <a:latin typeface="Cambria Math" panose="02040503050406030204" pitchFamily="18" charset="0"/>
                          </a:rPr>
                        </m:ctrlPr>
                      </m:funcPr>
                      <m:fName>
                        <m:r>
                          <m:rPr>
                            <m:sty m:val="p"/>
                          </m:rPr>
                          <a:rPr lang="en-GB" sz="2400" b="0" i="0" noProof="0" smtClean="0">
                            <a:latin typeface="Cambria Math" panose="02040503050406030204" pitchFamily="18" charset="0"/>
                          </a:rPr>
                          <m:t>log</m:t>
                        </m:r>
                      </m:fName>
                      <m:e>
                        <m:d>
                          <m:dPr>
                            <m:ctrlPr>
                              <a:rPr lang="en-GB" sz="2400" b="0" i="1" noProof="0" smtClean="0">
                                <a:latin typeface="Cambria Math" panose="02040503050406030204" pitchFamily="18" charset="0"/>
                              </a:rPr>
                            </m:ctrlPr>
                          </m:dPr>
                          <m:e>
                            <m:sSub>
                              <m:sSubPr>
                                <m:ctrlPr>
                                  <a:rPr lang="en-GB" sz="2400" b="0" i="1" noProof="0" smtClean="0">
                                    <a:latin typeface="Cambria Math" panose="02040503050406030204" pitchFamily="18" charset="0"/>
                                  </a:rPr>
                                </m:ctrlPr>
                              </m:sSubPr>
                              <m:e>
                                <m:r>
                                  <a:rPr lang="en-GB" sz="2400" i="1" noProof="0" smtClean="0">
                                    <a:latin typeface="Cambria Math" panose="02040503050406030204" pitchFamily="18" charset="0"/>
                                  </a:rPr>
                                  <m:t>𝑇</m:t>
                                </m:r>
                              </m:e>
                              <m:sub>
                                <m:r>
                                  <a:rPr lang="en-GB" sz="2400" i="1" noProof="0" smtClean="0">
                                    <a:latin typeface="Cambria Math" panose="02040503050406030204" pitchFamily="18" charset="0"/>
                                  </a:rPr>
                                  <m:t>9</m:t>
                                </m:r>
                                <m:r>
                                  <a:rPr lang="en-GB" sz="2400" b="0" i="1" noProof="0" smtClean="0">
                                    <a:latin typeface="Cambria Math" panose="02040503050406030204" pitchFamily="18" charset="0"/>
                                  </a:rPr>
                                  <m:t>0</m:t>
                                </m:r>
                              </m:sub>
                            </m:sSub>
                          </m:e>
                        </m:d>
                      </m:e>
                    </m:func>
                  </m:oMath>
                </a14:m>
                <a:r>
                  <a:rPr lang="en-GB" sz="2400" noProof="0" dirty="0"/>
                  <a:t> </a:t>
                </a:r>
              </a:p>
              <a:p>
                <a:pPr>
                  <a:buSzPct val="90000"/>
                  <a:buFont typeface="Wingdings" panose="05000000000000000000" pitchFamily="2" charset="2"/>
                  <a:buChar char="Ø"/>
                </a:pPr>
                <a:r>
                  <a:rPr lang="en-GB" sz="2400" noProof="0" dirty="0"/>
                  <a:t> The parameters</a:t>
                </a:r>
              </a:p>
              <a:p>
                <a:pPr>
                  <a:buSzPct val="90000"/>
                  <a:buFont typeface="Wingdings" panose="05000000000000000000" pitchFamily="2" charset="2"/>
                  <a:buChar char="Ø"/>
                </a:pPr>
                <a:r>
                  <a:rPr lang="en-GB" sz="2400" noProof="0" dirty="0"/>
                  <a:t> Classifying a GRB </a:t>
                </a:r>
              </a:p>
              <a:p>
                <a:pPr>
                  <a:buSzPct val="90000"/>
                  <a:buFont typeface="Wingdings" panose="05000000000000000000" pitchFamily="2" charset="2"/>
                  <a:buChar char="Ø"/>
                </a:pPr>
                <a:r>
                  <a:rPr lang="en-GB" sz="2400" noProof="0" dirty="0"/>
                  <a:t> Probabilities of Short and Long GRB</a:t>
                </a:r>
              </a:p>
              <a:p>
                <a:pPr>
                  <a:buSzPct val="90000"/>
                  <a:buFont typeface="Wingdings" panose="05000000000000000000" pitchFamily="2" charset="2"/>
                  <a:buChar char="Ø"/>
                </a:pPr>
                <a:r>
                  <a:rPr lang="en-GB" sz="2400" noProof="0" dirty="0"/>
                  <a:t> The intermediate class</a:t>
                </a:r>
              </a:p>
              <a:p>
                <a:pPr>
                  <a:buSzPct val="90000"/>
                  <a:buFont typeface="Wingdings" panose="05000000000000000000" pitchFamily="2" charset="2"/>
                  <a:buChar char="Ø"/>
                </a:pPr>
                <a:r>
                  <a:rPr lang="en-GB" sz="2400" noProof="0" dirty="0"/>
                  <a:t> Classification in the </a:t>
                </a:r>
                <a14:m>
                  <m:oMath xmlns:m="http://schemas.openxmlformats.org/officeDocument/2006/math">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d>
                          <m:dPr>
                            <m:ctrlPr>
                              <a:rPr lang="en-GB" sz="2400" i="1" noProof="0" smtClean="0">
                                <a:latin typeface="Cambria Math" panose="02040503050406030204" pitchFamily="18" charset="0"/>
                              </a:rPr>
                            </m:ctrlPr>
                          </m:dPr>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𝑇</m:t>
                                </m:r>
                              </m:e>
                              <m:sub>
                                <m:r>
                                  <a:rPr lang="en-GB" sz="2400" i="1" noProof="0" smtClean="0">
                                    <a:latin typeface="Cambria Math" panose="02040503050406030204" pitchFamily="18" charset="0"/>
                                  </a:rPr>
                                  <m:t>90</m:t>
                                </m:r>
                              </m:sub>
                            </m:sSub>
                          </m:e>
                        </m:d>
                      </m:e>
                    </m:func>
                    <m:r>
                      <a:rPr lang="en-GB" sz="2400" i="1" noProof="0" smtClean="0">
                        <a:latin typeface="Cambria Math" panose="02040503050406030204" pitchFamily="18" charset="0"/>
                      </a:rPr>
                      <m:t>−</m:t>
                    </m:r>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𝐻𝑅</m:t>
                            </m:r>
                          </m:e>
                        </m:d>
                      </m:e>
                    </m:func>
                  </m:oMath>
                </a14:m>
                <a:r>
                  <a:rPr lang="en-GB" sz="2400" noProof="0" dirty="0"/>
                  <a:t> plane</a:t>
                </a:r>
              </a:p>
            </p:txBody>
          </p:sp>
        </mc:Choice>
        <mc:Fallback>
          <p:sp>
            <p:nvSpPr>
              <p:cNvPr id="5" name="Segnaposto contenuto 4">
                <a:extLst>
                  <a:ext uri="{FF2B5EF4-FFF2-40B4-BE49-F238E27FC236}">
                    <a16:creationId xmlns:a16="http://schemas.microsoft.com/office/drawing/2014/main" id="{8D3D01E5-0746-01AC-6919-1BB1484336D3}"/>
                  </a:ext>
                </a:extLst>
              </p:cNvPr>
              <p:cNvSpPr>
                <a:spLocks noGrp="1" noRot="1" noChangeAspect="1" noMove="1" noResize="1" noEditPoints="1" noAdjustHandles="1" noChangeArrowheads="1" noChangeShapeType="1" noTextEdit="1"/>
              </p:cNvSpPr>
              <p:nvPr>
                <p:ph idx="1"/>
              </p:nvPr>
            </p:nvSpPr>
            <p:spPr>
              <a:blipFill>
                <a:blip r:embed="rId2"/>
                <a:stretch>
                  <a:fillRect l="-633" t="-1488"/>
                </a:stretch>
              </a:blipFill>
            </p:spPr>
            <p:txBody>
              <a:bodyPr/>
              <a:lstStyle/>
              <a:p>
                <a:r>
                  <a:rPr lang="it-IT">
                    <a:noFill/>
                  </a:rPr>
                  <a:t> </a:t>
                </a:r>
              </a:p>
            </p:txBody>
          </p:sp>
        </mc:Fallback>
      </mc:AlternateContent>
    </p:spTree>
    <p:extLst>
      <p:ext uri="{BB962C8B-B14F-4D97-AF65-F5344CB8AC3E}">
        <p14:creationId xmlns:p14="http://schemas.microsoft.com/office/powerpoint/2010/main" val="6193115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D7BEB3-6D2B-0567-B22E-4109DDB135B7}"/>
              </a:ext>
            </a:extLst>
          </p:cNvPr>
          <p:cNvSpPr>
            <a:spLocks noGrp="1"/>
          </p:cNvSpPr>
          <p:nvPr>
            <p:ph type="title"/>
          </p:nvPr>
        </p:nvSpPr>
        <p:spPr/>
        <p:txBody>
          <a:bodyPr/>
          <a:lstStyle/>
          <a:p>
            <a:r>
              <a:rPr lang="en-GB" noProof="0" dirty="0"/>
              <a:t>The Gamma Ray Bursts (GRBs)</a:t>
            </a:r>
          </a:p>
        </p:txBody>
      </p:sp>
      <p:sp>
        <p:nvSpPr>
          <p:cNvPr id="4" name="CasellaDiTesto 3">
            <a:extLst>
              <a:ext uri="{FF2B5EF4-FFF2-40B4-BE49-F238E27FC236}">
                <a16:creationId xmlns:a16="http://schemas.microsoft.com/office/drawing/2014/main" id="{E9487CD5-9F21-E979-7C7C-1BEBF46BF2B3}"/>
              </a:ext>
            </a:extLst>
          </p:cNvPr>
          <p:cNvSpPr txBox="1"/>
          <p:nvPr/>
        </p:nvSpPr>
        <p:spPr>
          <a:xfrm>
            <a:off x="642745" y="1524000"/>
            <a:ext cx="5453255" cy="646331"/>
          </a:xfrm>
          <a:prstGeom prst="rect">
            <a:avLst/>
          </a:prstGeom>
          <a:noFill/>
        </p:spPr>
        <p:txBody>
          <a:bodyPr wrap="square" rtlCol="0">
            <a:spAutoFit/>
          </a:bodyPr>
          <a:lstStyle/>
          <a:p>
            <a:r>
              <a:rPr lang="en-GB" noProof="0" dirty="0"/>
              <a:t>They are transient events of high energy photons and extragalactic origin, discovered in 1973</a:t>
            </a:r>
          </a:p>
        </p:txBody>
      </p:sp>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BB2D5997-D077-E740-00D6-9083B5BB979E}"/>
                  </a:ext>
                </a:extLst>
              </p:cNvPr>
              <p:cNvSpPr txBox="1"/>
              <p:nvPr/>
            </p:nvSpPr>
            <p:spPr>
              <a:xfrm>
                <a:off x="965769" y="4088602"/>
                <a:ext cx="3955552"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GB" noProof="0" dirty="0"/>
                  <a:t>The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𝑇</m:t>
                        </m:r>
                      </m:e>
                      <m:sub>
                        <m:r>
                          <a:rPr lang="en-GB" i="1" noProof="0" smtClean="0">
                            <a:latin typeface="Cambria Math" panose="02040503050406030204" pitchFamily="18" charset="0"/>
                          </a:rPr>
                          <m:t>90</m:t>
                        </m:r>
                      </m:sub>
                    </m:sSub>
                  </m:oMath>
                </a14:m>
                <a:r>
                  <a:rPr lang="en-GB" noProof="0" dirty="0"/>
                  <a:t>: the time needed to pass from </a:t>
                </a:r>
                <a14:m>
                  <m:oMath xmlns:m="http://schemas.openxmlformats.org/officeDocument/2006/math">
                    <m:r>
                      <a:rPr lang="en-GB" i="1" noProof="0" smtClean="0">
                        <a:latin typeface="Cambria Math" panose="02040503050406030204" pitchFamily="18" charset="0"/>
                      </a:rPr>
                      <m:t>5%</m:t>
                    </m:r>
                  </m:oMath>
                </a14:m>
                <a:r>
                  <a:rPr lang="en-GB" noProof="0" dirty="0"/>
                  <a:t> to </a:t>
                </a:r>
                <a14:m>
                  <m:oMath xmlns:m="http://schemas.openxmlformats.org/officeDocument/2006/math">
                    <m:r>
                      <a:rPr lang="en-GB" i="1" noProof="0" smtClean="0">
                        <a:latin typeface="Cambria Math" panose="02040503050406030204" pitchFamily="18" charset="0"/>
                      </a:rPr>
                      <m:t>95%</m:t>
                    </m:r>
                  </m:oMath>
                </a14:m>
                <a:r>
                  <a:rPr lang="en-GB" noProof="0" dirty="0"/>
                  <a:t> of the total flux of the prompt emission</a:t>
                </a:r>
              </a:p>
            </p:txBody>
          </p:sp>
        </mc:Choice>
        <mc:Fallback>
          <p:sp>
            <p:nvSpPr>
              <p:cNvPr id="5" name="CasellaDiTesto 4">
                <a:extLst>
                  <a:ext uri="{FF2B5EF4-FFF2-40B4-BE49-F238E27FC236}">
                    <a16:creationId xmlns:a16="http://schemas.microsoft.com/office/drawing/2014/main" id="{BB2D5997-D077-E740-00D6-9083B5BB979E}"/>
                  </a:ext>
                </a:extLst>
              </p:cNvPr>
              <p:cNvSpPr txBox="1">
                <a:spLocks noRot="1" noChangeAspect="1" noMove="1" noResize="1" noEditPoints="1" noAdjustHandles="1" noChangeArrowheads="1" noChangeShapeType="1" noTextEdit="1"/>
              </p:cNvSpPr>
              <p:nvPr/>
            </p:nvSpPr>
            <p:spPr>
              <a:xfrm>
                <a:off x="965769" y="4088602"/>
                <a:ext cx="3955552" cy="923330"/>
              </a:xfrm>
              <a:prstGeom prst="rect">
                <a:avLst/>
              </a:prstGeom>
              <a:blipFill>
                <a:blip r:embed="rId2"/>
                <a:stretch>
                  <a:fillRect l="-924" t="-3974" r="-924" b="-9934"/>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F62D1E21-4A41-BCD1-B17D-D2C980FCA663}"/>
              </a:ext>
            </a:extLst>
          </p:cNvPr>
          <p:cNvSpPr txBox="1"/>
          <p:nvPr/>
        </p:nvSpPr>
        <p:spPr>
          <a:xfrm>
            <a:off x="6725046" y="5585992"/>
            <a:ext cx="3400746" cy="646331"/>
          </a:xfrm>
          <a:prstGeom prst="rect">
            <a:avLst/>
          </a:prstGeom>
          <a:noFill/>
        </p:spPr>
        <p:txBody>
          <a:bodyPr wrap="square" rtlCol="0">
            <a:spAutoFit/>
          </a:bodyPr>
          <a:lstStyle/>
          <a:p>
            <a:r>
              <a:rPr lang="en-GB" noProof="0" dirty="0" err="1"/>
              <a:t>Tipical</a:t>
            </a:r>
            <a:r>
              <a:rPr lang="en-GB" noProof="0" dirty="0"/>
              <a:t> light curve of a GRB? Or artistic representation?</a:t>
            </a:r>
          </a:p>
        </p:txBody>
      </p:sp>
      <p:sp>
        <p:nvSpPr>
          <p:cNvPr id="7" name="CasellaDiTesto 6">
            <a:extLst>
              <a:ext uri="{FF2B5EF4-FFF2-40B4-BE49-F238E27FC236}">
                <a16:creationId xmlns:a16="http://schemas.microsoft.com/office/drawing/2014/main" id="{6BDDFA3F-58E9-A49B-FECA-682E57562B2A}"/>
              </a:ext>
            </a:extLst>
          </p:cNvPr>
          <p:cNvSpPr txBox="1"/>
          <p:nvPr/>
        </p:nvSpPr>
        <p:spPr>
          <a:xfrm>
            <a:off x="642744" y="3534824"/>
            <a:ext cx="4793387" cy="369332"/>
          </a:xfrm>
          <a:prstGeom prst="rect">
            <a:avLst/>
          </a:prstGeom>
          <a:noFill/>
        </p:spPr>
        <p:txBody>
          <a:bodyPr wrap="square" rtlCol="0">
            <a:spAutoFit/>
          </a:bodyPr>
          <a:lstStyle/>
          <a:p>
            <a:r>
              <a:rPr lang="en-GB" noProof="0" dirty="0"/>
              <a:t>We will use two </a:t>
            </a:r>
            <a:r>
              <a:rPr lang="en-GB" noProof="0" dirty="0" err="1"/>
              <a:t>propieties</a:t>
            </a:r>
            <a:r>
              <a:rPr lang="en-GB" noProof="0" dirty="0"/>
              <a:t> to classify them:</a:t>
            </a:r>
          </a:p>
        </p:txBody>
      </p:sp>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B0D7A5BB-1798-EFB1-5B5A-5A00218FC24F}"/>
                  </a:ext>
                </a:extLst>
              </p:cNvPr>
              <p:cNvSpPr txBox="1"/>
              <p:nvPr/>
            </p:nvSpPr>
            <p:spPr>
              <a:xfrm>
                <a:off x="965768" y="5473377"/>
                <a:ext cx="3955551" cy="646331"/>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GB" noProof="0" dirty="0"/>
                  <a:t>The </a:t>
                </a:r>
                <a14:m>
                  <m:oMath xmlns:m="http://schemas.openxmlformats.org/officeDocument/2006/math">
                    <m:r>
                      <a:rPr lang="en-GB" b="0" i="1" noProof="0" smtClean="0">
                        <a:latin typeface="Cambria Math" panose="02040503050406030204" pitchFamily="18" charset="0"/>
                      </a:rPr>
                      <m:t>𝐻𝑅</m:t>
                    </m:r>
                  </m:oMath>
                </a14:m>
                <a:r>
                  <a:rPr lang="en-GB" noProof="0" dirty="0"/>
                  <a:t>: the ratio between fluxes in different energy bands</a:t>
                </a:r>
              </a:p>
            </p:txBody>
          </p:sp>
        </mc:Choice>
        <mc:Fallback>
          <p:sp>
            <p:nvSpPr>
              <p:cNvPr id="8" name="CasellaDiTesto 7">
                <a:extLst>
                  <a:ext uri="{FF2B5EF4-FFF2-40B4-BE49-F238E27FC236}">
                    <a16:creationId xmlns:a16="http://schemas.microsoft.com/office/drawing/2014/main" id="{B0D7A5BB-1798-EFB1-5B5A-5A00218FC24F}"/>
                  </a:ext>
                </a:extLst>
              </p:cNvPr>
              <p:cNvSpPr txBox="1">
                <a:spLocks noRot="1" noChangeAspect="1" noMove="1" noResize="1" noEditPoints="1" noAdjustHandles="1" noChangeArrowheads="1" noChangeShapeType="1" noTextEdit="1"/>
              </p:cNvSpPr>
              <p:nvPr/>
            </p:nvSpPr>
            <p:spPr>
              <a:xfrm>
                <a:off x="965768" y="5473377"/>
                <a:ext cx="3955551" cy="646331"/>
              </a:xfrm>
              <a:prstGeom prst="rect">
                <a:avLst/>
              </a:prstGeom>
              <a:blipFill>
                <a:blip r:embed="rId3"/>
                <a:stretch>
                  <a:fillRect l="-924" t="-5660" r="-2311" b="-14151"/>
                </a:stretch>
              </a:blipFill>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F9891193-D7DB-F948-D66F-30644481FCA7}"/>
              </a:ext>
            </a:extLst>
          </p:cNvPr>
          <p:cNvSpPr txBox="1"/>
          <p:nvPr/>
        </p:nvSpPr>
        <p:spPr>
          <a:xfrm>
            <a:off x="5455346" y="2447220"/>
            <a:ext cx="5453255" cy="646331"/>
          </a:xfrm>
          <a:prstGeom prst="rect">
            <a:avLst/>
          </a:prstGeom>
          <a:noFill/>
        </p:spPr>
        <p:txBody>
          <a:bodyPr wrap="square">
            <a:spAutoFit/>
          </a:bodyPr>
          <a:lstStyle/>
          <a:p>
            <a:r>
              <a:rPr lang="en-GB" noProof="0" dirty="0"/>
              <a:t>They are usually composed of a first peak (prompt emission) and then an afterglow  </a:t>
            </a:r>
          </a:p>
        </p:txBody>
      </p:sp>
    </p:spTree>
    <p:extLst>
      <p:ext uri="{BB962C8B-B14F-4D97-AF65-F5344CB8AC3E}">
        <p14:creationId xmlns:p14="http://schemas.microsoft.com/office/powerpoint/2010/main" val="829168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a:extLst>
              <a:ext uri="{FF2B5EF4-FFF2-40B4-BE49-F238E27FC236}">
                <a16:creationId xmlns:a16="http://schemas.microsoft.com/office/drawing/2014/main" id="{FFD638B5-9A04-E267-39AF-A853241D26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4678" y="2258771"/>
            <a:ext cx="6132305" cy="4599229"/>
          </a:xfrm>
          <a:prstGeom prst="rect">
            <a:avLst/>
          </a:prstGeom>
        </p:spPr>
      </p:pic>
      <mc:AlternateContent xmlns:mc="http://schemas.openxmlformats.org/markup-compatibility/2006">
        <mc:Choice xmlns:a14="http://schemas.microsoft.com/office/drawing/2010/main" Requires="a14">
          <p:sp>
            <p:nvSpPr>
              <p:cNvPr id="2" name="Titolo 1">
                <a:extLst>
                  <a:ext uri="{FF2B5EF4-FFF2-40B4-BE49-F238E27FC236}">
                    <a16:creationId xmlns:a16="http://schemas.microsoft.com/office/drawing/2014/main" id="{9C89BA0E-7680-4FE7-9BEB-DDCCF940FCCE}"/>
                  </a:ext>
                </a:extLst>
              </p:cNvPr>
              <p:cNvSpPr>
                <a:spLocks noGrp="1"/>
              </p:cNvSpPr>
              <p:nvPr>
                <p:ph type="title"/>
              </p:nvPr>
            </p:nvSpPr>
            <p:spPr/>
            <p:txBody>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data</a:t>
                </a:r>
              </a:p>
            </p:txBody>
          </p:sp>
        </mc:Choice>
        <mc:Fallback>
          <p:sp>
            <p:nvSpPr>
              <p:cNvPr id="2" name="Titolo 1">
                <a:extLst>
                  <a:ext uri="{FF2B5EF4-FFF2-40B4-BE49-F238E27FC236}">
                    <a16:creationId xmlns:a16="http://schemas.microsoft.com/office/drawing/2014/main" id="{9C89BA0E-7680-4FE7-9BEB-DDCCF940FCCE}"/>
                  </a:ext>
                </a:extLst>
              </p:cNvPr>
              <p:cNvSpPr>
                <a:spLocks noGrp="1" noRot="1" noChangeAspect="1" noMove="1" noResize="1" noEditPoints="1" noAdjustHandles="1" noChangeArrowheads="1" noChangeShapeType="1" noTextEdit="1"/>
              </p:cNvSpPr>
              <p:nvPr>
                <p:ph type="title"/>
              </p:nvPr>
            </p:nvSpPr>
            <p:spPr>
              <a:blipFill>
                <a:blip r:embed="rId3"/>
                <a:stretch>
                  <a:fillRect l="-2533" t="-1584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 name="CasellaDiTesto 3">
                <a:extLst>
                  <a:ext uri="{FF2B5EF4-FFF2-40B4-BE49-F238E27FC236}">
                    <a16:creationId xmlns:a16="http://schemas.microsoft.com/office/drawing/2014/main" id="{701492C6-3F60-DF36-DDD4-AC4C7F5E5308}"/>
                  </a:ext>
                </a:extLst>
              </p:cNvPr>
              <p:cNvSpPr txBox="1"/>
              <p:nvPr/>
            </p:nvSpPr>
            <p:spPr>
              <a:xfrm>
                <a:off x="642744" y="1335441"/>
                <a:ext cx="5234074" cy="646331"/>
              </a:xfrm>
              <a:prstGeom prst="rect">
                <a:avLst/>
              </a:prstGeom>
              <a:noFill/>
            </p:spPr>
            <p:txBody>
              <a:bodyPr wrap="square" rtlCol="0">
                <a:spAutoFit/>
              </a:bodyPr>
              <a:lstStyle/>
              <a:p>
                <a:r>
                  <a:rPr lang="en-GB" noProof="0" dirty="0"/>
                  <a:t>Dataset: 1932 burst seen by BATSE with the recorded </a:t>
                </a:r>
                <a14:m>
                  <m:oMath xmlns:m="http://schemas.openxmlformats.org/officeDocument/2006/math">
                    <m:func>
                      <m:funcPr>
                        <m:ctrlPr>
                          <a:rPr lang="en-GB" i="1" noProof="0" smtClean="0">
                            <a:latin typeface="Cambria Math" panose="02040503050406030204" pitchFamily="18" charset="0"/>
                          </a:rPr>
                        </m:ctrlPr>
                      </m:funcPr>
                      <m:fName>
                        <m:r>
                          <m:rPr>
                            <m:sty m:val="p"/>
                          </m:rPr>
                          <a:rPr lang="en-GB" i="0"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𝑇</m:t>
                                </m:r>
                              </m:e>
                              <m:sub>
                                <m:r>
                                  <a:rPr lang="en-GB" i="1" noProof="0" smtClean="0">
                                    <a:latin typeface="Cambria Math" panose="02040503050406030204" pitchFamily="18" charset="0"/>
                                  </a:rPr>
                                  <m:t>90</m:t>
                                </m:r>
                              </m:sub>
                            </m:sSub>
                          </m:e>
                        </m:d>
                      </m:e>
                    </m:func>
                  </m:oMath>
                </a14:m>
                <a:r>
                  <a:rPr lang="en-GB" noProof="0" dirty="0"/>
                  <a:t>, associated error and </a:t>
                </a:r>
                <a14:m>
                  <m:oMath xmlns:m="http://schemas.openxmlformats.org/officeDocument/2006/math">
                    <m:func>
                      <m:funcPr>
                        <m:ctrlPr>
                          <a:rPr lang="en-GB" i="1" noProof="0" smtClean="0">
                            <a:latin typeface="Cambria Math" panose="02040503050406030204" pitchFamily="18" charset="0"/>
                          </a:rPr>
                        </m:ctrlPr>
                      </m:funcPr>
                      <m:fName>
                        <m:r>
                          <m:rPr>
                            <m:sty m:val="p"/>
                          </m:rPr>
                          <a:rPr lang="en-GB" i="0" noProof="0" smtClean="0">
                            <a:latin typeface="Cambria Math" panose="02040503050406030204" pitchFamily="18" charset="0"/>
                          </a:rPr>
                          <m:t>log</m:t>
                        </m:r>
                      </m:fName>
                      <m:e>
                        <m:d>
                          <m:dPr>
                            <m:ctrlPr>
                              <a:rPr lang="en-GB" i="1" noProof="0" smtClean="0">
                                <a:latin typeface="Cambria Math" panose="02040503050406030204" pitchFamily="18" charset="0"/>
                              </a:rPr>
                            </m:ctrlPr>
                          </m:dPr>
                          <m:e>
                            <m:r>
                              <a:rPr lang="en-GB" i="1" noProof="0" smtClean="0">
                                <a:latin typeface="Cambria Math" panose="02040503050406030204" pitchFamily="18" charset="0"/>
                              </a:rPr>
                              <m:t>𝐻𝑅</m:t>
                            </m:r>
                          </m:e>
                        </m:d>
                      </m:e>
                    </m:func>
                  </m:oMath>
                </a14:m>
                <a:endParaRPr lang="en-GB" noProof="0" dirty="0"/>
              </a:p>
            </p:txBody>
          </p:sp>
        </mc:Choice>
        <mc:Fallback>
          <p:sp>
            <p:nvSpPr>
              <p:cNvPr id="4" name="CasellaDiTesto 3">
                <a:extLst>
                  <a:ext uri="{FF2B5EF4-FFF2-40B4-BE49-F238E27FC236}">
                    <a16:creationId xmlns:a16="http://schemas.microsoft.com/office/drawing/2014/main" id="{701492C6-3F60-DF36-DDD4-AC4C7F5E5308}"/>
                  </a:ext>
                </a:extLst>
              </p:cNvPr>
              <p:cNvSpPr txBox="1">
                <a:spLocks noRot="1" noChangeAspect="1" noMove="1" noResize="1" noEditPoints="1" noAdjustHandles="1" noChangeArrowheads="1" noChangeShapeType="1" noTextEdit="1"/>
              </p:cNvSpPr>
              <p:nvPr/>
            </p:nvSpPr>
            <p:spPr>
              <a:xfrm>
                <a:off x="642744" y="1335441"/>
                <a:ext cx="5234074" cy="646331"/>
              </a:xfrm>
              <a:prstGeom prst="rect">
                <a:avLst/>
              </a:prstGeom>
              <a:blipFill>
                <a:blip r:embed="rId4"/>
                <a:stretch>
                  <a:fillRect l="-931" t="-4717" b="-1415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C264A17A-540E-8BCE-C181-51A3B66A61CB}"/>
                  </a:ext>
                </a:extLst>
              </p:cNvPr>
              <p:cNvSpPr txBox="1"/>
              <p:nvPr/>
            </p:nvSpPr>
            <p:spPr>
              <a:xfrm>
                <a:off x="642743" y="3227598"/>
                <a:ext cx="2938409" cy="646331"/>
              </a:xfrm>
              <a:prstGeom prst="rect">
                <a:avLst/>
              </a:prstGeom>
              <a:noFill/>
            </p:spPr>
            <p:txBody>
              <a:bodyPr wrap="square" rtlCol="0">
                <a:spAutoFit/>
              </a:bodyPr>
              <a:lstStyle/>
              <a:p>
                <a:r>
                  <a:rPr lang="en-GB" noProof="0" dirty="0"/>
                  <a:t>Smallest value: </a:t>
                </a:r>
                <a14:m>
                  <m:oMath xmlns:m="http://schemas.openxmlformats.org/officeDocument/2006/math">
                    <m:r>
                      <a:rPr lang="en-GB" i="1" noProof="0" smtClean="0">
                        <a:latin typeface="Cambria Math" panose="02040503050406030204" pitchFamily="18" charset="0"/>
                      </a:rPr>
                      <m:t>∼−3.7</m:t>
                    </m:r>
                  </m:oMath>
                </a14:m>
                <a:r>
                  <a:rPr lang="en-GB" noProof="0" dirty="0"/>
                  <a:t> Biggest value: </a:t>
                </a:r>
                <a14:m>
                  <m:oMath xmlns:m="http://schemas.openxmlformats.org/officeDocument/2006/math">
                    <m:r>
                      <a:rPr lang="en-GB" i="1" noProof="0" smtClean="0">
                        <a:latin typeface="Cambria Math" panose="02040503050406030204" pitchFamily="18" charset="0"/>
                      </a:rPr>
                      <m:t>∼6.5</m:t>
                    </m:r>
                  </m:oMath>
                </a14:m>
                <a:r>
                  <a:rPr lang="en-GB" noProof="0" dirty="0"/>
                  <a:t> </a:t>
                </a:r>
              </a:p>
            </p:txBody>
          </p:sp>
        </mc:Choice>
        <mc:Fallback>
          <p:sp>
            <p:nvSpPr>
              <p:cNvPr id="5" name="CasellaDiTesto 4">
                <a:extLst>
                  <a:ext uri="{FF2B5EF4-FFF2-40B4-BE49-F238E27FC236}">
                    <a16:creationId xmlns:a16="http://schemas.microsoft.com/office/drawing/2014/main" id="{C264A17A-540E-8BCE-C181-51A3B66A61CB}"/>
                  </a:ext>
                </a:extLst>
              </p:cNvPr>
              <p:cNvSpPr txBox="1">
                <a:spLocks noRot="1" noChangeAspect="1" noMove="1" noResize="1" noEditPoints="1" noAdjustHandles="1" noChangeArrowheads="1" noChangeShapeType="1" noTextEdit="1"/>
              </p:cNvSpPr>
              <p:nvPr/>
            </p:nvSpPr>
            <p:spPr>
              <a:xfrm>
                <a:off x="642743" y="3227598"/>
                <a:ext cx="2938409" cy="646331"/>
              </a:xfrm>
              <a:prstGeom prst="rect">
                <a:avLst/>
              </a:prstGeom>
              <a:blipFill>
                <a:blip r:embed="rId5"/>
                <a:stretch>
                  <a:fillRect l="-1660" t="-4717" b="-1415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3910B501-7F17-4A45-1D5F-65D744EF586B}"/>
                  </a:ext>
                </a:extLst>
              </p:cNvPr>
              <p:cNvSpPr txBox="1"/>
              <p:nvPr/>
            </p:nvSpPr>
            <p:spPr>
              <a:xfrm>
                <a:off x="909870" y="4357066"/>
                <a:ext cx="2404153" cy="369332"/>
              </a:xfrm>
              <a:prstGeom prst="rect">
                <a:avLst/>
              </a:prstGeom>
              <a:noFill/>
            </p:spPr>
            <p:txBody>
              <a:bodyPr wrap="square" rtlCol="0">
                <a:spAutoFit/>
              </a:bodyPr>
              <a:lstStyle/>
              <a:p>
                <a14:m>
                  <m:oMath xmlns:m="http://schemas.openxmlformats.org/officeDocument/2006/math">
                    <m:r>
                      <a:rPr lang="en-GB" i="1" noProof="0" smtClean="0">
                        <a:latin typeface="Cambria Math" panose="02040503050406030204" pitchFamily="18" charset="0"/>
                      </a:rPr>
                      <m:t>50</m:t>
                    </m:r>
                  </m:oMath>
                </a14:m>
                <a:r>
                  <a:rPr lang="en-GB" noProof="0" dirty="0"/>
                  <a:t> bins from </a:t>
                </a:r>
                <a14:m>
                  <m:oMath xmlns:m="http://schemas.openxmlformats.org/officeDocument/2006/math">
                    <m:r>
                      <a:rPr lang="en-GB" i="1" noProof="0" smtClean="0">
                        <a:latin typeface="Cambria Math" panose="02040503050406030204" pitchFamily="18" charset="0"/>
                      </a:rPr>
                      <m:t>−4</m:t>
                    </m:r>
                    <m:r>
                      <a:rPr lang="en-GB" b="0" i="1" noProof="0" smtClean="0">
                        <a:latin typeface="Cambria Math" panose="02040503050406030204" pitchFamily="18" charset="0"/>
                      </a:rPr>
                      <m:t> </m:t>
                    </m:r>
                  </m:oMath>
                </a14:m>
                <a:r>
                  <a:rPr lang="en-GB" noProof="0" dirty="0"/>
                  <a:t>to </a:t>
                </a:r>
                <a14:m>
                  <m:oMath xmlns:m="http://schemas.openxmlformats.org/officeDocument/2006/math">
                    <m:r>
                      <a:rPr lang="en-GB" i="1" noProof="0" smtClean="0">
                        <a:latin typeface="Cambria Math" panose="02040503050406030204" pitchFamily="18" charset="0"/>
                      </a:rPr>
                      <m:t>7</m:t>
                    </m:r>
                  </m:oMath>
                </a14:m>
                <a:endParaRPr lang="en-GB" noProof="0" dirty="0"/>
              </a:p>
            </p:txBody>
          </p:sp>
        </mc:Choice>
        <mc:Fallback>
          <p:sp>
            <p:nvSpPr>
              <p:cNvPr id="6" name="CasellaDiTesto 5">
                <a:extLst>
                  <a:ext uri="{FF2B5EF4-FFF2-40B4-BE49-F238E27FC236}">
                    <a16:creationId xmlns:a16="http://schemas.microsoft.com/office/drawing/2014/main" id="{3910B501-7F17-4A45-1D5F-65D744EF586B}"/>
                  </a:ext>
                </a:extLst>
              </p:cNvPr>
              <p:cNvSpPr txBox="1">
                <a:spLocks noRot="1" noChangeAspect="1" noMove="1" noResize="1" noEditPoints="1" noAdjustHandles="1" noChangeArrowheads="1" noChangeShapeType="1" noTextEdit="1"/>
              </p:cNvSpPr>
              <p:nvPr/>
            </p:nvSpPr>
            <p:spPr>
              <a:xfrm>
                <a:off x="909870" y="4357066"/>
                <a:ext cx="2404153" cy="369332"/>
              </a:xfrm>
              <a:prstGeom prst="rect">
                <a:avLst/>
              </a:prstGeom>
              <a:blipFill>
                <a:blip r:embed="rId6"/>
                <a:stretch>
                  <a:fillRect t="-10000" b="-26667"/>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6DBAA5E6-9546-A078-A564-895CA5AD8E69}"/>
              </a:ext>
            </a:extLst>
          </p:cNvPr>
          <p:cNvSpPr txBox="1"/>
          <p:nvPr/>
        </p:nvSpPr>
        <p:spPr>
          <a:xfrm>
            <a:off x="909870" y="5322013"/>
            <a:ext cx="2938409" cy="923330"/>
          </a:xfrm>
          <a:prstGeom prst="rect">
            <a:avLst/>
          </a:prstGeom>
          <a:noFill/>
        </p:spPr>
        <p:txBody>
          <a:bodyPr wrap="square" rtlCol="0">
            <a:spAutoFit/>
          </a:bodyPr>
          <a:lstStyle/>
          <a:p>
            <a:r>
              <a:rPr lang="en-GB" noProof="0" dirty="0"/>
              <a:t>Mean error is: 0.174</a:t>
            </a:r>
          </a:p>
          <a:p>
            <a:r>
              <a:rPr lang="en-GB" noProof="0" dirty="0"/>
              <a:t>Median error is: 0.0919</a:t>
            </a:r>
          </a:p>
          <a:p>
            <a:r>
              <a:rPr lang="en-GB" noProof="0" dirty="0"/>
              <a:t>A bin is large 0.224</a:t>
            </a:r>
          </a:p>
        </p:txBody>
      </p:sp>
      <mc:AlternateContent xmlns:mc="http://schemas.openxmlformats.org/markup-compatibility/2006">
        <mc:Choice xmlns:a14="http://schemas.microsoft.com/office/drawing/2010/main" Requires="a14">
          <p:sp>
            <p:nvSpPr>
              <p:cNvPr id="12" name="CasellaDiTesto 11">
                <a:extLst>
                  <a:ext uri="{FF2B5EF4-FFF2-40B4-BE49-F238E27FC236}">
                    <a16:creationId xmlns:a16="http://schemas.microsoft.com/office/drawing/2014/main" id="{3B042079-1B72-A929-0EA8-DD1E101F076D}"/>
                  </a:ext>
                </a:extLst>
              </p:cNvPr>
              <p:cNvSpPr txBox="1"/>
              <p:nvPr/>
            </p:nvSpPr>
            <p:spPr>
              <a:xfrm>
                <a:off x="642743" y="2505331"/>
                <a:ext cx="2938409" cy="400110"/>
              </a:xfrm>
              <a:prstGeom prst="rect">
                <a:avLst/>
              </a:prstGeom>
              <a:noFill/>
            </p:spPr>
            <p:txBody>
              <a:bodyPr wrap="square" rtlCol="0">
                <a:spAutoFit/>
              </a:bodyPr>
              <a:lstStyle/>
              <a:p>
                <a:r>
                  <a:rPr lang="en-GB" sz="2000" noProof="0" dirty="0"/>
                  <a:t>Histogram on </a:t>
                </a:r>
                <a14:m>
                  <m:oMath xmlns:m="http://schemas.openxmlformats.org/officeDocument/2006/math">
                    <m:func>
                      <m:funcPr>
                        <m:ctrlPr>
                          <a:rPr lang="en-GB" sz="2000" i="1" noProof="0" smtClean="0">
                            <a:latin typeface="Cambria Math" panose="02040503050406030204" pitchFamily="18" charset="0"/>
                          </a:rPr>
                        </m:ctrlPr>
                      </m:funcPr>
                      <m:fName>
                        <m:r>
                          <m:rPr>
                            <m:sty m:val="p"/>
                          </m:rPr>
                          <a:rPr lang="en-GB" sz="2000" i="0" noProof="0" smtClean="0">
                            <a:latin typeface="Cambria Math" panose="02040503050406030204" pitchFamily="18" charset="0"/>
                          </a:rPr>
                          <m:t>log</m:t>
                        </m:r>
                      </m:fName>
                      <m:e>
                        <m:d>
                          <m:dPr>
                            <m:ctrlPr>
                              <a:rPr lang="en-GB" sz="2000" i="1" noProof="0" smtClean="0">
                                <a:latin typeface="Cambria Math" panose="02040503050406030204" pitchFamily="18" charset="0"/>
                              </a:rPr>
                            </m:ctrlPr>
                          </m:dPr>
                          <m:e>
                            <m:sSub>
                              <m:sSubPr>
                                <m:ctrlPr>
                                  <a:rPr lang="en-GB" sz="2000" i="1" noProof="0" smtClean="0">
                                    <a:latin typeface="Cambria Math" panose="02040503050406030204" pitchFamily="18" charset="0"/>
                                  </a:rPr>
                                </m:ctrlPr>
                              </m:sSubPr>
                              <m:e>
                                <m:r>
                                  <a:rPr lang="en-GB" sz="2000" i="1" noProof="0" smtClean="0">
                                    <a:latin typeface="Cambria Math" panose="02040503050406030204" pitchFamily="18" charset="0"/>
                                  </a:rPr>
                                  <m:t>𝑇</m:t>
                                </m:r>
                              </m:e>
                              <m:sub>
                                <m:r>
                                  <a:rPr lang="en-GB" sz="2000" i="1" noProof="0" smtClean="0">
                                    <a:latin typeface="Cambria Math" panose="02040503050406030204" pitchFamily="18" charset="0"/>
                                  </a:rPr>
                                  <m:t>90</m:t>
                                </m:r>
                              </m:sub>
                            </m:sSub>
                          </m:e>
                        </m:d>
                      </m:e>
                    </m:func>
                  </m:oMath>
                </a14:m>
                <a:endParaRPr lang="en-GB" sz="2000" noProof="0" dirty="0"/>
              </a:p>
            </p:txBody>
          </p:sp>
        </mc:Choice>
        <mc:Fallback>
          <p:sp>
            <p:nvSpPr>
              <p:cNvPr id="12" name="CasellaDiTesto 11">
                <a:extLst>
                  <a:ext uri="{FF2B5EF4-FFF2-40B4-BE49-F238E27FC236}">
                    <a16:creationId xmlns:a16="http://schemas.microsoft.com/office/drawing/2014/main" id="{3B042079-1B72-A929-0EA8-DD1E101F076D}"/>
                  </a:ext>
                </a:extLst>
              </p:cNvPr>
              <p:cNvSpPr txBox="1">
                <a:spLocks noRot="1" noChangeAspect="1" noMove="1" noResize="1" noEditPoints="1" noAdjustHandles="1" noChangeArrowheads="1" noChangeShapeType="1" noTextEdit="1"/>
              </p:cNvSpPr>
              <p:nvPr/>
            </p:nvSpPr>
            <p:spPr>
              <a:xfrm>
                <a:off x="642743" y="2505331"/>
                <a:ext cx="2938409" cy="400110"/>
              </a:xfrm>
              <a:prstGeom prst="rect">
                <a:avLst/>
              </a:prstGeom>
              <a:blipFill>
                <a:blip r:embed="rId7"/>
                <a:stretch>
                  <a:fillRect l="-2075" t="-9091" b="-25758"/>
                </a:stretch>
              </a:blipFill>
            </p:spPr>
            <p:txBody>
              <a:bodyPr/>
              <a:lstStyle/>
              <a:p>
                <a:r>
                  <a:rPr lang="it-IT">
                    <a:noFill/>
                  </a:rPr>
                  <a:t> </a:t>
                </a:r>
              </a:p>
            </p:txBody>
          </p:sp>
        </mc:Fallback>
      </mc:AlternateContent>
      <p:cxnSp>
        <p:nvCxnSpPr>
          <p:cNvPr id="14" name="Connettore 2 13">
            <a:extLst>
              <a:ext uri="{FF2B5EF4-FFF2-40B4-BE49-F238E27FC236}">
                <a16:creationId xmlns:a16="http://schemas.microsoft.com/office/drawing/2014/main" id="{2B42DA42-449E-C8BD-986D-A8EBCCE58BE1}"/>
              </a:ext>
            </a:extLst>
          </p:cNvPr>
          <p:cNvCxnSpPr>
            <a:stCxn id="5" idx="2"/>
            <a:endCxn id="6" idx="0"/>
          </p:cNvCxnSpPr>
          <p:nvPr/>
        </p:nvCxnSpPr>
        <p:spPr>
          <a:xfrm flipH="1">
            <a:off x="2111947" y="3873929"/>
            <a:ext cx="1" cy="48313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2314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F9FF888-399B-E4A9-9147-32AD6AD3E6D0}"/>
                  </a:ext>
                </a:extLst>
              </p:cNvPr>
              <p:cNvSpPr>
                <a:spLocks noGrp="1"/>
              </p:cNvSpPr>
              <p:nvPr>
                <p:ph type="title"/>
              </p:nvPr>
            </p:nvSpPr>
            <p:spPr>
              <a:xfrm>
                <a:off x="642938" y="288925"/>
                <a:ext cx="9625012" cy="1235075"/>
              </a:xfrm>
            </p:spPr>
            <p:txBody>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model</a:t>
                </a:r>
              </a:p>
            </p:txBody>
          </p:sp>
        </mc:Choice>
        <mc:Fallback>
          <p:sp>
            <p:nvSpPr>
              <p:cNvPr id="4" name="Titolo 1">
                <a:extLst>
                  <a:ext uri="{FF2B5EF4-FFF2-40B4-BE49-F238E27FC236}">
                    <a16:creationId xmlns:a16="http://schemas.microsoft.com/office/drawing/2014/main" id="{9F9FF888-399B-E4A9-9147-32AD6AD3E6D0}"/>
                  </a:ext>
                </a:extLst>
              </p:cNvPr>
              <p:cNvSpPr>
                <a:spLocks noGrp="1" noRot="1" noChangeAspect="1" noMove="1" noResize="1" noEditPoints="1" noAdjustHandles="1" noChangeArrowheads="1" noChangeShapeType="1" noTextEdit="1"/>
              </p:cNvSpPr>
              <p:nvPr>
                <p:ph type="title"/>
              </p:nvPr>
            </p:nvSpPr>
            <p:spPr>
              <a:xfrm>
                <a:off x="642938" y="288925"/>
                <a:ext cx="9625012" cy="1235075"/>
              </a:xfrm>
              <a:blipFill>
                <a:blip r:embed="rId2"/>
                <a:stretch>
                  <a:fillRect l="-2533" t="-1527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CD6AA39C-E2F8-5ED9-1A96-4FD70A92E291}"/>
                  </a:ext>
                </a:extLst>
              </p:cNvPr>
              <p:cNvSpPr txBox="1"/>
              <p:nvPr/>
            </p:nvSpPr>
            <p:spPr>
              <a:xfrm>
                <a:off x="1458930" y="2712377"/>
                <a:ext cx="873303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i="1" noProof="0" smtClean="0">
                          <a:latin typeface="Cambria Math" panose="02040503050406030204" pitchFamily="18" charset="0"/>
                        </a:rPr>
                        <m:t>𝑝</m:t>
                      </m:r>
                      <m:d>
                        <m:dPr>
                          <m:ctrlPr>
                            <a:rPr lang="en-GB" sz="2400" i="1" noProof="0" smtClean="0">
                              <a:latin typeface="Cambria Math" panose="02040503050406030204" pitchFamily="18" charset="0"/>
                            </a:rPr>
                          </m:ctrlPr>
                        </m:dPr>
                        <m:e>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d>
                                <m:dPr>
                                  <m:ctrlPr>
                                    <a:rPr lang="en-GB" sz="2400" i="1" noProof="0" smtClean="0">
                                      <a:latin typeface="Cambria Math" panose="02040503050406030204" pitchFamily="18" charset="0"/>
                                    </a:rPr>
                                  </m:ctrlPr>
                                </m:dPr>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𝑇</m:t>
                                      </m:r>
                                    </m:e>
                                    <m:sub>
                                      <m:r>
                                        <a:rPr lang="en-GB" sz="2400" i="1" noProof="0" smtClean="0">
                                          <a:latin typeface="Cambria Math" panose="02040503050406030204" pitchFamily="18" charset="0"/>
                                        </a:rPr>
                                        <m:t>90</m:t>
                                      </m:r>
                                    </m:sub>
                                  </m:sSub>
                                </m:e>
                              </m:d>
                            </m:e>
                          </m:func>
                        </m:e>
                      </m:d>
                      <m:r>
                        <a:rPr lang="en-GB" sz="2400" i="1" noProof="0" smtClean="0">
                          <a:latin typeface="Cambria Math" panose="02040503050406030204" pitchFamily="18" charset="0"/>
                        </a:rPr>
                        <m:t>=</m:t>
                      </m:r>
                      <m:r>
                        <a:rPr lang="en-GB" sz="2400" i="1" noProof="0" smtClean="0">
                          <a:latin typeface="Cambria Math" panose="02040503050406030204" pitchFamily="18" charset="0"/>
                        </a:rPr>
                        <m:t>𝑤</m:t>
                      </m:r>
                      <m:r>
                        <a:rPr lang="en-GB" sz="2400" b="0" i="1" noProof="0" smtClean="0">
                          <a:latin typeface="Cambria Math" panose="02040503050406030204" pitchFamily="18" charset="0"/>
                        </a:rPr>
                        <m:t> </m:t>
                      </m:r>
                      <m:r>
                        <a:rPr lang="en-GB" sz="2400" i="1" noProof="0" smtClean="0">
                          <a:latin typeface="Cambria Math" panose="02040503050406030204" pitchFamily="18" charset="0"/>
                        </a:rPr>
                        <m:t>𝑁</m:t>
                      </m:r>
                      <m:d>
                        <m:dPr>
                          <m:ctrlPr>
                            <a:rPr lang="en-GB" sz="2400" i="1" noProof="0" smtClean="0">
                              <a:latin typeface="Cambria Math" panose="02040503050406030204" pitchFamily="18" charset="0"/>
                            </a:rPr>
                          </m:ctrlPr>
                        </m:dPr>
                        <m:e>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d>
                                <m:dPr>
                                  <m:ctrlPr>
                                    <a:rPr lang="en-GB" sz="2400" i="1" noProof="0" smtClean="0">
                                      <a:latin typeface="Cambria Math" panose="02040503050406030204" pitchFamily="18" charset="0"/>
                                    </a:rPr>
                                  </m:ctrlPr>
                                </m:dPr>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𝑇</m:t>
                                      </m:r>
                                    </m:e>
                                    <m:sub>
                                      <m:r>
                                        <a:rPr lang="en-GB" sz="2400" i="1" noProof="0" smtClean="0">
                                          <a:latin typeface="Cambria Math" panose="02040503050406030204" pitchFamily="18" charset="0"/>
                                        </a:rPr>
                                        <m:t>90</m:t>
                                      </m:r>
                                    </m:sub>
                                  </m:sSub>
                                </m:e>
                              </m:d>
                            </m:e>
                          </m:func>
                        </m:e>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𝜇</m:t>
                              </m:r>
                            </m:e>
                            <m:sub>
                              <m:r>
                                <a:rPr lang="en-GB" sz="2400" i="1" noProof="0" smtClean="0">
                                  <a:latin typeface="Cambria Math" panose="02040503050406030204" pitchFamily="18" charset="0"/>
                                </a:rPr>
                                <m:t>1</m:t>
                              </m:r>
                            </m:sub>
                          </m:sSub>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𝜎</m:t>
                              </m:r>
                            </m:e>
                            <m:sub>
                              <m:r>
                                <a:rPr lang="en-GB" sz="2400" i="1" noProof="0" smtClean="0">
                                  <a:latin typeface="Cambria Math" panose="02040503050406030204" pitchFamily="18" charset="0"/>
                                </a:rPr>
                                <m:t>1</m:t>
                              </m:r>
                            </m:sub>
                          </m:sSub>
                        </m:e>
                      </m:d>
                      <m:r>
                        <a:rPr lang="en-GB" sz="2400" i="1" noProof="0" smtClean="0">
                          <a:latin typeface="Cambria Math" panose="02040503050406030204" pitchFamily="18" charset="0"/>
                        </a:rPr>
                        <m:t>+</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1−</m:t>
                          </m:r>
                          <m:r>
                            <a:rPr lang="en-GB" sz="2400" i="1" noProof="0" smtClean="0">
                              <a:latin typeface="Cambria Math" panose="02040503050406030204" pitchFamily="18" charset="0"/>
                            </a:rPr>
                            <m:t>𝑤</m:t>
                          </m:r>
                        </m:e>
                      </m:d>
                      <m:r>
                        <a:rPr lang="en-GB" sz="2400" b="0" i="1" noProof="0" smtClean="0">
                          <a:latin typeface="Cambria Math" panose="02040503050406030204" pitchFamily="18" charset="0"/>
                        </a:rPr>
                        <m:t> </m:t>
                      </m:r>
                      <m:r>
                        <a:rPr lang="en-GB" sz="2400" i="1" noProof="0" smtClean="0">
                          <a:latin typeface="Cambria Math" panose="02040503050406030204" pitchFamily="18" charset="0"/>
                        </a:rPr>
                        <m:t>𝑁</m:t>
                      </m:r>
                      <m:d>
                        <m:dPr>
                          <m:ctrlPr>
                            <a:rPr lang="en-GB" sz="2400" i="1" noProof="0" smtClean="0">
                              <a:latin typeface="Cambria Math" panose="02040503050406030204" pitchFamily="18" charset="0"/>
                            </a:rPr>
                          </m:ctrlPr>
                        </m:dPr>
                        <m:e>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d>
                                <m:dPr>
                                  <m:ctrlPr>
                                    <a:rPr lang="en-GB" sz="2400" i="1" noProof="0" smtClean="0">
                                      <a:latin typeface="Cambria Math" panose="02040503050406030204" pitchFamily="18" charset="0"/>
                                    </a:rPr>
                                  </m:ctrlPr>
                                </m:dPr>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𝑇</m:t>
                                      </m:r>
                                    </m:e>
                                    <m:sub>
                                      <m:r>
                                        <a:rPr lang="en-GB" sz="2400" i="1" noProof="0" smtClean="0">
                                          <a:latin typeface="Cambria Math" panose="02040503050406030204" pitchFamily="18" charset="0"/>
                                        </a:rPr>
                                        <m:t>90</m:t>
                                      </m:r>
                                    </m:sub>
                                  </m:sSub>
                                </m:e>
                              </m:d>
                            </m:e>
                          </m:func>
                        </m:e>
                        <m:e>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𝜇</m:t>
                              </m:r>
                            </m:e>
                            <m:sub>
                              <m:r>
                                <a:rPr lang="en-GB" sz="2400" i="1" noProof="0" smtClean="0">
                                  <a:latin typeface="Cambria Math" panose="02040503050406030204" pitchFamily="18" charset="0"/>
                                </a:rPr>
                                <m:t>2</m:t>
                              </m:r>
                            </m:sub>
                          </m:sSub>
                          <m:sSub>
                            <m:sSubPr>
                              <m:ctrlPr>
                                <a:rPr lang="en-GB" sz="2400" i="1" noProof="0" smtClean="0">
                                  <a:latin typeface="Cambria Math" panose="02040503050406030204" pitchFamily="18" charset="0"/>
                                </a:rPr>
                              </m:ctrlPr>
                            </m:sSubPr>
                            <m:e>
                              <m:r>
                                <a:rPr lang="en-GB" sz="2400" i="1" noProof="0" smtClean="0">
                                  <a:latin typeface="Cambria Math" panose="02040503050406030204" pitchFamily="18" charset="0"/>
                                </a:rPr>
                                <m:t>𝜎</m:t>
                              </m:r>
                            </m:e>
                            <m:sub>
                              <m:r>
                                <a:rPr lang="en-GB" sz="2400" i="1" noProof="0" smtClean="0">
                                  <a:latin typeface="Cambria Math" panose="02040503050406030204" pitchFamily="18" charset="0"/>
                                </a:rPr>
                                <m:t>2</m:t>
                              </m:r>
                            </m:sub>
                          </m:sSub>
                        </m:e>
                      </m:d>
                    </m:oMath>
                  </m:oMathPara>
                </a14:m>
                <a:endParaRPr lang="en-GB" sz="2400" noProof="0" dirty="0"/>
              </a:p>
            </p:txBody>
          </p:sp>
        </mc:Choice>
        <mc:Fallback>
          <p:sp>
            <p:nvSpPr>
              <p:cNvPr id="5" name="CasellaDiTesto 4">
                <a:extLst>
                  <a:ext uri="{FF2B5EF4-FFF2-40B4-BE49-F238E27FC236}">
                    <a16:creationId xmlns:a16="http://schemas.microsoft.com/office/drawing/2014/main" id="{CD6AA39C-E2F8-5ED9-1A96-4FD70A92E291}"/>
                  </a:ext>
                </a:extLst>
              </p:cNvPr>
              <p:cNvSpPr txBox="1">
                <a:spLocks noRot="1" noChangeAspect="1" noMove="1" noResize="1" noEditPoints="1" noAdjustHandles="1" noChangeArrowheads="1" noChangeShapeType="1" noTextEdit="1"/>
              </p:cNvSpPr>
              <p:nvPr/>
            </p:nvSpPr>
            <p:spPr>
              <a:xfrm>
                <a:off x="1458930" y="2712377"/>
                <a:ext cx="8733034" cy="461665"/>
              </a:xfrm>
              <a:prstGeom prst="rect">
                <a:avLst/>
              </a:prstGeom>
              <a:blipFill>
                <a:blip r:embed="rId3"/>
                <a:stretch>
                  <a:fillRect b="-19737"/>
                </a:stretch>
              </a:blipFill>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E3327CF4-E749-119D-06C7-DB09F6EAFDB6}"/>
              </a:ext>
            </a:extLst>
          </p:cNvPr>
          <p:cNvSpPr txBox="1"/>
          <p:nvPr/>
        </p:nvSpPr>
        <p:spPr>
          <a:xfrm>
            <a:off x="642938" y="1524000"/>
            <a:ext cx="4798031" cy="923330"/>
          </a:xfrm>
          <a:prstGeom prst="rect">
            <a:avLst/>
          </a:prstGeom>
          <a:noFill/>
        </p:spPr>
        <p:txBody>
          <a:bodyPr wrap="square" rtlCol="0">
            <a:spAutoFit/>
          </a:bodyPr>
          <a:lstStyle/>
          <a:p>
            <a:r>
              <a:rPr lang="en-GB" noProof="0" dirty="0"/>
              <a:t>The model for the classification is the weighted sum of two log normal distribution  </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CDD0485A-7078-3B2B-9348-8405DC659998}"/>
                  </a:ext>
                </a:extLst>
              </p:cNvPr>
              <p:cNvSpPr txBox="1"/>
              <p:nvPr/>
            </p:nvSpPr>
            <p:spPr>
              <a:xfrm>
                <a:off x="893852" y="3842535"/>
                <a:ext cx="4547117" cy="646331"/>
              </a:xfrm>
              <a:prstGeom prst="rect">
                <a:avLst/>
              </a:prstGeom>
              <a:noFill/>
            </p:spPr>
            <p:txBody>
              <a:bodyPr wrap="square" rtlCol="0">
                <a:spAutoFit/>
              </a:bodyPr>
              <a:lstStyle/>
              <a:p>
                <a:r>
                  <a:rPr lang="en-GB" noProof="0" dirty="0"/>
                  <a:t>So we have 5 parameters to estimate, we will call them </a:t>
                </a:r>
                <a14:m>
                  <m:oMath xmlns:m="http://schemas.openxmlformats.org/officeDocument/2006/math">
                    <m:r>
                      <a:rPr lang="en-GB" i="1" noProof="0" smtClean="0">
                        <a:latin typeface="Cambria Math" panose="02040503050406030204" pitchFamily="18" charset="0"/>
                      </a:rPr>
                      <m:t>𝜃</m:t>
                    </m:r>
                    <m:r>
                      <a:rPr lang="en-GB" i="1" noProof="0" smtClean="0">
                        <a:latin typeface="Cambria Math" panose="02040503050406030204" pitchFamily="18" charset="0"/>
                      </a:rPr>
                      <m:t>≡</m:t>
                    </m:r>
                    <m:d>
                      <m:dPr>
                        <m:begChr m:val="["/>
                        <m:endChr m:val="]"/>
                        <m:ctrlPr>
                          <a:rPr lang="en-GB" i="1" noProof="0" smtClean="0">
                            <a:latin typeface="Cambria Math" panose="02040503050406030204" pitchFamily="18" charset="0"/>
                          </a:rPr>
                        </m:ctrlPr>
                      </m:dPr>
                      <m:e>
                        <m:r>
                          <a:rPr lang="en-GB" i="1" noProof="0" smtClean="0">
                            <a:latin typeface="Cambria Math" panose="02040503050406030204" pitchFamily="18" charset="0"/>
                          </a:rPr>
                          <m:t>𝑤</m:t>
                        </m:r>
                        <m:r>
                          <a:rPr lang="en-GB" i="1" noProof="0" smtClean="0">
                            <a:latin typeface="Cambria Math" panose="02040503050406030204" pitchFamily="18" charset="0"/>
                          </a:rPr>
                          <m:t>,</m:t>
                        </m:r>
                        <m:r>
                          <m:rPr>
                            <m:lit/>
                          </m:rPr>
                          <a:rPr lang="en-GB" i="1" noProof="0" smtClean="0">
                            <a:latin typeface="Cambria Math" panose="02040503050406030204" pitchFamily="18" charset="0"/>
                          </a:rPr>
                          <m:t> </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𝜇</m:t>
                            </m:r>
                          </m:e>
                          <m:sub>
                            <m:r>
                              <a:rPr lang="en-GB" i="1" noProof="0" smtClean="0">
                                <a:latin typeface="Cambria Math" panose="02040503050406030204" pitchFamily="18" charset="0"/>
                              </a:rPr>
                              <m:t>1</m:t>
                            </m:r>
                          </m:sub>
                        </m:sSub>
                        <m:r>
                          <a:rPr lang="en-GB" i="1" noProof="0" smtClean="0">
                            <a:latin typeface="Cambria Math" panose="02040503050406030204" pitchFamily="18" charset="0"/>
                          </a:rPr>
                          <m:t>,</m:t>
                        </m:r>
                        <m:r>
                          <m:rPr>
                            <m:lit/>
                          </m:rPr>
                          <a:rPr lang="en-GB" i="1" noProof="0" smtClean="0">
                            <a:latin typeface="Cambria Math" panose="02040503050406030204" pitchFamily="18" charset="0"/>
                          </a:rPr>
                          <m:t> </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𝜎</m:t>
                            </m:r>
                          </m:e>
                          <m:sub>
                            <m:r>
                              <a:rPr lang="en-GB" i="1" noProof="0" smtClean="0">
                                <a:latin typeface="Cambria Math" panose="02040503050406030204" pitchFamily="18" charset="0"/>
                              </a:rPr>
                              <m:t>1</m:t>
                            </m:r>
                          </m:sub>
                        </m:sSub>
                        <m:r>
                          <a:rPr lang="en-GB" i="1" noProof="0" smtClean="0">
                            <a:latin typeface="Cambria Math" panose="02040503050406030204" pitchFamily="18" charset="0"/>
                          </a:rPr>
                          <m:t>,</m:t>
                        </m:r>
                        <m:r>
                          <m:rPr>
                            <m:lit/>
                          </m:rPr>
                          <a:rPr lang="en-GB" i="1" noProof="0" smtClean="0">
                            <a:latin typeface="Cambria Math" panose="02040503050406030204" pitchFamily="18" charset="0"/>
                          </a:rPr>
                          <m:t> </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𝜇</m:t>
                            </m:r>
                          </m:e>
                          <m:sub>
                            <m:r>
                              <a:rPr lang="en-GB" i="1" noProof="0" smtClean="0">
                                <a:latin typeface="Cambria Math" panose="02040503050406030204" pitchFamily="18" charset="0"/>
                              </a:rPr>
                              <m:t>2</m:t>
                            </m:r>
                          </m:sub>
                        </m:sSub>
                        <m:r>
                          <a:rPr lang="en-GB" i="1" noProof="0" smtClean="0">
                            <a:latin typeface="Cambria Math" panose="02040503050406030204" pitchFamily="18" charset="0"/>
                          </a:rPr>
                          <m:t>,</m:t>
                        </m:r>
                        <m:r>
                          <m:rPr>
                            <m:lit/>
                          </m:rPr>
                          <a:rPr lang="en-GB" i="1" noProof="0" smtClean="0">
                            <a:latin typeface="Cambria Math" panose="02040503050406030204" pitchFamily="18" charset="0"/>
                          </a:rPr>
                          <m:t> </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𝜎</m:t>
                            </m:r>
                          </m:e>
                          <m:sub>
                            <m:r>
                              <a:rPr lang="en-GB" i="1" noProof="0" smtClean="0">
                                <a:latin typeface="Cambria Math" panose="02040503050406030204" pitchFamily="18" charset="0"/>
                              </a:rPr>
                              <m:t>2</m:t>
                            </m:r>
                          </m:sub>
                        </m:sSub>
                      </m:e>
                    </m:d>
                  </m:oMath>
                </a14:m>
                <a:endParaRPr lang="en-GB" noProof="0" dirty="0"/>
              </a:p>
            </p:txBody>
          </p:sp>
        </mc:Choice>
        <mc:Fallback>
          <p:sp>
            <p:nvSpPr>
              <p:cNvPr id="7" name="CasellaDiTesto 6">
                <a:extLst>
                  <a:ext uri="{FF2B5EF4-FFF2-40B4-BE49-F238E27FC236}">
                    <a16:creationId xmlns:a16="http://schemas.microsoft.com/office/drawing/2014/main" id="{CDD0485A-7078-3B2B-9348-8405DC659998}"/>
                  </a:ext>
                </a:extLst>
              </p:cNvPr>
              <p:cNvSpPr txBox="1">
                <a:spLocks noRot="1" noChangeAspect="1" noMove="1" noResize="1" noEditPoints="1" noAdjustHandles="1" noChangeArrowheads="1" noChangeShapeType="1" noTextEdit="1"/>
              </p:cNvSpPr>
              <p:nvPr/>
            </p:nvSpPr>
            <p:spPr>
              <a:xfrm>
                <a:off x="893852" y="3842535"/>
                <a:ext cx="4547117" cy="646331"/>
              </a:xfrm>
              <a:prstGeom prst="rect">
                <a:avLst/>
              </a:prstGeom>
              <a:blipFill>
                <a:blip r:embed="rId4"/>
                <a:stretch>
                  <a:fillRect l="-1206" t="-4717" r="-1340" b="-14151"/>
                </a:stretch>
              </a:blipFill>
            </p:spPr>
            <p:txBody>
              <a:bodyPr/>
              <a:lstStyle/>
              <a:p>
                <a:r>
                  <a:rPr lang="it-IT">
                    <a:noFill/>
                  </a:rPr>
                  <a:t> </a:t>
                </a:r>
              </a:p>
            </p:txBody>
          </p:sp>
        </mc:Fallback>
      </mc:AlternateContent>
    </p:spTree>
    <p:extLst>
      <p:ext uri="{BB962C8B-B14F-4D97-AF65-F5344CB8AC3E}">
        <p14:creationId xmlns:p14="http://schemas.microsoft.com/office/powerpoint/2010/main" val="3256806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7BF9-546A-71AE-8100-CC8345FE88E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4DDD25E-CB13-0D4B-8B7F-FCF923ABCCF5}"/>
                  </a:ext>
                </a:extLst>
              </p:cNvPr>
              <p:cNvSpPr>
                <a:spLocks noGrp="1"/>
              </p:cNvSpPr>
              <p:nvPr>
                <p:ph type="title"/>
              </p:nvPr>
            </p:nvSpPr>
            <p:spPr>
              <a:xfrm>
                <a:off x="642938" y="288925"/>
                <a:ext cx="10227120" cy="1235075"/>
              </a:xfrm>
            </p:spPr>
            <p:txBody>
              <a:bodyPr>
                <a:normAutofit fontScale="90000"/>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Bayes theorem</a:t>
                </a:r>
              </a:p>
            </p:txBody>
          </p:sp>
        </mc:Choice>
        <mc:Fallback>
          <p:sp>
            <p:nvSpPr>
              <p:cNvPr id="4" name="Titolo 1">
                <a:extLst>
                  <a:ext uri="{FF2B5EF4-FFF2-40B4-BE49-F238E27FC236}">
                    <a16:creationId xmlns:a16="http://schemas.microsoft.com/office/drawing/2014/main" id="{94DDD25E-CB13-0D4B-8B7F-FCF923ABCCF5}"/>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086" t="-1379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52A3BC6C-6ADD-66CC-2D52-87B80EEC55AA}"/>
                  </a:ext>
                </a:extLst>
              </p:cNvPr>
              <p:cNvSpPr txBox="1"/>
              <p:nvPr/>
            </p:nvSpPr>
            <p:spPr>
              <a:xfrm>
                <a:off x="4993238" y="1494942"/>
                <a:ext cx="5702158" cy="1200329"/>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14:m>
                  <m:oMath xmlns:m="http://schemas.openxmlformats.org/officeDocument/2006/math">
                    <m:r>
                      <a:rPr lang="en-GB" i="1" noProof="0" smtClean="0">
                        <a:latin typeface="Cambria Math" panose="02040503050406030204" pitchFamily="18" charset="0"/>
                      </a:rPr>
                      <m:t>𝜃</m:t>
                    </m:r>
                    <m:r>
                      <a:rPr lang="en-GB" b="0" i="1" noProof="0" smtClean="0">
                        <a:latin typeface="Cambria Math" panose="02040503050406030204" pitchFamily="18" charset="0"/>
                      </a:rPr>
                      <m:t> </m:t>
                    </m:r>
                  </m:oMath>
                </a14:m>
                <a:r>
                  <a:rPr lang="en-GB" noProof="0" dirty="0"/>
                  <a:t>= «The set of parameters is </a:t>
                </a:r>
                <a14:m>
                  <m:oMath xmlns:m="http://schemas.openxmlformats.org/officeDocument/2006/math">
                    <m:r>
                      <a:rPr lang="en-GB" i="1" noProof="0" smtClean="0">
                        <a:latin typeface="Cambria Math" panose="02040503050406030204" pitchFamily="18" charset="0"/>
                      </a:rPr>
                      <m:t>𝜃</m:t>
                    </m:r>
                  </m:oMath>
                </a14:m>
                <a:r>
                  <a:rPr lang="en-GB" noProof="0" dirty="0"/>
                  <a:t>»</a:t>
                </a:r>
              </a:p>
              <a:p>
                <a:pPr marL="285750" indent="-285750">
                  <a:buClr>
                    <a:schemeClr val="accent1"/>
                  </a:buClr>
                  <a:buFont typeface="Arial" panose="020B0604020202020204" pitchFamily="34" charset="0"/>
                  <a:buChar char="•"/>
                </a:pPr>
                <a14:m>
                  <m:oMath xmlns:m="http://schemas.openxmlformats.org/officeDocument/2006/math">
                    <m:r>
                      <a:rPr lang="en-GB" i="1" noProof="0" smtClean="0">
                        <a:latin typeface="Cambria Math" panose="02040503050406030204" pitchFamily="18" charset="0"/>
                      </a:rPr>
                      <m:t>𝐷</m:t>
                    </m:r>
                    <m:r>
                      <a:rPr lang="en-GB" b="0" i="1" noProof="0" smtClean="0">
                        <a:latin typeface="Cambria Math" panose="02040503050406030204" pitchFamily="18" charset="0"/>
                      </a:rPr>
                      <m:t> </m:t>
                    </m:r>
                  </m:oMath>
                </a14:m>
                <a:r>
                  <a:rPr lang="en-GB" noProof="0" dirty="0"/>
                  <a:t>= «The dataset we are analysing»</a:t>
                </a:r>
              </a:p>
              <a:p>
                <a:pPr marL="285750" indent="-285750">
                  <a:buClr>
                    <a:schemeClr val="accent1"/>
                  </a:buClr>
                  <a:buFont typeface="Arial" panose="020B0604020202020204" pitchFamily="34" charset="0"/>
                  <a:buChar char="•"/>
                </a:pPr>
                <a14:m>
                  <m:oMath xmlns:m="http://schemas.openxmlformats.org/officeDocument/2006/math">
                    <m:r>
                      <a:rPr lang="en-GB" i="1" noProof="0" smtClean="0">
                        <a:latin typeface="Cambria Math" panose="02040503050406030204" pitchFamily="18" charset="0"/>
                      </a:rPr>
                      <m:t>𝐻</m:t>
                    </m:r>
                  </m:oMath>
                </a14:m>
                <a:r>
                  <a:rPr lang="en-GB" noProof="0" dirty="0"/>
                  <a:t> = «Model of the two weighted sum log normal»</a:t>
                </a:r>
              </a:p>
              <a:p>
                <a:pPr marL="285750" indent="-285750">
                  <a:buClr>
                    <a:schemeClr val="accent1"/>
                  </a:buClr>
                  <a:buFont typeface="Arial" panose="020B0604020202020204" pitchFamily="34" charset="0"/>
                  <a:buChar char="•"/>
                </a:pPr>
                <a14:m>
                  <m:oMath xmlns:m="http://schemas.openxmlformats.org/officeDocument/2006/math">
                    <m:r>
                      <a:rPr lang="en-GB" i="1" noProof="0" smtClean="0">
                        <a:latin typeface="Cambria Math" panose="02040503050406030204" pitchFamily="18" charset="0"/>
                      </a:rPr>
                      <m:t>𝐼</m:t>
                    </m:r>
                  </m:oMath>
                </a14:m>
                <a:r>
                  <a:rPr lang="en-GB" noProof="0" dirty="0"/>
                  <a:t> = «All the background information on GRBs»</a:t>
                </a:r>
              </a:p>
            </p:txBody>
          </p:sp>
        </mc:Choice>
        <mc:Fallback>
          <p:sp>
            <p:nvSpPr>
              <p:cNvPr id="2" name="CasellaDiTesto 1">
                <a:extLst>
                  <a:ext uri="{FF2B5EF4-FFF2-40B4-BE49-F238E27FC236}">
                    <a16:creationId xmlns:a16="http://schemas.microsoft.com/office/drawing/2014/main" id="{52A3BC6C-6ADD-66CC-2D52-87B80EEC55AA}"/>
                  </a:ext>
                </a:extLst>
              </p:cNvPr>
              <p:cNvSpPr txBox="1">
                <a:spLocks noRot="1" noChangeAspect="1" noMove="1" noResize="1" noEditPoints="1" noAdjustHandles="1" noChangeArrowheads="1" noChangeShapeType="1" noTextEdit="1"/>
              </p:cNvSpPr>
              <p:nvPr/>
            </p:nvSpPr>
            <p:spPr>
              <a:xfrm>
                <a:off x="4993238" y="1494942"/>
                <a:ext cx="5702158" cy="1200329"/>
              </a:xfrm>
              <a:prstGeom prst="rect">
                <a:avLst/>
              </a:prstGeom>
              <a:blipFill>
                <a:blip r:embed="rId3"/>
                <a:stretch>
                  <a:fillRect l="-642" t="-2538" b="-7107"/>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1712026B-937A-C87F-79A1-73D5369C0880}"/>
                  </a:ext>
                </a:extLst>
              </p:cNvPr>
              <p:cNvSpPr txBox="1"/>
              <p:nvPr/>
            </p:nvSpPr>
            <p:spPr>
              <a:xfrm>
                <a:off x="3703833" y="3235717"/>
                <a:ext cx="4448710" cy="86132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𝜃</m:t>
                          </m:r>
                        </m:e>
                        <m:e>
                          <m:r>
                            <a:rPr lang="en-GB" sz="2400" i="1" noProof="0" smtClean="0">
                              <a:latin typeface="Cambria Math" panose="02040503050406030204" pitchFamily="18" charset="0"/>
                            </a:rPr>
                            <m:t>𝐻𝐷𝐼</m:t>
                          </m:r>
                        </m:e>
                      </m:d>
                      <m:r>
                        <a:rPr lang="en-GB" sz="2400" i="1" noProof="0" smtClean="0">
                          <a:latin typeface="Cambria Math" panose="02040503050406030204" pitchFamily="18" charset="0"/>
                        </a:rPr>
                        <m:t>=</m:t>
                      </m:r>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𝜃</m:t>
                          </m:r>
                        </m:e>
                        <m:e>
                          <m:r>
                            <a:rPr lang="en-GB" sz="2400" i="1" noProof="0" smtClean="0">
                              <a:latin typeface="Cambria Math" panose="02040503050406030204" pitchFamily="18" charset="0"/>
                            </a:rPr>
                            <m:t>𝐻𝐼</m:t>
                          </m:r>
                        </m:e>
                      </m:d>
                      <m:f>
                        <m:fPr>
                          <m:ctrlPr>
                            <a:rPr lang="en-GB" sz="2400" i="1" noProof="0" smtClean="0">
                              <a:latin typeface="Cambria Math" panose="02040503050406030204" pitchFamily="18" charset="0"/>
                            </a:rPr>
                          </m:ctrlPr>
                        </m:fPr>
                        <m:num>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𝐷</m:t>
                              </m:r>
                            </m:e>
                            <m:e>
                              <m:r>
                                <a:rPr lang="en-GB" sz="2400" i="1" noProof="0" smtClean="0">
                                  <a:latin typeface="Cambria Math" panose="02040503050406030204" pitchFamily="18" charset="0"/>
                                </a:rPr>
                                <m:t>𝜃</m:t>
                              </m:r>
                              <m:r>
                                <a:rPr lang="en-GB" sz="2400" i="1" noProof="0" smtClean="0">
                                  <a:latin typeface="Cambria Math" panose="02040503050406030204" pitchFamily="18" charset="0"/>
                                </a:rPr>
                                <m:t>𝐻𝐼</m:t>
                              </m:r>
                            </m:e>
                          </m:d>
                        </m:num>
                        <m:den>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𝐷</m:t>
                              </m:r>
                            </m:e>
                            <m:e>
                              <m:r>
                                <a:rPr lang="en-GB" sz="2400" i="1" noProof="0" smtClean="0">
                                  <a:latin typeface="Cambria Math" panose="02040503050406030204" pitchFamily="18" charset="0"/>
                                </a:rPr>
                                <m:t>𝐻𝐼</m:t>
                              </m:r>
                            </m:e>
                          </m:d>
                        </m:den>
                      </m:f>
                    </m:oMath>
                  </m:oMathPara>
                </a14:m>
                <a:endParaRPr lang="en-GB" sz="2400" noProof="0" dirty="0"/>
              </a:p>
            </p:txBody>
          </p:sp>
        </mc:Choice>
        <mc:Fallback>
          <p:sp>
            <p:nvSpPr>
              <p:cNvPr id="3" name="CasellaDiTesto 2">
                <a:extLst>
                  <a:ext uri="{FF2B5EF4-FFF2-40B4-BE49-F238E27FC236}">
                    <a16:creationId xmlns:a16="http://schemas.microsoft.com/office/drawing/2014/main" id="{1712026B-937A-C87F-79A1-73D5369C0880}"/>
                  </a:ext>
                </a:extLst>
              </p:cNvPr>
              <p:cNvSpPr txBox="1">
                <a:spLocks noRot="1" noChangeAspect="1" noMove="1" noResize="1" noEditPoints="1" noAdjustHandles="1" noChangeArrowheads="1" noChangeShapeType="1" noTextEdit="1"/>
              </p:cNvSpPr>
              <p:nvPr/>
            </p:nvSpPr>
            <p:spPr>
              <a:xfrm>
                <a:off x="3703833" y="3235717"/>
                <a:ext cx="4448710" cy="861326"/>
              </a:xfrm>
              <a:prstGeom prst="rect">
                <a:avLst/>
              </a:prstGeom>
              <a:blipFill>
                <a:blip r:embed="rId4"/>
                <a:stretch>
                  <a:fillRect/>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E032F3A2-4050-AFC6-75FD-C85482A3E434}"/>
              </a:ext>
            </a:extLst>
          </p:cNvPr>
          <p:cNvSpPr txBox="1"/>
          <p:nvPr/>
        </p:nvSpPr>
        <p:spPr>
          <a:xfrm>
            <a:off x="745679" y="4490025"/>
            <a:ext cx="2151633" cy="369332"/>
          </a:xfrm>
          <a:prstGeom prst="rect">
            <a:avLst/>
          </a:prstGeom>
          <a:noFill/>
        </p:spPr>
        <p:txBody>
          <a:bodyPr wrap="square" rtlCol="0">
            <a:spAutoFit/>
          </a:bodyPr>
          <a:lstStyle/>
          <a:p>
            <a:r>
              <a:rPr lang="en-GB" noProof="0" dirty="0"/>
              <a:t>Or in the log form:</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917EED9F-E36F-9A47-5A83-5AA9A3435987}"/>
                  </a:ext>
                </a:extLst>
              </p:cNvPr>
              <p:cNvSpPr txBox="1"/>
              <p:nvPr/>
            </p:nvSpPr>
            <p:spPr>
              <a:xfrm>
                <a:off x="1702058" y="4939444"/>
                <a:ext cx="8314361" cy="461665"/>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r>
                            <a:rPr lang="en-GB" sz="2400" i="1" noProof="0" smtClean="0">
                              <a:latin typeface="Cambria Math" panose="02040503050406030204" pitchFamily="18" charset="0"/>
                            </a:rPr>
                            <m:t>𝑃</m:t>
                          </m:r>
                        </m:e>
                      </m:func>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𝜃</m:t>
                          </m:r>
                        </m:e>
                        <m:e>
                          <m:r>
                            <a:rPr lang="en-GB" sz="2400" i="1" noProof="0" smtClean="0">
                              <a:latin typeface="Cambria Math" panose="02040503050406030204" pitchFamily="18" charset="0"/>
                            </a:rPr>
                            <m:t>𝐻𝐷𝐼</m:t>
                          </m:r>
                        </m:e>
                      </m:d>
                      <m:r>
                        <a:rPr lang="en-GB" sz="2400" i="1" noProof="0" smtClean="0">
                          <a:latin typeface="Cambria Math" panose="02040503050406030204" pitchFamily="18" charset="0"/>
                        </a:rPr>
                        <m:t>=</m:t>
                      </m:r>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r>
                            <a:rPr lang="en-GB" sz="2400" i="1" noProof="0" smtClean="0">
                              <a:latin typeface="Cambria Math" panose="02040503050406030204" pitchFamily="18" charset="0"/>
                            </a:rPr>
                            <m:t>𝑃</m:t>
                          </m:r>
                        </m:e>
                      </m:func>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𝜃</m:t>
                          </m:r>
                        </m:e>
                        <m:e>
                          <m:r>
                            <a:rPr lang="en-GB" sz="2400" i="1" noProof="0" smtClean="0">
                              <a:latin typeface="Cambria Math" panose="02040503050406030204" pitchFamily="18" charset="0"/>
                            </a:rPr>
                            <m:t>𝐻𝐼</m:t>
                          </m:r>
                        </m:e>
                      </m:d>
                      <m:r>
                        <a:rPr lang="en-GB" sz="2400" i="1" noProof="0" smtClean="0">
                          <a:latin typeface="Cambria Math" panose="02040503050406030204" pitchFamily="18" charset="0"/>
                        </a:rPr>
                        <m:t>+</m:t>
                      </m:r>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r>
                            <a:rPr lang="en-GB" sz="2400" i="1" noProof="0" smtClean="0">
                              <a:latin typeface="Cambria Math" panose="02040503050406030204" pitchFamily="18" charset="0"/>
                            </a:rPr>
                            <m:t>𝑃</m:t>
                          </m:r>
                        </m:e>
                      </m:func>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𝐷</m:t>
                          </m:r>
                        </m:e>
                        <m:e>
                          <m:r>
                            <a:rPr lang="en-GB" sz="2400" i="1" noProof="0" smtClean="0">
                              <a:latin typeface="Cambria Math" panose="02040503050406030204" pitchFamily="18" charset="0"/>
                            </a:rPr>
                            <m:t>𝜃</m:t>
                          </m:r>
                          <m:r>
                            <a:rPr lang="en-GB" sz="2400" i="1" noProof="0" smtClean="0">
                              <a:latin typeface="Cambria Math" panose="02040503050406030204" pitchFamily="18" charset="0"/>
                            </a:rPr>
                            <m:t>𝐻𝐼</m:t>
                          </m:r>
                        </m:e>
                      </m:d>
                      <m:r>
                        <a:rPr lang="en-GB" sz="2400" i="1" noProof="0" smtClean="0">
                          <a:latin typeface="Cambria Math" panose="02040503050406030204" pitchFamily="18" charset="0"/>
                        </a:rPr>
                        <m:t>−</m:t>
                      </m:r>
                      <m:func>
                        <m:funcPr>
                          <m:ctrlPr>
                            <a:rPr lang="en-GB" sz="2400" i="1" noProof="0" smtClean="0">
                              <a:latin typeface="Cambria Math" panose="02040503050406030204" pitchFamily="18" charset="0"/>
                            </a:rPr>
                          </m:ctrlPr>
                        </m:funcPr>
                        <m:fName>
                          <m:r>
                            <m:rPr>
                              <m:sty m:val="p"/>
                            </m:rPr>
                            <a:rPr lang="en-GB" sz="2400" i="0" noProof="0" smtClean="0">
                              <a:latin typeface="Cambria Math" panose="02040503050406030204" pitchFamily="18" charset="0"/>
                            </a:rPr>
                            <m:t>log</m:t>
                          </m:r>
                        </m:fName>
                        <m:e>
                          <m:r>
                            <a:rPr lang="en-GB" sz="2400" i="1" noProof="0" smtClean="0">
                              <a:latin typeface="Cambria Math" panose="02040503050406030204" pitchFamily="18" charset="0"/>
                            </a:rPr>
                            <m:t>𝑃</m:t>
                          </m:r>
                        </m:e>
                      </m:func>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𝐷</m:t>
                          </m:r>
                        </m:e>
                        <m:e>
                          <m:r>
                            <a:rPr lang="en-GB" sz="2400" i="1" noProof="0" smtClean="0">
                              <a:latin typeface="Cambria Math" panose="02040503050406030204" pitchFamily="18" charset="0"/>
                            </a:rPr>
                            <m:t>𝐻𝐼</m:t>
                          </m:r>
                        </m:e>
                      </m:d>
                    </m:oMath>
                  </m:oMathPara>
                </a14:m>
                <a:endParaRPr lang="en-GB" sz="2400" noProof="0" dirty="0"/>
              </a:p>
            </p:txBody>
          </p:sp>
        </mc:Choice>
        <mc:Fallback>
          <p:sp>
            <p:nvSpPr>
              <p:cNvPr id="7" name="CasellaDiTesto 6">
                <a:extLst>
                  <a:ext uri="{FF2B5EF4-FFF2-40B4-BE49-F238E27FC236}">
                    <a16:creationId xmlns:a16="http://schemas.microsoft.com/office/drawing/2014/main" id="{917EED9F-E36F-9A47-5A83-5AA9A3435987}"/>
                  </a:ext>
                </a:extLst>
              </p:cNvPr>
              <p:cNvSpPr txBox="1">
                <a:spLocks noRot="1" noChangeAspect="1" noMove="1" noResize="1" noEditPoints="1" noAdjustHandles="1" noChangeArrowheads="1" noChangeShapeType="1" noTextEdit="1"/>
              </p:cNvSpPr>
              <p:nvPr/>
            </p:nvSpPr>
            <p:spPr>
              <a:xfrm>
                <a:off x="1702058" y="4939444"/>
                <a:ext cx="8314361" cy="461665"/>
              </a:xfrm>
              <a:prstGeom prst="rect">
                <a:avLst/>
              </a:prstGeom>
              <a:blipFill>
                <a:blip r:embed="rId5"/>
                <a:stretch>
                  <a:fillRect b="-19737"/>
                </a:stretch>
              </a:blipFill>
            </p:spPr>
            <p:txBody>
              <a:bodyPr/>
              <a:lstStyle/>
              <a:p>
                <a:r>
                  <a:rPr lang="it-IT">
                    <a:noFill/>
                  </a:rPr>
                  <a:t> </a:t>
                </a:r>
              </a:p>
            </p:txBody>
          </p:sp>
        </mc:Fallback>
      </mc:AlternateContent>
      <p:cxnSp>
        <p:nvCxnSpPr>
          <p:cNvPr id="9" name="Connettore 2 8">
            <a:extLst>
              <a:ext uri="{FF2B5EF4-FFF2-40B4-BE49-F238E27FC236}">
                <a16:creationId xmlns:a16="http://schemas.microsoft.com/office/drawing/2014/main" id="{79091BD6-5AB1-766B-44D1-F301A4B341B0}"/>
              </a:ext>
            </a:extLst>
          </p:cNvPr>
          <p:cNvCxnSpPr/>
          <p:nvPr/>
        </p:nvCxnSpPr>
        <p:spPr>
          <a:xfrm flipV="1">
            <a:off x="4869950" y="5474632"/>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0" name="CasellaDiTesto 9">
            <a:extLst>
              <a:ext uri="{FF2B5EF4-FFF2-40B4-BE49-F238E27FC236}">
                <a16:creationId xmlns:a16="http://schemas.microsoft.com/office/drawing/2014/main" id="{75790A2D-B1B1-AD97-6F01-CC81F3A8699B}"/>
              </a:ext>
            </a:extLst>
          </p:cNvPr>
          <p:cNvSpPr txBox="1"/>
          <p:nvPr/>
        </p:nvSpPr>
        <p:spPr>
          <a:xfrm>
            <a:off x="4203845" y="5875324"/>
            <a:ext cx="1325366" cy="369332"/>
          </a:xfrm>
          <a:prstGeom prst="rect">
            <a:avLst/>
          </a:prstGeom>
          <a:noFill/>
        </p:spPr>
        <p:txBody>
          <a:bodyPr wrap="square" rtlCol="0">
            <a:spAutoFit/>
          </a:bodyPr>
          <a:lstStyle/>
          <a:p>
            <a:r>
              <a:rPr lang="en-GB" noProof="0" dirty="0"/>
              <a:t>Log prior</a:t>
            </a:r>
          </a:p>
        </p:txBody>
      </p:sp>
      <p:cxnSp>
        <p:nvCxnSpPr>
          <p:cNvPr id="11" name="Connettore 2 10">
            <a:extLst>
              <a:ext uri="{FF2B5EF4-FFF2-40B4-BE49-F238E27FC236}">
                <a16:creationId xmlns:a16="http://schemas.microsoft.com/office/drawing/2014/main" id="{CC5B14B6-F4BA-C865-384C-6ED36B81D069}"/>
              </a:ext>
            </a:extLst>
          </p:cNvPr>
          <p:cNvCxnSpPr/>
          <p:nvPr/>
        </p:nvCxnSpPr>
        <p:spPr>
          <a:xfrm flipV="1">
            <a:off x="6816902" y="5474632"/>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a:extLst>
              <a:ext uri="{FF2B5EF4-FFF2-40B4-BE49-F238E27FC236}">
                <a16:creationId xmlns:a16="http://schemas.microsoft.com/office/drawing/2014/main" id="{82CCA548-1F9F-E447-F435-49066B02AA3E}"/>
              </a:ext>
            </a:extLst>
          </p:cNvPr>
          <p:cNvSpPr txBox="1"/>
          <p:nvPr/>
        </p:nvSpPr>
        <p:spPr>
          <a:xfrm>
            <a:off x="5961580" y="5875324"/>
            <a:ext cx="1710643" cy="369332"/>
          </a:xfrm>
          <a:prstGeom prst="rect">
            <a:avLst/>
          </a:prstGeom>
          <a:noFill/>
        </p:spPr>
        <p:txBody>
          <a:bodyPr wrap="square" rtlCol="0">
            <a:spAutoFit/>
          </a:bodyPr>
          <a:lstStyle/>
          <a:p>
            <a:r>
              <a:rPr lang="en-GB" noProof="0" dirty="0"/>
              <a:t>Log likelihood</a:t>
            </a:r>
          </a:p>
        </p:txBody>
      </p:sp>
      <p:cxnSp>
        <p:nvCxnSpPr>
          <p:cNvPr id="13" name="Connettore 2 12">
            <a:extLst>
              <a:ext uri="{FF2B5EF4-FFF2-40B4-BE49-F238E27FC236}">
                <a16:creationId xmlns:a16="http://schemas.microsoft.com/office/drawing/2014/main" id="{D2B9436A-14E3-2862-505E-86836F279DE5}"/>
              </a:ext>
            </a:extLst>
          </p:cNvPr>
          <p:cNvCxnSpPr/>
          <p:nvPr/>
        </p:nvCxnSpPr>
        <p:spPr>
          <a:xfrm flipV="1">
            <a:off x="9005297" y="5473486"/>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4" name="CasellaDiTesto 13">
            <a:extLst>
              <a:ext uri="{FF2B5EF4-FFF2-40B4-BE49-F238E27FC236}">
                <a16:creationId xmlns:a16="http://schemas.microsoft.com/office/drawing/2014/main" id="{320BAB1B-7E15-04D3-6065-63E0FDB41076}"/>
              </a:ext>
            </a:extLst>
          </p:cNvPr>
          <p:cNvSpPr txBox="1"/>
          <p:nvPr/>
        </p:nvSpPr>
        <p:spPr>
          <a:xfrm>
            <a:off x="8049801" y="5874178"/>
            <a:ext cx="2645595" cy="369332"/>
          </a:xfrm>
          <a:prstGeom prst="rect">
            <a:avLst/>
          </a:prstGeom>
          <a:noFill/>
        </p:spPr>
        <p:txBody>
          <a:bodyPr wrap="square" rtlCol="0">
            <a:spAutoFit/>
          </a:bodyPr>
          <a:lstStyle/>
          <a:p>
            <a:r>
              <a:rPr lang="en-GB" noProof="0" dirty="0"/>
              <a:t>Normalization </a:t>
            </a:r>
            <a:r>
              <a:rPr lang="en-GB" noProof="0" dirty="0" err="1"/>
              <a:t>costant</a:t>
            </a:r>
            <a:endParaRPr lang="en-GB" noProof="0" dirty="0"/>
          </a:p>
        </p:txBody>
      </p:sp>
      <p:sp>
        <p:nvSpPr>
          <p:cNvPr id="16" name="CasellaDiTesto 15">
            <a:extLst>
              <a:ext uri="{FF2B5EF4-FFF2-40B4-BE49-F238E27FC236}">
                <a16:creationId xmlns:a16="http://schemas.microsoft.com/office/drawing/2014/main" id="{575CCDF9-DEF5-CC96-4CA3-36935272E12C}"/>
              </a:ext>
            </a:extLst>
          </p:cNvPr>
          <p:cNvSpPr txBox="1"/>
          <p:nvPr/>
        </p:nvSpPr>
        <p:spPr>
          <a:xfrm>
            <a:off x="745679" y="1579463"/>
            <a:ext cx="3394806" cy="923330"/>
          </a:xfrm>
          <a:prstGeom prst="rect">
            <a:avLst/>
          </a:prstGeom>
          <a:noFill/>
        </p:spPr>
        <p:txBody>
          <a:bodyPr wrap="square">
            <a:spAutoFit/>
          </a:bodyPr>
          <a:lstStyle/>
          <a:p>
            <a:r>
              <a:rPr lang="en-GB" noProof="0" dirty="0"/>
              <a:t>To estimate the parameters we will use Bayes theorem, define the propositions</a:t>
            </a:r>
          </a:p>
        </p:txBody>
      </p:sp>
    </p:spTree>
    <p:extLst>
      <p:ext uri="{BB962C8B-B14F-4D97-AF65-F5344CB8AC3E}">
        <p14:creationId xmlns:p14="http://schemas.microsoft.com/office/powerpoint/2010/main" val="3433658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B29AB-7CE1-08E7-E55D-F92BD3E4804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E06BF1C8-8E92-453E-8C18-B37484166450}"/>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Prior</a:t>
                </a:r>
              </a:p>
            </p:txBody>
          </p:sp>
        </mc:Choice>
        <mc:Fallback>
          <p:sp>
            <p:nvSpPr>
              <p:cNvPr id="4" name="Titolo 1">
                <a:extLst>
                  <a:ext uri="{FF2B5EF4-FFF2-40B4-BE49-F238E27FC236}">
                    <a16:creationId xmlns:a16="http://schemas.microsoft.com/office/drawing/2014/main" id="{E06BF1C8-8E92-453E-8C18-B37484166450}"/>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A072D742-30C5-2213-D55E-64DA8FDA8793}"/>
                  </a:ext>
                </a:extLst>
              </p:cNvPr>
              <p:cNvSpPr txBox="1"/>
              <p:nvPr/>
            </p:nvSpPr>
            <p:spPr>
              <a:xfrm>
                <a:off x="642938" y="1524000"/>
                <a:ext cx="130481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𝜃</m:t>
                          </m:r>
                        </m:e>
                        <m:e>
                          <m:r>
                            <a:rPr lang="en-GB" sz="2400" i="1" noProof="0" smtClean="0">
                              <a:latin typeface="Cambria Math" panose="02040503050406030204" pitchFamily="18" charset="0"/>
                            </a:rPr>
                            <m:t>𝐻𝐼</m:t>
                          </m:r>
                        </m:e>
                      </m:d>
                    </m:oMath>
                  </m:oMathPara>
                </a14:m>
                <a:endParaRPr lang="en-GB" sz="2400" noProof="0" dirty="0"/>
              </a:p>
            </p:txBody>
          </p:sp>
        </mc:Choice>
        <mc:Fallback>
          <p:sp>
            <p:nvSpPr>
              <p:cNvPr id="3" name="CasellaDiTesto 2">
                <a:extLst>
                  <a:ext uri="{FF2B5EF4-FFF2-40B4-BE49-F238E27FC236}">
                    <a16:creationId xmlns:a16="http://schemas.microsoft.com/office/drawing/2014/main" id="{A072D742-30C5-2213-D55E-64DA8FDA8793}"/>
                  </a:ext>
                </a:extLst>
              </p:cNvPr>
              <p:cNvSpPr txBox="1">
                <a:spLocks noRot="1" noChangeAspect="1" noMove="1" noResize="1" noEditPoints="1" noAdjustHandles="1" noChangeArrowheads="1" noChangeShapeType="1" noTextEdit="1"/>
              </p:cNvSpPr>
              <p:nvPr/>
            </p:nvSpPr>
            <p:spPr>
              <a:xfrm>
                <a:off x="642938" y="1524000"/>
                <a:ext cx="1304818" cy="461665"/>
              </a:xfrm>
              <a:prstGeom prst="rect">
                <a:avLst/>
              </a:prstGeom>
              <a:blipFill>
                <a:blip r:embed="rId3"/>
                <a:stretch>
                  <a:fillRect/>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7E45B8B9-07ED-775F-C5AB-73994551BCBF}"/>
              </a:ext>
            </a:extLst>
          </p:cNvPr>
          <p:cNvSpPr txBox="1"/>
          <p:nvPr/>
        </p:nvSpPr>
        <p:spPr>
          <a:xfrm>
            <a:off x="2784297" y="1524000"/>
            <a:ext cx="4941869" cy="923330"/>
          </a:xfrm>
          <a:prstGeom prst="rect">
            <a:avLst/>
          </a:prstGeom>
          <a:noFill/>
        </p:spPr>
        <p:txBody>
          <a:bodyPr wrap="square" rtlCol="0">
            <a:spAutoFit/>
          </a:bodyPr>
          <a:lstStyle/>
          <a:p>
            <a:r>
              <a:rPr lang="en-GB" noProof="0" dirty="0"/>
              <a:t>Probability for a set of parameters given the model and background. Outside of the bounds is zero, inside?</a:t>
            </a:r>
          </a:p>
        </p:txBody>
      </p:sp>
      <p:sp>
        <p:nvSpPr>
          <p:cNvPr id="6" name="CasellaDiTesto 5">
            <a:extLst>
              <a:ext uri="{FF2B5EF4-FFF2-40B4-BE49-F238E27FC236}">
                <a16:creationId xmlns:a16="http://schemas.microsoft.com/office/drawing/2014/main" id="{B63450C9-5F3C-E9BB-2AC0-67613B3BBB03}"/>
              </a:ext>
            </a:extLst>
          </p:cNvPr>
          <p:cNvSpPr txBox="1"/>
          <p:nvPr/>
        </p:nvSpPr>
        <p:spPr>
          <a:xfrm>
            <a:off x="642938" y="2759075"/>
            <a:ext cx="4941869" cy="646331"/>
          </a:xfrm>
          <a:prstGeom prst="rect">
            <a:avLst/>
          </a:prstGeom>
          <a:noFill/>
        </p:spPr>
        <p:txBody>
          <a:bodyPr wrap="square" rtlCol="0">
            <a:spAutoFit/>
          </a:bodyPr>
          <a:lstStyle/>
          <a:p>
            <a:r>
              <a:rPr lang="en-GB" noProof="0" dirty="0"/>
              <a:t>For the weight and the means we chose a uniform prior</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C0048442-99DA-EC1F-D06C-ECAB8CE784B3}"/>
                  </a:ext>
                </a:extLst>
              </p:cNvPr>
              <p:cNvSpPr txBox="1"/>
              <p:nvPr/>
            </p:nvSpPr>
            <p:spPr>
              <a:xfrm>
                <a:off x="6096000" y="2744128"/>
                <a:ext cx="221579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0&lt;</m:t>
                      </m:r>
                      <m:r>
                        <a:rPr lang="en-GB" i="1" noProof="0" smtClean="0">
                          <a:latin typeface="Cambria Math" panose="02040503050406030204" pitchFamily="18" charset="0"/>
                        </a:rPr>
                        <m:t>𝑤</m:t>
                      </m:r>
                      <m:r>
                        <a:rPr lang="en-GB" i="1" noProof="0" smtClean="0">
                          <a:latin typeface="Cambria Math" panose="02040503050406030204" pitchFamily="18" charset="0"/>
                        </a:rPr>
                        <m:t>&lt;1</m:t>
                      </m:r>
                    </m:oMath>
                  </m:oMathPara>
                </a14:m>
                <a:endParaRPr lang="en-GB" noProof="0" dirty="0"/>
              </a:p>
            </p:txBody>
          </p:sp>
        </mc:Choice>
        <mc:Fallback>
          <p:sp>
            <p:nvSpPr>
              <p:cNvPr id="7" name="CasellaDiTesto 6">
                <a:extLst>
                  <a:ext uri="{FF2B5EF4-FFF2-40B4-BE49-F238E27FC236}">
                    <a16:creationId xmlns:a16="http://schemas.microsoft.com/office/drawing/2014/main" id="{C0048442-99DA-EC1F-D06C-ECAB8CE784B3}"/>
                  </a:ext>
                </a:extLst>
              </p:cNvPr>
              <p:cNvSpPr txBox="1">
                <a:spLocks noRot="1" noChangeAspect="1" noMove="1" noResize="1" noEditPoints="1" noAdjustHandles="1" noChangeArrowheads="1" noChangeShapeType="1" noTextEdit="1"/>
              </p:cNvSpPr>
              <p:nvPr/>
            </p:nvSpPr>
            <p:spPr>
              <a:xfrm>
                <a:off x="6096000" y="2744128"/>
                <a:ext cx="2215793" cy="369332"/>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99C8E10D-8A77-2E44-73D9-416128478ACD}"/>
                  </a:ext>
                </a:extLst>
              </p:cNvPr>
              <p:cNvSpPr txBox="1"/>
              <p:nvPr/>
            </p:nvSpPr>
            <p:spPr>
              <a:xfrm>
                <a:off x="6226139" y="3308279"/>
                <a:ext cx="235278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−4&lt;</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𝜇</m:t>
                          </m:r>
                        </m:e>
                        <m:sub>
                          <m:r>
                            <a:rPr lang="en-GB" i="1" noProof="0" smtClean="0">
                              <a:latin typeface="Cambria Math" panose="02040503050406030204" pitchFamily="18" charset="0"/>
                            </a:rPr>
                            <m:t>𝑖</m:t>
                          </m:r>
                        </m:sub>
                      </m:sSub>
                      <m:r>
                        <a:rPr lang="en-GB" i="1" noProof="0" smtClean="0">
                          <a:latin typeface="Cambria Math" panose="02040503050406030204" pitchFamily="18" charset="0"/>
                        </a:rPr>
                        <m:t>&lt;7</m:t>
                      </m:r>
                    </m:oMath>
                  </m:oMathPara>
                </a14:m>
                <a:endParaRPr lang="en-GB" noProof="0" dirty="0"/>
              </a:p>
            </p:txBody>
          </p:sp>
        </mc:Choice>
        <mc:Fallback>
          <p:sp>
            <p:nvSpPr>
              <p:cNvPr id="8" name="CasellaDiTesto 7">
                <a:extLst>
                  <a:ext uri="{FF2B5EF4-FFF2-40B4-BE49-F238E27FC236}">
                    <a16:creationId xmlns:a16="http://schemas.microsoft.com/office/drawing/2014/main" id="{99C8E10D-8A77-2E44-73D9-416128478ACD}"/>
                  </a:ext>
                </a:extLst>
              </p:cNvPr>
              <p:cNvSpPr txBox="1">
                <a:spLocks noRot="1" noChangeAspect="1" noMove="1" noResize="1" noEditPoints="1" noAdjustHandles="1" noChangeArrowheads="1" noChangeShapeType="1" noTextEdit="1"/>
              </p:cNvSpPr>
              <p:nvPr/>
            </p:nvSpPr>
            <p:spPr>
              <a:xfrm>
                <a:off x="6226139" y="3308279"/>
                <a:ext cx="2352782" cy="369332"/>
              </a:xfrm>
              <a:prstGeom prst="rect">
                <a:avLst/>
              </a:prstGeom>
              <a:blipFill>
                <a:blip r:embed="rId5"/>
                <a:stretch>
                  <a:fillRect b="-8333"/>
                </a:stretch>
              </a:blipFill>
            </p:spPr>
            <p:txBody>
              <a:bodyPr/>
              <a:lstStyle/>
              <a:p>
                <a:r>
                  <a:rPr lang="it-IT">
                    <a:noFill/>
                  </a:rPr>
                  <a:t> </a:t>
                </a:r>
              </a:p>
            </p:txBody>
          </p:sp>
        </mc:Fallback>
      </mc:AlternateContent>
      <p:sp>
        <p:nvSpPr>
          <p:cNvPr id="9" name="CasellaDiTesto 8">
            <a:extLst>
              <a:ext uri="{FF2B5EF4-FFF2-40B4-BE49-F238E27FC236}">
                <a16:creationId xmlns:a16="http://schemas.microsoft.com/office/drawing/2014/main" id="{FF26DB3E-C522-A550-524D-B19AE2297387}"/>
              </a:ext>
            </a:extLst>
          </p:cNvPr>
          <p:cNvSpPr txBox="1"/>
          <p:nvPr/>
        </p:nvSpPr>
        <p:spPr>
          <a:xfrm>
            <a:off x="642938" y="4209638"/>
            <a:ext cx="4720172" cy="923330"/>
          </a:xfrm>
          <a:prstGeom prst="rect">
            <a:avLst/>
          </a:prstGeom>
          <a:noFill/>
        </p:spPr>
        <p:txBody>
          <a:bodyPr wrap="square" rtlCol="0">
            <a:spAutoFit/>
          </a:bodyPr>
          <a:lstStyle/>
          <a:p>
            <a:r>
              <a:rPr lang="en-GB" noProof="0" dirty="0"/>
              <a:t>For the </a:t>
            </a:r>
            <a:r>
              <a:rPr lang="en-GB" noProof="0" dirty="0" err="1"/>
              <a:t>sigmas</a:t>
            </a:r>
            <a:r>
              <a:rPr lang="en-GB" noProof="0" dirty="0"/>
              <a:t> we chose a Jeffrey’s prior because this are scale parameters of the problem</a:t>
            </a:r>
          </a:p>
        </p:txBody>
      </p:sp>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719BBD76-7C39-B94C-B897-D3759F0948D4}"/>
                  </a:ext>
                </a:extLst>
              </p:cNvPr>
              <p:cNvSpPr txBox="1"/>
              <p:nvPr/>
            </p:nvSpPr>
            <p:spPr>
              <a:xfrm>
                <a:off x="8804953" y="3113460"/>
                <a:ext cx="150002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𝑃𝑟𝑖𝑜𝑟</m:t>
                      </m:r>
                      <m:r>
                        <a:rPr lang="en-GB" i="1" noProof="0" smtClean="0">
                          <a:latin typeface="Cambria Math" panose="02040503050406030204" pitchFamily="18" charset="0"/>
                        </a:rPr>
                        <m:t> ∝1</m:t>
                      </m:r>
                    </m:oMath>
                  </m:oMathPara>
                </a14:m>
                <a:endParaRPr lang="en-GB" noProof="0" dirty="0"/>
              </a:p>
            </p:txBody>
          </p:sp>
        </mc:Choice>
        <mc:Fallback>
          <p:sp>
            <p:nvSpPr>
              <p:cNvPr id="10" name="CasellaDiTesto 9">
                <a:extLst>
                  <a:ext uri="{FF2B5EF4-FFF2-40B4-BE49-F238E27FC236}">
                    <a16:creationId xmlns:a16="http://schemas.microsoft.com/office/drawing/2014/main" id="{719BBD76-7C39-B94C-B897-D3759F0948D4}"/>
                  </a:ext>
                </a:extLst>
              </p:cNvPr>
              <p:cNvSpPr txBox="1">
                <a:spLocks noRot="1" noChangeAspect="1" noMove="1" noResize="1" noEditPoints="1" noAdjustHandles="1" noChangeArrowheads="1" noChangeShapeType="1" noTextEdit="1"/>
              </p:cNvSpPr>
              <p:nvPr/>
            </p:nvSpPr>
            <p:spPr>
              <a:xfrm>
                <a:off x="8804953" y="3113460"/>
                <a:ext cx="1500027" cy="369332"/>
              </a:xfrm>
              <a:prstGeom prst="rect">
                <a:avLst/>
              </a:prstGeom>
              <a:blipFill>
                <a:blip r:embed="rId6"/>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CasellaDiTesto 10">
                <a:extLst>
                  <a:ext uri="{FF2B5EF4-FFF2-40B4-BE49-F238E27FC236}">
                    <a16:creationId xmlns:a16="http://schemas.microsoft.com/office/drawing/2014/main" id="{9A3277FE-BD50-3165-9A55-CEEDB19E43B0}"/>
                  </a:ext>
                </a:extLst>
              </p:cNvPr>
              <p:cNvSpPr txBox="1"/>
              <p:nvPr/>
            </p:nvSpPr>
            <p:spPr>
              <a:xfrm>
                <a:off x="6096000" y="4486637"/>
                <a:ext cx="235278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0.01&lt;</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𝜎</m:t>
                          </m:r>
                        </m:e>
                        <m:sub>
                          <m:r>
                            <a:rPr lang="en-GB" i="1" noProof="0" smtClean="0">
                              <a:latin typeface="Cambria Math" panose="02040503050406030204" pitchFamily="18" charset="0"/>
                            </a:rPr>
                            <m:t>𝑖</m:t>
                          </m:r>
                        </m:sub>
                      </m:sSub>
                      <m:r>
                        <a:rPr lang="en-GB" i="1" noProof="0" smtClean="0">
                          <a:latin typeface="Cambria Math" panose="02040503050406030204" pitchFamily="18" charset="0"/>
                        </a:rPr>
                        <m:t>&lt;3</m:t>
                      </m:r>
                    </m:oMath>
                  </m:oMathPara>
                </a14:m>
                <a:endParaRPr lang="en-GB" noProof="0" dirty="0"/>
              </a:p>
            </p:txBody>
          </p:sp>
        </mc:Choice>
        <mc:Fallback>
          <p:sp>
            <p:nvSpPr>
              <p:cNvPr id="11" name="CasellaDiTesto 10">
                <a:extLst>
                  <a:ext uri="{FF2B5EF4-FFF2-40B4-BE49-F238E27FC236}">
                    <a16:creationId xmlns:a16="http://schemas.microsoft.com/office/drawing/2014/main" id="{9A3277FE-BD50-3165-9A55-CEEDB19E43B0}"/>
                  </a:ext>
                </a:extLst>
              </p:cNvPr>
              <p:cNvSpPr txBox="1">
                <a:spLocks noRot="1" noChangeAspect="1" noMove="1" noResize="1" noEditPoints="1" noAdjustHandles="1" noChangeArrowheads="1" noChangeShapeType="1" noTextEdit="1"/>
              </p:cNvSpPr>
              <p:nvPr/>
            </p:nvSpPr>
            <p:spPr>
              <a:xfrm>
                <a:off x="6096000" y="4486637"/>
                <a:ext cx="2352782" cy="369332"/>
              </a:xfrm>
              <a:prstGeom prst="rect">
                <a:avLst/>
              </a:prstGeom>
              <a:blipFill>
                <a:blip r:embed="rId7"/>
                <a:stretch>
                  <a:fillRect b="-1639"/>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CasellaDiTesto 11">
                <a:extLst>
                  <a:ext uri="{FF2B5EF4-FFF2-40B4-BE49-F238E27FC236}">
                    <a16:creationId xmlns:a16="http://schemas.microsoft.com/office/drawing/2014/main" id="{50DDD853-95ED-6D35-823B-07122B85528C}"/>
                  </a:ext>
                </a:extLst>
              </p:cNvPr>
              <p:cNvSpPr txBox="1"/>
              <p:nvPr/>
            </p:nvSpPr>
            <p:spPr>
              <a:xfrm>
                <a:off x="8578921" y="4486637"/>
                <a:ext cx="20342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𝑃𝑟𝑖𝑜𝑟</m:t>
                      </m:r>
                      <m:r>
                        <a:rPr lang="en-GB" i="1" noProof="0" smtClean="0">
                          <a:latin typeface="Cambria Math" panose="02040503050406030204" pitchFamily="18" charset="0"/>
                        </a:rPr>
                        <m:t> ∝1</m:t>
                      </m:r>
                      <m:r>
                        <m:rPr>
                          <m:lit/>
                        </m:rPr>
                        <a:rPr lang="en-GB" i="1" noProof="0" smtClean="0">
                          <a:latin typeface="Cambria Math" panose="02040503050406030204" pitchFamily="18" charset="0"/>
                        </a:rPr>
                        <m:t>/</m:t>
                      </m:r>
                      <m:r>
                        <a:rPr lang="en-GB" i="1" noProof="0" smtClean="0">
                          <a:latin typeface="Cambria Math" panose="02040503050406030204" pitchFamily="18" charset="0"/>
                        </a:rPr>
                        <m:t>𝜎</m:t>
                      </m:r>
                    </m:oMath>
                  </m:oMathPara>
                </a14:m>
                <a:endParaRPr lang="en-GB" noProof="0" dirty="0"/>
              </a:p>
            </p:txBody>
          </p:sp>
        </mc:Choice>
        <mc:Fallback>
          <p:sp>
            <p:nvSpPr>
              <p:cNvPr id="12" name="CasellaDiTesto 11">
                <a:extLst>
                  <a:ext uri="{FF2B5EF4-FFF2-40B4-BE49-F238E27FC236}">
                    <a16:creationId xmlns:a16="http://schemas.microsoft.com/office/drawing/2014/main" id="{50DDD853-95ED-6D35-823B-07122B85528C}"/>
                  </a:ext>
                </a:extLst>
              </p:cNvPr>
              <p:cNvSpPr txBox="1">
                <a:spLocks noRot="1" noChangeAspect="1" noMove="1" noResize="1" noEditPoints="1" noAdjustHandles="1" noChangeArrowheads="1" noChangeShapeType="1" noTextEdit="1"/>
              </p:cNvSpPr>
              <p:nvPr/>
            </p:nvSpPr>
            <p:spPr>
              <a:xfrm>
                <a:off x="8578921" y="4486637"/>
                <a:ext cx="2034283" cy="369332"/>
              </a:xfrm>
              <a:prstGeom prst="rect">
                <a:avLst/>
              </a:prstGeom>
              <a:blipFill>
                <a:blip r:embed="rId8"/>
                <a:stretch>
                  <a:fillRect b="-14754"/>
                </a:stretch>
              </a:blipFill>
            </p:spPr>
            <p:txBody>
              <a:bodyPr/>
              <a:lstStyle/>
              <a:p>
                <a:r>
                  <a:rPr lang="it-IT">
                    <a:noFill/>
                  </a:rPr>
                  <a:t> </a:t>
                </a:r>
              </a:p>
            </p:txBody>
          </p:sp>
        </mc:Fallback>
      </mc:AlternateContent>
    </p:spTree>
    <p:extLst>
      <p:ext uri="{BB962C8B-B14F-4D97-AF65-F5344CB8AC3E}">
        <p14:creationId xmlns:p14="http://schemas.microsoft.com/office/powerpoint/2010/main" val="7553922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1F580-3886-AB6E-BAEC-D07D4713E80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0FCFB7A3-6E80-7635-671B-21181F87041A}"/>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Likelihood</a:t>
                </a:r>
              </a:p>
            </p:txBody>
          </p:sp>
        </mc:Choice>
        <mc:Fallback>
          <p:sp>
            <p:nvSpPr>
              <p:cNvPr id="4" name="Titolo 1">
                <a:extLst>
                  <a:ext uri="{FF2B5EF4-FFF2-40B4-BE49-F238E27FC236}">
                    <a16:creationId xmlns:a16="http://schemas.microsoft.com/office/drawing/2014/main" id="{0FCFB7A3-6E80-7635-671B-21181F87041A}"/>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FF86F61D-64E6-8BBD-0240-DCBF6A8565AF}"/>
              </a:ext>
            </a:extLst>
          </p:cNvPr>
          <p:cNvSpPr txBox="1"/>
          <p:nvPr/>
        </p:nvSpPr>
        <p:spPr>
          <a:xfrm>
            <a:off x="2784297" y="1524000"/>
            <a:ext cx="4941869" cy="646331"/>
          </a:xfrm>
          <a:prstGeom prst="rect">
            <a:avLst/>
          </a:prstGeom>
          <a:noFill/>
        </p:spPr>
        <p:txBody>
          <a:bodyPr wrap="square" rtlCol="0">
            <a:spAutoFit/>
          </a:bodyPr>
          <a:lstStyle/>
          <a:p>
            <a:r>
              <a:rPr lang="en-GB" noProof="0" dirty="0"/>
              <a:t>Probability of seeing the dataset given a set of parameters, the model and background</a:t>
            </a:r>
          </a:p>
        </p:txBody>
      </p:sp>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AE70E84C-0D8D-A3C2-4B6A-E37C772E6DB7}"/>
                  </a:ext>
                </a:extLst>
              </p:cNvPr>
              <p:cNvSpPr txBox="1"/>
              <p:nvPr/>
            </p:nvSpPr>
            <p:spPr>
              <a:xfrm>
                <a:off x="388251" y="1616332"/>
                <a:ext cx="2272757"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400" i="1" noProof="0" smtClean="0">
                          <a:latin typeface="Cambria Math" panose="02040503050406030204" pitchFamily="18" charset="0"/>
                        </a:rPr>
                        <m:t>𝑃</m:t>
                      </m:r>
                      <m:d>
                        <m:dPr>
                          <m:ctrlPr>
                            <a:rPr lang="en-GB" sz="2400" i="1" noProof="0" smtClean="0">
                              <a:latin typeface="Cambria Math" panose="02040503050406030204" pitchFamily="18" charset="0"/>
                            </a:rPr>
                          </m:ctrlPr>
                        </m:dPr>
                        <m:e>
                          <m:r>
                            <a:rPr lang="en-GB" sz="2400" i="1" noProof="0" smtClean="0">
                              <a:latin typeface="Cambria Math" panose="02040503050406030204" pitchFamily="18" charset="0"/>
                            </a:rPr>
                            <m:t>𝐷</m:t>
                          </m:r>
                        </m:e>
                        <m:e>
                          <m:r>
                            <a:rPr lang="en-GB" sz="2400" i="1" noProof="0" smtClean="0">
                              <a:latin typeface="Cambria Math" panose="02040503050406030204" pitchFamily="18" charset="0"/>
                            </a:rPr>
                            <m:t>𝜃</m:t>
                          </m:r>
                          <m:r>
                            <a:rPr lang="en-GB" sz="2400" i="1" noProof="0" smtClean="0">
                              <a:latin typeface="Cambria Math" panose="02040503050406030204" pitchFamily="18" charset="0"/>
                            </a:rPr>
                            <m:t>𝐻𝐼</m:t>
                          </m:r>
                        </m:e>
                      </m:d>
                    </m:oMath>
                  </m:oMathPara>
                </a14:m>
                <a:endParaRPr lang="en-GB" sz="2400" noProof="0" dirty="0"/>
              </a:p>
            </p:txBody>
          </p:sp>
        </mc:Choice>
        <mc:Fallback>
          <p:sp>
            <p:nvSpPr>
              <p:cNvPr id="2" name="CasellaDiTesto 1">
                <a:extLst>
                  <a:ext uri="{FF2B5EF4-FFF2-40B4-BE49-F238E27FC236}">
                    <a16:creationId xmlns:a16="http://schemas.microsoft.com/office/drawing/2014/main" id="{AE70E84C-0D8D-A3C2-4B6A-E37C772E6DB7}"/>
                  </a:ext>
                </a:extLst>
              </p:cNvPr>
              <p:cNvSpPr txBox="1">
                <a:spLocks noRot="1" noChangeAspect="1" noMove="1" noResize="1" noEditPoints="1" noAdjustHandles="1" noChangeArrowheads="1" noChangeShapeType="1" noTextEdit="1"/>
              </p:cNvSpPr>
              <p:nvPr/>
            </p:nvSpPr>
            <p:spPr>
              <a:xfrm>
                <a:off x="388251" y="1616332"/>
                <a:ext cx="2272757" cy="461665"/>
              </a:xfrm>
              <a:prstGeom prst="rect">
                <a:avLst/>
              </a:prstGeom>
              <a:blipFill>
                <a:blip r:embed="rId3"/>
                <a:stretch>
                  <a:fillRect/>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85F541DC-EDB7-9CE7-E9F5-2627CDC75D7A}"/>
              </a:ext>
            </a:extLst>
          </p:cNvPr>
          <p:cNvSpPr txBox="1"/>
          <p:nvPr/>
        </p:nvSpPr>
        <p:spPr>
          <a:xfrm>
            <a:off x="842481" y="2599362"/>
            <a:ext cx="4941869" cy="923330"/>
          </a:xfrm>
          <a:prstGeom prst="rect">
            <a:avLst/>
          </a:prstGeom>
          <a:noFill/>
        </p:spPr>
        <p:txBody>
          <a:bodyPr wrap="square" rtlCol="0">
            <a:spAutoFit/>
          </a:bodyPr>
          <a:lstStyle/>
          <a:p>
            <a:r>
              <a:rPr lang="en-GB" noProof="0" dirty="0"/>
              <a:t>Having the model, the parameters and the bins we can compute the predicted count in a bin by our model</a:t>
            </a:r>
          </a:p>
        </p:txBody>
      </p:sp>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0DAD6EC8-7F13-D864-36FE-BCBC31A12D1F}"/>
                  </a:ext>
                </a:extLst>
              </p:cNvPr>
              <p:cNvSpPr txBox="1"/>
              <p:nvPr/>
            </p:nvSpPr>
            <p:spPr>
              <a:xfrm>
                <a:off x="5942516" y="2876361"/>
                <a:ext cx="38836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𝜆</m:t>
                          </m:r>
                        </m:e>
                        <m:sub>
                          <m:r>
                            <a:rPr lang="en-GB" i="1" noProof="0" smtClean="0">
                              <a:latin typeface="Cambria Math" panose="02040503050406030204" pitchFamily="18" charset="0"/>
                            </a:rPr>
                            <m:t>𝑏</m:t>
                          </m:r>
                        </m:sub>
                      </m:sSub>
                      <m:r>
                        <a:rPr lang="en-GB" i="1" noProof="0" smtClean="0">
                          <a:latin typeface="Cambria Math" panose="02040503050406030204" pitchFamily="18" charset="0"/>
                        </a:rPr>
                        <m:t>=</m:t>
                      </m:r>
                      <m:r>
                        <a:rPr lang="en-GB" i="1" noProof="0" smtClean="0">
                          <a:latin typeface="Cambria Math" panose="02040503050406030204" pitchFamily="18" charset="0"/>
                        </a:rPr>
                        <m:t>𝑁</m:t>
                      </m:r>
                      <m:r>
                        <a:rPr lang="en-GB" i="1" noProof="0" smtClean="0">
                          <a:latin typeface="Cambria Math" panose="02040503050406030204" pitchFamily="18" charset="0"/>
                        </a:rPr>
                        <m:t>⋅</m:t>
                      </m:r>
                      <m:r>
                        <a:rPr lang="en-GB" i="1" noProof="0" smtClean="0">
                          <a:latin typeface="Cambria Math" panose="02040503050406030204" pitchFamily="18" charset="0"/>
                        </a:rPr>
                        <m:t>𝑝</m:t>
                      </m:r>
                      <m:sSub>
                        <m:sSubPr>
                          <m:ctrlPr>
                            <a:rPr lang="en-GB" i="1" noProof="0" smtClean="0">
                              <a:latin typeface="Cambria Math" panose="02040503050406030204" pitchFamily="18" charset="0"/>
                            </a:rPr>
                          </m:ctrlPr>
                        </m:sSubPr>
                        <m:e>
                          <m:d>
                            <m:dPr>
                              <m:ctrlPr>
                                <a:rPr lang="en-GB" i="1" noProof="0" smtClean="0">
                                  <a:latin typeface="Cambria Math" panose="02040503050406030204" pitchFamily="18" charset="0"/>
                                </a:rPr>
                              </m:ctrlPr>
                            </m:dPr>
                            <m:e>
                              <m:func>
                                <m:funcPr>
                                  <m:ctrlPr>
                                    <a:rPr lang="en-GB" i="1" noProof="0" smtClean="0">
                                      <a:latin typeface="Cambria Math" panose="02040503050406030204" pitchFamily="18" charset="0"/>
                                    </a:rPr>
                                  </m:ctrlPr>
                                </m:funcPr>
                                <m:fName>
                                  <m:r>
                                    <m:rPr>
                                      <m:sty m:val="p"/>
                                    </m:rPr>
                                    <a:rPr lang="en-GB" i="0"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𝑇</m:t>
                                          </m:r>
                                        </m:e>
                                        <m:sub>
                                          <m:r>
                                            <a:rPr lang="en-GB" i="1" noProof="0" smtClean="0">
                                              <a:latin typeface="Cambria Math" panose="02040503050406030204" pitchFamily="18" charset="0"/>
                                            </a:rPr>
                                            <m:t>90</m:t>
                                          </m:r>
                                        </m:sub>
                                      </m:sSub>
                                    </m:e>
                                  </m:d>
                                </m:e>
                              </m:func>
                            </m:e>
                          </m:d>
                        </m:e>
                        <m:sub>
                          <m:r>
                            <a:rPr lang="en-GB" i="1" noProof="0" smtClean="0">
                              <a:latin typeface="Cambria Math" panose="02040503050406030204" pitchFamily="18" charset="0"/>
                            </a:rPr>
                            <m:t>𝑏</m:t>
                          </m:r>
                        </m:sub>
                      </m:sSub>
                      <m:r>
                        <a:rPr lang="en-GB" i="1" noProof="0" smtClean="0">
                          <a:latin typeface="Cambria Math" panose="02040503050406030204" pitchFamily="18" charset="0"/>
                        </a:rPr>
                        <m:t>⋅</m:t>
                      </m:r>
                      <m:r>
                        <a:rPr lang="en-GB" i="1" noProof="0" smtClean="0">
                          <a:latin typeface="Cambria Math" panose="02040503050406030204" pitchFamily="18" charset="0"/>
                        </a:rPr>
                        <m:t>𝑑𝑏</m:t>
                      </m:r>
                    </m:oMath>
                  </m:oMathPara>
                </a14:m>
                <a:endParaRPr lang="en-GB" noProof="0" dirty="0"/>
              </a:p>
            </p:txBody>
          </p:sp>
        </mc:Choice>
        <mc:Fallback>
          <p:sp>
            <p:nvSpPr>
              <p:cNvPr id="6" name="CasellaDiTesto 5">
                <a:extLst>
                  <a:ext uri="{FF2B5EF4-FFF2-40B4-BE49-F238E27FC236}">
                    <a16:creationId xmlns:a16="http://schemas.microsoft.com/office/drawing/2014/main" id="{0DAD6EC8-7F13-D864-36FE-BCBC31A12D1F}"/>
                  </a:ext>
                </a:extLst>
              </p:cNvPr>
              <p:cNvSpPr txBox="1">
                <a:spLocks noRot="1" noChangeAspect="1" noMove="1" noResize="1" noEditPoints="1" noAdjustHandles="1" noChangeArrowheads="1" noChangeShapeType="1" noTextEdit="1"/>
              </p:cNvSpPr>
              <p:nvPr/>
            </p:nvSpPr>
            <p:spPr>
              <a:xfrm>
                <a:off x="5942516" y="2876361"/>
                <a:ext cx="3883631" cy="369332"/>
              </a:xfrm>
              <a:prstGeom prst="rect">
                <a:avLst/>
              </a:prstGeom>
              <a:blipFill>
                <a:blip r:embed="rId4"/>
                <a:stretch>
                  <a:fillRect b="-16667"/>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E36270B5-6AED-1116-BA85-C6FC51BB1F04}"/>
                  </a:ext>
                </a:extLst>
              </p:cNvPr>
              <p:cNvSpPr txBox="1"/>
              <p:nvPr/>
            </p:nvSpPr>
            <p:spPr>
              <a:xfrm>
                <a:off x="842481" y="4089115"/>
                <a:ext cx="5496674" cy="923330"/>
              </a:xfrm>
              <a:prstGeom prst="rect">
                <a:avLst/>
              </a:prstGeom>
              <a:noFill/>
            </p:spPr>
            <p:txBody>
              <a:bodyPr wrap="square" rtlCol="0">
                <a:spAutoFit/>
              </a:bodyPr>
              <a:lstStyle/>
              <a:p>
                <a:r>
                  <a:rPr lang="en-GB" noProof="0" dirty="0"/>
                  <a:t>The probability of having the count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𝑐</m:t>
                        </m:r>
                      </m:e>
                      <m:sub>
                        <m:r>
                          <a:rPr lang="en-GB" i="1" noProof="0" smtClean="0">
                            <a:latin typeface="Cambria Math" panose="02040503050406030204" pitchFamily="18" charset="0"/>
                          </a:rPr>
                          <m:t>𝑏</m:t>
                        </m:r>
                      </m:sub>
                    </m:sSub>
                  </m:oMath>
                </a14:m>
                <a:r>
                  <a:rPr lang="en-GB" noProof="0" dirty="0"/>
                  <a:t> in a bin given the predicted count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𝜆</m:t>
                        </m:r>
                      </m:e>
                      <m:sub>
                        <m:r>
                          <a:rPr lang="en-GB" i="1" noProof="0" smtClean="0">
                            <a:latin typeface="Cambria Math" panose="02040503050406030204" pitchFamily="18" charset="0"/>
                          </a:rPr>
                          <m:t>𝑏</m:t>
                        </m:r>
                      </m:sub>
                    </m:sSub>
                  </m:oMath>
                </a14:m>
                <a:r>
                  <a:rPr lang="en-GB" noProof="0" dirty="0"/>
                  <a:t> is the Poisson’s distribution</a:t>
                </a:r>
              </a:p>
            </p:txBody>
          </p:sp>
        </mc:Choice>
        <mc:Fallback>
          <p:sp>
            <p:nvSpPr>
              <p:cNvPr id="7" name="CasellaDiTesto 6">
                <a:extLst>
                  <a:ext uri="{FF2B5EF4-FFF2-40B4-BE49-F238E27FC236}">
                    <a16:creationId xmlns:a16="http://schemas.microsoft.com/office/drawing/2014/main" id="{E36270B5-6AED-1116-BA85-C6FC51BB1F04}"/>
                  </a:ext>
                </a:extLst>
              </p:cNvPr>
              <p:cNvSpPr txBox="1">
                <a:spLocks noRot="1" noChangeAspect="1" noMove="1" noResize="1" noEditPoints="1" noAdjustHandles="1" noChangeArrowheads="1" noChangeShapeType="1" noTextEdit="1"/>
              </p:cNvSpPr>
              <p:nvPr/>
            </p:nvSpPr>
            <p:spPr>
              <a:xfrm>
                <a:off x="842481" y="4089115"/>
                <a:ext cx="5496674" cy="923330"/>
              </a:xfrm>
              <a:prstGeom prst="rect">
                <a:avLst/>
              </a:prstGeom>
              <a:blipFill>
                <a:blip r:embed="rId5"/>
                <a:stretch>
                  <a:fillRect l="-887" t="-3974" b="-9934"/>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C4D93A24-4A84-7670-129D-353A51839F1B}"/>
                  </a:ext>
                </a:extLst>
              </p:cNvPr>
              <p:cNvSpPr txBox="1"/>
              <p:nvPr/>
            </p:nvSpPr>
            <p:spPr>
              <a:xfrm>
                <a:off x="6637105" y="4259007"/>
                <a:ext cx="2969232" cy="65954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𝑃</m:t>
                      </m:r>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𝑐</m:t>
                              </m:r>
                            </m:e>
                            <m:sub>
                              <m:r>
                                <a:rPr lang="en-GB" i="1" noProof="0" smtClean="0">
                                  <a:latin typeface="Cambria Math" panose="02040503050406030204" pitchFamily="18" charset="0"/>
                                </a:rPr>
                                <m:t>𝑏</m:t>
                              </m:r>
                            </m:sub>
                          </m:sSub>
                        </m:e>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𝜆</m:t>
                              </m:r>
                            </m:e>
                            <m:sub>
                              <m:r>
                                <a:rPr lang="en-GB" i="1" noProof="0" smtClean="0">
                                  <a:latin typeface="Cambria Math" panose="02040503050406030204" pitchFamily="18" charset="0"/>
                                </a:rPr>
                                <m:t>𝑏</m:t>
                              </m:r>
                            </m:sub>
                          </m:sSub>
                        </m:e>
                      </m:d>
                      <m:r>
                        <a:rPr lang="en-GB" i="1" noProof="0" smtClean="0">
                          <a:latin typeface="Cambria Math" panose="02040503050406030204" pitchFamily="18" charset="0"/>
                        </a:rPr>
                        <m:t>=</m:t>
                      </m:r>
                      <m:f>
                        <m:fPr>
                          <m:ctrlPr>
                            <a:rPr lang="en-GB" i="1" noProof="0" smtClean="0">
                              <a:latin typeface="Cambria Math" panose="02040503050406030204" pitchFamily="18" charset="0"/>
                            </a:rPr>
                          </m:ctrlPr>
                        </m:fPr>
                        <m:num>
                          <m:r>
                            <a:rPr lang="en-GB" i="1" noProof="0" smtClean="0">
                              <a:latin typeface="Cambria Math" panose="02040503050406030204" pitchFamily="18" charset="0"/>
                            </a:rPr>
                            <m:t>1</m:t>
                          </m:r>
                        </m:num>
                        <m:den>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𝑐</m:t>
                              </m:r>
                            </m:e>
                            <m:sub>
                              <m:r>
                                <a:rPr lang="en-GB" i="1" noProof="0" smtClean="0">
                                  <a:latin typeface="Cambria Math" panose="02040503050406030204" pitchFamily="18" charset="0"/>
                                </a:rPr>
                                <m:t>𝑏</m:t>
                              </m:r>
                            </m:sub>
                          </m:sSub>
                          <m:r>
                            <a:rPr lang="en-GB" i="1" noProof="0" smtClean="0">
                              <a:latin typeface="Cambria Math" panose="02040503050406030204" pitchFamily="18" charset="0"/>
                            </a:rPr>
                            <m:t>!</m:t>
                          </m:r>
                        </m:den>
                      </m:f>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𝜆</m:t>
                          </m:r>
                        </m:e>
                        <m:sub>
                          <m:r>
                            <a:rPr lang="en-GB" i="1" noProof="0" smtClean="0">
                              <a:latin typeface="Cambria Math" panose="02040503050406030204" pitchFamily="18" charset="0"/>
                            </a:rPr>
                            <m:t>𝑏</m:t>
                          </m:r>
                        </m:sub>
                        <m:sup>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𝑐</m:t>
                              </m:r>
                            </m:e>
                            <m:sub>
                              <m:r>
                                <a:rPr lang="en-GB" i="1" noProof="0" smtClean="0">
                                  <a:latin typeface="Cambria Math" panose="02040503050406030204" pitchFamily="18" charset="0"/>
                                </a:rPr>
                                <m:t>𝑏</m:t>
                              </m:r>
                            </m:sub>
                          </m:sSub>
                        </m:sup>
                      </m:sSubSup>
                      <m:sSup>
                        <m:sSupPr>
                          <m:ctrlPr>
                            <a:rPr lang="en-GB" i="1" noProof="0" smtClean="0">
                              <a:latin typeface="Cambria Math" panose="02040503050406030204" pitchFamily="18" charset="0"/>
                            </a:rPr>
                          </m:ctrlPr>
                        </m:sSupPr>
                        <m:e>
                          <m:r>
                            <a:rPr lang="en-GB" i="1" noProof="0" smtClean="0">
                              <a:latin typeface="Cambria Math" panose="02040503050406030204" pitchFamily="18" charset="0"/>
                            </a:rPr>
                            <m:t>𝑒</m:t>
                          </m:r>
                        </m:e>
                        <m:sup>
                          <m:r>
                            <a:rPr lang="en-GB" i="1" noProof="0" smtClean="0">
                              <a:latin typeface="Cambria Math" panose="02040503050406030204" pitchFamily="18" charset="0"/>
                            </a:rPr>
                            <m:t>−</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𝜆</m:t>
                              </m:r>
                            </m:e>
                            <m:sub>
                              <m:r>
                                <a:rPr lang="en-GB" i="1" noProof="0" smtClean="0">
                                  <a:latin typeface="Cambria Math" panose="02040503050406030204" pitchFamily="18" charset="0"/>
                                </a:rPr>
                                <m:t>𝑏</m:t>
                              </m:r>
                            </m:sub>
                          </m:sSub>
                        </m:sup>
                      </m:sSup>
                    </m:oMath>
                  </m:oMathPara>
                </a14:m>
                <a:endParaRPr lang="en-GB" noProof="0" dirty="0"/>
              </a:p>
            </p:txBody>
          </p:sp>
        </mc:Choice>
        <mc:Fallback>
          <p:sp>
            <p:nvSpPr>
              <p:cNvPr id="8" name="CasellaDiTesto 7">
                <a:extLst>
                  <a:ext uri="{FF2B5EF4-FFF2-40B4-BE49-F238E27FC236}">
                    <a16:creationId xmlns:a16="http://schemas.microsoft.com/office/drawing/2014/main" id="{C4D93A24-4A84-7670-129D-353A51839F1B}"/>
                  </a:ext>
                </a:extLst>
              </p:cNvPr>
              <p:cNvSpPr txBox="1">
                <a:spLocks noRot="1" noChangeAspect="1" noMove="1" noResize="1" noEditPoints="1" noAdjustHandles="1" noChangeArrowheads="1" noChangeShapeType="1" noTextEdit="1"/>
              </p:cNvSpPr>
              <p:nvPr/>
            </p:nvSpPr>
            <p:spPr>
              <a:xfrm>
                <a:off x="6637105" y="4259007"/>
                <a:ext cx="2969232" cy="659540"/>
              </a:xfrm>
              <a:prstGeom prst="rect">
                <a:avLst/>
              </a:prstGeom>
              <a:blipFill>
                <a:blip r:embed="rId6"/>
                <a:stretch>
                  <a:fillRect/>
                </a:stretch>
              </a:blipFill>
            </p:spPr>
            <p:txBody>
              <a:bodyPr/>
              <a:lstStyle/>
              <a:p>
                <a:r>
                  <a:rPr lang="it-IT">
                    <a:noFill/>
                  </a:rPr>
                  <a:t> </a:t>
                </a:r>
              </a:p>
            </p:txBody>
          </p:sp>
        </mc:Fallback>
      </mc:AlternateContent>
      <p:sp>
        <p:nvSpPr>
          <p:cNvPr id="9" name="CasellaDiTesto 8">
            <a:extLst>
              <a:ext uri="{FF2B5EF4-FFF2-40B4-BE49-F238E27FC236}">
                <a16:creationId xmlns:a16="http://schemas.microsoft.com/office/drawing/2014/main" id="{017CB798-6AEE-B7EF-8637-68F9C86AB162}"/>
              </a:ext>
            </a:extLst>
          </p:cNvPr>
          <p:cNvSpPr txBox="1"/>
          <p:nvPr/>
        </p:nvSpPr>
        <p:spPr>
          <a:xfrm>
            <a:off x="955497" y="5732980"/>
            <a:ext cx="5140503" cy="369332"/>
          </a:xfrm>
          <a:prstGeom prst="rect">
            <a:avLst/>
          </a:prstGeom>
          <a:noFill/>
        </p:spPr>
        <p:txBody>
          <a:bodyPr wrap="square" rtlCol="0">
            <a:spAutoFit/>
          </a:bodyPr>
          <a:lstStyle/>
          <a:p>
            <a:r>
              <a:rPr lang="en-GB" noProof="0" dirty="0"/>
              <a:t>The likelihood is the sum over all the bins!</a:t>
            </a:r>
          </a:p>
        </p:txBody>
      </p:sp>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A8942811-75EB-3258-D900-E474F9B25C45}"/>
                  </a:ext>
                </a:extLst>
              </p:cNvPr>
              <p:cNvSpPr txBox="1"/>
              <p:nvPr/>
            </p:nvSpPr>
            <p:spPr>
              <a:xfrm>
                <a:off x="6760396" y="5747195"/>
                <a:ext cx="3184988" cy="369332"/>
              </a:xfrm>
              <a:prstGeom prst="rect">
                <a:avLst/>
              </a:prstGeom>
              <a:noFill/>
            </p:spPr>
            <p:txBody>
              <a:bodyPr wrap="square" rtlCol="0">
                <a:spAutoFit/>
              </a:bodyPr>
              <a:lstStyle/>
              <a:p>
                <a14:m>
                  <m:oMath xmlns:m="http://schemas.openxmlformats.org/officeDocument/2006/math">
                    <m:r>
                      <a:rPr lang="en-GB" i="1" noProof="0" smtClean="0">
                        <a:latin typeface="Cambria Math" panose="02040503050406030204" pitchFamily="18" charset="0"/>
                      </a:rPr>
                      <m:t>𝑃</m:t>
                    </m:r>
                    <m:d>
                      <m:dPr>
                        <m:ctrlPr>
                          <a:rPr lang="en-GB" i="1" noProof="0" smtClean="0">
                            <a:latin typeface="Cambria Math" panose="02040503050406030204" pitchFamily="18" charset="0"/>
                          </a:rPr>
                        </m:ctrlPr>
                      </m:dPr>
                      <m:e>
                        <m:r>
                          <a:rPr lang="en-GB" i="1" noProof="0" smtClean="0">
                            <a:latin typeface="Cambria Math" panose="02040503050406030204" pitchFamily="18" charset="0"/>
                          </a:rPr>
                          <m:t>𝐷</m:t>
                        </m:r>
                      </m:e>
                      <m:e>
                        <m:r>
                          <a:rPr lang="en-GB" i="1" noProof="0" smtClean="0">
                            <a:latin typeface="Cambria Math" panose="02040503050406030204" pitchFamily="18" charset="0"/>
                          </a:rPr>
                          <m:t>𝜃</m:t>
                        </m:r>
                        <m:r>
                          <a:rPr lang="en-GB" i="1" noProof="0" smtClean="0">
                            <a:latin typeface="Cambria Math" panose="02040503050406030204" pitchFamily="18" charset="0"/>
                          </a:rPr>
                          <m:t>𝐻𝐼</m:t>
                        </m:r>
                      </m:e>
                    </m:d>
                    <m:r>
                      <a:rPr lang="en-GB" i="1" noProof="0" smtClean="0">
                        <a:latin typeface="Cambria Math" panose="02040503050406030204" pitchFamily="18" charset="0"/>
                      </a:rPr>
                      <m:t>=</m:t>
                    </m:r>
                    <m:nary>
                      <m:naryPr>
                        <m:chr m:val="∑"/>
                        <m:supHide m:val="on"/>
                        <m:ctrlPr>
                          <a:rPr lang="en-GB" i="1" noProof="0" smtClean="0">
                            <a:latin typeface="Cambria Math" panose="02040503050406030204" pitchFamily="18" charset="0"/>
                          </a:rPr>
                        </m:ctrlPr>
                      </m:naryPr>
                      <m:sub>
                        <m:r>
                          <a:rPr lang="en-GB" i="1" noProof="0" smtClean="0">
                            <a:latin typeface="Cambria Math" panose="02040503050406030204" pitchFamily="18" charset="0"/>
                          </a:rPr>
                          <m:t>𝑏</m:t>
                        </m:r>
                      </m:sub>
                      <m:sup/>
                      <m:e>
                        <m:r>
                          <a:rPr lang="en-GB" i="1" noProof="0" smtClean="0">
                            <a:latin typeface="Cambria Math" panose="02040503050406030204" pitchFamily="18" charset="0"/>
                          </a:rPr>
                          <m:t>𝑃</m:t>
                        </m:r>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𝑐</m:t>
                                </m:r>
                              </m:e>
                              <m:sub>
                                <m:r>
                                  <a:rPr lang="en-GB" i="1" noProof="0" smtClean="0">
                                    <a:latin typeface="Cambria Math" panose="02040503050406030204" pitchFamily="18" charset="0"/>
                                  </a:rPr>
                                  <m:t>𝑏</m:t>
                                </m:r>
                              </m:sub>
                            </m:sSub>
                          </m:e>
                          <m:e>
                            <m:r>
                              <a:rPr lang="en-GB" i="1" noProof="0" smtClean="0">
                                <a:latin typeface="Cambria Math" panose="02040503050406030204" pitchFamily="18" charset="0"/>
                              </a:rPr>
                              <m:t>𝜃</m:t>
                            </m:r>
                            <m:r>
                              <a:rPr lang="en-GB" i="1" noProof="0" smtClean="0">
                                <a:latin typeface="Cambria Math" panose="02040503050406030204" pitchFamily="18" charset="0"/>
                              </a:rPr>
                              <m:t>𝐻𝐼</m:t>
                            </m:r>
                          </m:e>
                        </m:d>
                      </m:e>
                    </m:nary>
                  </m:oMath>
                </a14:m>
                <a:r>
                  <a:rPr lang="en-GB" noProof="0" dirty="0"/>
                  <a:t> </a:t>
                </a:r>
              </a:p>
            </p:txBody>
          </p:sp>
        </mc:Choice>
        <mc:Fallback>
          <p:sp>
            <p:nvSpPr>
              <p:cNvPr id="10" name="CasellaDiTesto 9">
                <a:extLst>
                  <a:ext uri="{FF2B5EF4-FFF2-40B4-BE49-F238E27FC236}">
                    <a16:creationId xmlns:a16="http://schemas.microsoft.com/office/drawing/2014/main" id="{A8942811-75EB-3258-D900-E474F9B25C45}"/>
                  </a:ext>
                </a:extLst>
              </p:cNvPr>
              <p:cNvSpPr txBox="1">
                <a:spLocks noRot="1" noChangeAspect="1" noMove="1" noResize="1" noEditPoints="1" noAdjustHandles="1" noChangeArrowheads="1" noChangeShapeType="1" noTextEdit="1"/>
              </p:cNvSpPr>
              <p:nvPr/>
            </p:nvSpPr>
            <p:spPr>
              <a:xfrm>
                <a:off x="6760396" y="5747195"/>
                <a:ext cx="3184988" cy="369332"/>
              </a:xfrm>
              <a:prstGeom prst="rect">
                <a:avLst/>
              </a:prstGeom>
              <a:blipFill>
                <a:blip r:embed="rId7"/>
                <a:stretch>
                  <a:fillRect t="-120000" b="-190000"/>
                </a:stretch>
              </a:blipFill>
            </p:spPr>
            <p:txBody>
              <a:bodyPr/>
              <a:lstStyle/>
              <a:p>
                <a:r>
                  <a:rPr lang="it-IT">
                    <a:noFill/>
                  </a:rPr>
                  <a:t> </a:t>
                </a:r>
              </a:p>
            </p:txBody>
          </p:sp>
        </mc:Fallback>
      </mc:AlternateContent>
    </p:spTree>
    <p:extLst>
      <p:ext uri="{BB962C8B-B14F-4D97-AF65-F5344CB8AC3E}">
        <p14:creationId xmlns:p14="http://schemas.microsoft.com/office/powerpoint/2010/main" val="29743964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AE45-083B-9855-EF19-EDF9F6B6BD8D}"/>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E7F39CE3-6EA2-1365-0DA4-67DF5F1F3CAB}"/>
              </a:ext>
            </a:extLst>
          </p:cNvPr>
          <p:cNvSpPr>
            <a:spLocks noGrp="1"/>
          </p:cNvSpPr>
          <p:nvPr>
            <p:ph type="title"/>
          </p:nvPr>
        </p:nvSpPr>
        <p:spPr>
          <a:xfrm>
            <a:off x="642938" y="288925"/>
            <a:ext cx="10227120" cy="1235075"/>
          </a:xfrm>
        </p:spPr>
        <p:txBody>
          <a:bodyPr>
            <a:normAutofit fontScale="90000"/>
          </a:bodyPr>
          <a:lstStyle/>
          <a:p>
            <a:r>
              <a:rPr lang="en-GB" noProof="0" dirty="0"/>
              <a:t>Sample the posterior: Metropolis-Hasting</a:t>
            </a:r>
          </a:p>
        </p:txBody>
      </p:sp>
      <p:sp>
        <p:nvSpPr>
          <p:cNvPr id="11" name="CasellaDiTesto 10">
            <a:extLst>
              <a:ext uri="{FF2B5EF4-FFF2-40B4-BE49-F238E27FC236}">
                <a16:creationId xmlns:a16="http://schemas.microsoft.com/office/drawing/2014/main" id="{414852E3-29E0-3FE9-590F-4EFDFED456C2}"/>
              </a:ext>
            </a:extLst>
          </p:cNvPr>
          <p:cNvSpPr txBox="1"/>
          <p:nvPr/>
        </p:nvSpPr>
        <p:spPr>
          <a:xfrm>
            <a:off x="642938" y="1387012"/>
            <a:ext cx="5599416" cy="646331"/>
          </a:xfrm>
          <a:prstGeom prst="rect">
            <a:avLst/>
          </a:prstGeom>
          <a:noFill/>
        </p:spPr>
        <p:txBody>
          <a:bodyPr wrap="square" rtlCol="0">
            <a:spAutoFit/>
          </a:bodyPr>
          <a:lstStyle/>
          <a:p>
            <a:r>
              <a:rPr lang="en-GB" noProof="0" dirty="0"/>
              <a:t>Given a set of parameters we can now compute the posterior. How we find the set that maximise it?</a:t>
            </a:r>
          </a:p>
        </p:txBody>
      </p:sp>
      <p:sp>
        <p:nvSpPr>
          <p:cNvPr id="12" name="CasellaDiTesto 11">
            <a:extLst>
              <a:ext uri="{FF2B5EF4-FFF2-40B4-BE49-F238E27FC236}">
                <a16:creationId xmlns:a16="http://schemas.microsoft.com/office/drawing/2014/main" id="{54F344A3-D166-92CA-7BC3-9312A29E3014}"/>
              </a:ext>
            </a:extLst>
          </p:cNvPr>
          <p:cNvSpPr txBox="1"/>
          <p:nvPr/>
        </p:nvSpPr>
        <p:spPr>
          <a:xfrm>
            <a:off x="7071590" y="1330571"/>
            <a:ext cx="2969232" cy="369332"/>
          </a:xfrm>
          <a:prstGeom prst="rect">
            <a:avLst/>
          </a:prstGeom>
          <a:noFill/>
        </p:spPr>
        <p:txBody>
          <a:bodyPr wrap="square" rtlCol="0">
            <a:spAutoFit/>
          </a:bodyPr>
          <a:lstStyle/>
          <a:p>
            <a:r>
              <a:rPr lang="en-GB" noProof="0" dirty="0"/>
              <a:t>5D grid search: not smart</a:t>
            </a:r>
          </a:p>
        </p:txBody>
      </p:sp>
      <p:sp>
        <p:nvSpPr>
          <p:cNvPr id="13" name="CasellaDiTesto 12">
            <a:extLst>
              <a:ext uri="{FF2B5EF4-FFF2-40B4-BE49-F238E27FC236}">
                <a16:creationId xmlns:a16="http://schemas.microsoft.com/office/drawing/2014/main" id="{491C7829-ECF9-C115-470C-D8EEC36C8BC5}"/>
              </a:ext>
            </a:extLst>
          </p:cNvPr>
          <p:cNvSpPr txBox="1"/>
          <p:nvPr/>
        </p:nvSpPr>
        <p:spPr>
          <a:xfrm>
            <a:off x="6789051" y="1848677"/>
            <a:ext cx="3534310" cy="369332"/>
          </a:xfrm>
          <a:prstGeom prst="rect">
            <a:avLst/>
          </a:prstGeom>
          <a:noFill/>
        </p:spPr>
        <p:txBody>
          <a:bodyPr wrap="square" rtlCol="0">
            <a:spAutoFit/>
          </a:bodyPr>
          <a:lstStyle/>
          <a:p>
            <a:r>
              <a:rPr lang="en-GB" noProof="0" dirty="0"/>
              <a:t>Metropolis-Hasting algorithm!</a:t>
            </a:r>
          </a:p>
        </p:txBody>
      </p:sp>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61CCC5EB-30E8-0FFC-3F1C-39CAC283583D}"/>
                  </a:ext>
                </a:extLst>
              </p:cNvPr>
              <p:cNvSpPr txBox="1"/>
              <p:nvPr/>
            </p:nvSpPr>
            <p:spPr>
              <a:xfrm>
                <a:off x="642938" y="2590977"/>
                <a:ext cx="4972692" cy="646331"/>
              </a:xfrm>
              <a:prstGeom prst="rect">
                <a:avLst/>
              </a:prstGeom>
              <a:noFill/>
            </p:spPr>
            <p:txBody>
              <a:bodyPr wrap="square" rtlCol="0">
                <a:spAutoFit/>
              </a:bodyPr>
              <a:lstStyle/>
              <a:p>
                <a:pPr algn="ctr"/>
                <a14:m>
                  <m:oMath xmlns:m="http://schemas.openxmlformats.org/officeDocument/2006/math">
                    <m:r>
                      <a:rPr lang="en-GB" i="1" noProof="0" smtClean="0">
                        <a:latin typeface="Cambria Math" panose="02040503050406030204" pitchFamily="18" charset="0"/>
                      </a:rPr>
                      <m:t>𝑞</m:t>
                    </m:r>
                    <m:d>
                      <m:dPr>
                        <m:ctrlPr>
                          <a:rPr lang="en-GB" i="1" noProof="0" smtClean="0">
                            <a:latin typeface="Cambria Math" panose="02040503050406030204" pitchFamily="18" charset="0"/>
                          </a:rPr>
                        </m:ctrlPr>
                      </m:dPr>
                      <m:e>
                        <m:r>
                          <a:rPr lang="en-GB" i="1" noProof="0" smtClean="0">
                            <a:latin typeface="Cambria Math" panose="02040503050406030204" pitchFamily="18" charset="0"/>
                          </a:rPr>
                          <m:t>𝜃</m:t>
                        </m:r>
                      </m:e>
                    </m:d>
                  </m:oMath>
                </a14:m>
                <a:r>
                  <a:rPr lang="en-GB" noProof="0" dirty="0"/>
                  <a:t> is the proposal distribution, describes the form of the peak in the parameters space</a:t>
                </a:r>
              </a:p>
            </p:txBody>
          </p:sp>
        </mc:Choice>
        <mc:Fallback>
          <p:sp>
            <p:nvSpPr>
              <p:cNvPr id="8" name="CasellaDiTesto 7">
                <a:extLst>
                  <a:ext uri="{FF2B5EF4-FFF2-40B4-BE49-F238E27FC236}">
                    <a16:creationId xmlns:a16="http://schemas.microsoft.com/office/drawing/2014/main" id="{61CCC5EB-30E8-0FFC-3F1C-39CAC283583D}"/>
                  </a:ext>
                </a:extLst>
              </p:cNvPr>
              <p:cNvSpPr txBox="1">
                <a:spLocks noRot="1" noChangeAspect="1" noMove="1" noResize="1" noEditPoints="1" noAdjustHandles="1" noChangeArrowheads="1" noChangeShapeType="1" noTextEdit="1"/>
              </p:cNvSpPr>
              <p:nvPr/>
            </p:nvSpPr>
            <p:spPr>
              <a:xfrm>
                <a:off x="642938" y="2590977"/>
                <a:ext cx="4972692" cy="646331"/>
              </a:xfrm>
              <a:prstGeom prst="rect">
                <a:avLst/>
              </a:prstGeom>
              <a:blipFill>
                <a:blip r:embed="rId2"/>
                <a:stretch>
                  <a:fillRect l="-613" t="-4717" r="-613" b="-14151"/>
                </a:stretch>
              </a:blipFill>
            </p:spPr>
            <p:txBody>
              <a:bodyPr/>
              <a:lstStyle/>
              <a:p>
                <a:r>
                  <a:rPr lang="it-IT">
                    <a:noFill/>
                  </a:rPr>
                  <a:t> </a:t>
                </a:r>
              </a:p>
            </p:txBody>
          </p:sp>
        </mc:Fallback>
      </mc:AlternateContent>
      <p:grpSp>
        <p:nvGrpSpPr>
          <p:cNvPr id="21" name="Gruppo 20">
            <a:extLst>
              <a:ext uri="{FF2B5EF4-FFF2-40B4-BE49-F238E27FC236}">
                <a16:creationId xmlns:a16="http://schemas.microsoft.com/office/drawing/2014/main" id="{3203D1F8-0616-FB67-6A38-14946A7A62B5}"/>
              </a:ext>
            </a:extLst>
          </p:cNvPr>
          <p:cNvGrpSpPr/>
          <p:nvPr/>
        </p:nvGrpSpPr>
        <p:grpSpPr>
          <a:xfrm>
            <a:off x="5897366" y="2970441"/>
            <a:ext cx="4972692" cy="3339101"/>
            <a:chOff x="561427" y="2800792"/>
            <a:chExt cx="4972692" cy="3339101"/>
          </a:xfrm>
        </p:grpSpPr>
        <p:sp>
          <p:nvSpPr>
            <p:cNvPr id="22" name="Rettangolo con angoli arrotondati 21">
              <a:extLst>
                <a:ext uri="{FF2B5EF4-FFF2-40B4-BE49-F238E27FC236}">
                  <a16:creationId xmlns:a16="http://schemas.microsoft.com/office/drawing/2014/main" id="{F3450E2B-1C29-08C5-B90E-0A95A7FB378E}"/>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 name="Gruppo 22">
              <a:extLst>
                <a:ext uri="{FF2B5EF4-FFF2-40B4-BE49-F238E27FC236}">
                  <a16:creationId xmlns:a16="http://schemas.microsoft.com/office/drawing/2014/main" id="{4E3A0C47-45E6-C191-0B44-02C0E482EBA3}"/>
                </a:ext>
              </a:extLst>
            </p:cNvPr>
            <p:cNvGrpSpPr/>
            <p:nvPr/>
          </p:nvGrpSpPr>
          <p:grpSpPr>
            <a:xfrm>
              <a:off x="1296030" y="2882993"/>
              <a:ext cx="3503487" cy="935122"/>
              <a:chOff x="1282103" y="2402526"/>
              <a:chExt cx="3503487" cy="935122"/>
            </a:xfrm>
          </p:grpSpPr>
          <mc:AlternateContent xmlns:mc="http://schemas.openxmlformats.org/markup-compatibility/2006">
            <mc:Choice xmlns:a14="http://schemas.microsoft.com/office/drawing/2010/main" Requires="a14">
              <p:sp>
                <p:nvSpPr>
                  <p:cNvPr id="24" name="CasellaDiTesto 23">
                    <a:extLst>
                      <a:ext uri="{FF2B5EF4-FFF2-40B4-BE49-F238E27FC236}">
                        <a16:creationId xmlns:a16="http://schemas.microsoft.com/office/drawing/2014/main" id="{84ABDCAF-854A-3074-A9FB-6184F271BEE6}"/>
                      </a:ext>
                    </a:extLst>
                  </p:cNvPr>
                  <p:cNvSpPr txBox="1"/>
                  <p:nvPr/>
                </p:nvSpPr>
                <p:spPr>
                  <a:xfrm>
                    <a:off x="1282103" y="2968316"/>
                    <a:ext cx="3503487" cy="369332"/>
                  </a:xfrm>
                  <a:prstGeom prst="rect">
                    <a:avLst/>
                  </a:prstGeom>
                  <a:noFill/>
                  <a:ln>
                    <a:noFill/>
                  </a:ln>
                </p:spPr>
                <p:txBody>
                  <a:bodyPr wrap="square" rtlCol="0">
                    <a:spAutoFit/>
                  </a:bodyPr>
                  <a:lstStyle/>
                  <a:p>
                    <a:pPr marL="285750" indent="-285750">
                      <a:buFont typeface="Arial" panose="020B0604020202020204" pitchFamily="34" charset="0"/>
                      <a:buChar char="•"/>
                    </a:pPr>
                    <a:r>
                      <a:rPr lang="en-GB" noProof="0" dirty="0"/>
                      <a:t>Sample a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r>
                      <a:rPr lang="en-GB" noProof="0" dirty="0"/>
                      <a:t> from </a:t>
                    </a:r>
                    <a14:m>
                      <m:oMath xmlns:m="http://schemas.openxmlformats.org/officeDocument/2006/math">
                        <m:r>
                          <a:rPr lang="en-GB" i="1" noProof="0" smtClean="0">
                            <a:latin typeface="Cambria Math" panose="02040503050406030204" pitchFamily="18" charset="0"/>
                          </a:rPr>
                          <m:t>𝑞</m:t>
                        </m:r>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0</m:t>
                                </m:r>
                              </m:sub>
                            </m:sSub>
                          </m:e>
                        </m:d>
                      </m:oMath>
                    </a14:m>
                    <a:endParaRPr lang="en-GB" noProof="0" dirty="0"/>
                  </a:p>
                </p:txBody>
              </p:sp>
            </mc:Choice>
            <mc:Fallback>
              <p:sp>
                <p:nvSpPr>
                  <p:cNvPr id="24" name="CasellaDiTesto 23">
                    <a:extLst>
                      <a:ext uri="{FF2B5EF4-FFF2-40B4-BE49-F238E27FC236}">
                        <a16:creationId xmlns:a16="http://schemas.microsoft.com/office/drawing/2014/main" id="{84ABDCAF-854A-3074-A9FB-6184F271BEE6}"/>
                      </a:ext>
                    </a:extLst>
                  </p:cNvPr>
                  <p:cNvSpPr txBox="1">
                    <a:spLocks noRot="1" noChangeAspect="1" noMove="1" noResize="1" noEditPoints="1" noAdjustHandles="1" noChangeArrowheads="1" noChangeShapeType="1" noTextEdit="1"/>
                  </p:cNvSpPr>
                  <p:nvPr/>
                </p:nvSpPr>
                <p:spPr>
                  <a:xfrm>
                    <a:off x="1282103" y="2968316"/>
                    <a:ext cx="3503487" cy="369332"/>
                  </a:xfrm>
                  <a:prstGeom prst="rect">
                    <a:avLst/>
                  </a:prstGeom>
                  <a:blipFill>
                    <a:blip r:embed="rId3"/>
                    <a:stretch>
                      <a:fillRect l="-1217" t="-10000" b="-26667"/>
                    </a:stretch>
                  </a:blipFill>
                  <a:ln>
                    <a:noFill/>
                  </a:ln>
                </p:spPr>
                <p:txBody>
                  <a:bodyPr/>
                  <a:lstStyle/>
                  <a:p>
                    <a:r>
                      <a:rPr lang="it-IT">
                        <a:noFill/>
                      </a:rPr>
                      <a:t> </a:t>
                    </a:r>
                  </a:p>
                </p:txBody>
              </p:sp>
            </mc:Fallback>
          </mc:AlternateContent>
          <p:sp>
            <p:nvSpPr>
              <p:cNvPr id="27" name="CasellaDiTesto 26">
                <a:extLst>
                  <a:ext uri="{FF2B5EF4-FFF2-40B4-BE49-F238E27FC236}">
                    <a16:creationId xmlns:a16="http://schemas.microsoft.com/office/drawing/2014/main" id="{CB37B752-2C24-EDF4-1527-04E814287CC0}"/>
                  </a:ext>
                </a:extLst>
              </p:cNvPr>
              <p:cNvSpPr txBox="1"/>
              <p:nvPr/>
            </p:nvSpPr>
            <p:spPr>
              <a:xfrm>
                <a:off x="2386575" y="2402526"/>
                <a:ext cx="1294543" cy="369332"/>
              </a:xfrm>
              <a:prstGeom prst="rect">
                <a:avLst/>
              </a:prstGeom>
              <a:noFill/>
              <a:ln>
                <a:noFill/>
              </a:ln>
            </p:spPr>
            <p:txBody>
              <a:bodyPr wrap="square" rtlCol="0">
                <a:spAutoFit/>
              </a:bodyPr>
              <a:lstStyle/>
              <a:p>
                <a:r>
                  <a:rPr lang="en-GB" noProof="0" dirty="0"/>
                  <a:t>Base idea</a:t>
                </a:r>
              </a:p>
            </p:txBody>
          </p:sp>
        </p:grpSp>
      </p:grpSp>
      <p:sp>
        <p:nvSpPr>
          <p:cNvPr id="30" name="CasellaDiTesto 29">
            <a:extLst>
              <a:ext uri="{FF2B5EF4-FFF2-40B4-BE49-F238E27FC236}">
                <a16:creationId xmlns:a16="http://schemas.microsoft.com/office/drawing/2014/main" id="{93769E74-24C9-5AD9-739D-F83198FD498B}"/>
              </a:ext>
            </a:extLst>
          </p:cNvPr>
          <p:cNvSpPr txBox="1"/>
          <p:nvPr/>
        </p:nvSpPr>
        <p:spPr>
          <a:xfrm>
            <a:off x="869371" y="3615484"/>
            <a:ext cx="4519826" cy="646331"/>
          </a:xfrm>
          <a:prstGeom prst="rect">
            <a:avLst/>
          </a:prstGeom>
          <a:noFill/>
        </p:spPr>
        <p:txBody>
          <a:bodyPr wrap="square" rtlCol="0">
            <a:spAutoFit/>
          </a:bodyPr>
          <a:lstStyle/>
          <a:p>
            <a:r>
              <a:rPr lang="en-GB" noProof="0" dirty="0"/>
              <a:t>We chose a 5D multivariate gaussian but how we chose his covariance matrix?</a:t>
            </a:r>
          </a:p>
        </p:txBody>
      </p:sp>
      <mc:AlternateContent xmlns:mc="http://schemas.openxmlformats.org/markup-compatibility/2006">
        <mc:Choice xmlns:a14="http://schemas.microsoft.com/office/drawing/2010/main" Requires="a14">
          <p:sp>
            <p:nvSpPr>
              <p:cNvPr id="31" name="CasellaDiTesto 30">
                <a:extLst>
                  <a:ext uri="{FF2B5EF4-FFF2-40B4-BE49-F238E27FC236}">
                    <a16:creationId xmlns:a16="http://schemas.microsoft.com/office/drawing/2014/main" id="{8C55ED58-9C74-3E90-CF58-634AE817E837}"/>
                  </a:ext>
                </a:extLst>
              </p:cNvPr>
              <p:cNvSpPr txBox="1"/>
              <p:nvPr/>
            </p:nvSpPr>
            <p:spPr>
              <a:xfrm>
                <a:off x="1110412" y="4498461"/>
                <a:ext cx="4037744"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it-IT" dirty="0"/>
                  <a:t>«Blind» </a:t>
                </a:r>
                <a:r>
                  <a:rPr lang="it-IT" dirty="0" err="1"/>
                  <a:t>run</a:t>
                </a:r>
                <a:r>
                  <a:rPr lang="it-IT" dirty="0"/>
                  <a:t>: we use a </a:t>
                </a:r>
                <a:r>
                  <a:rPr lang="it-IT" dirty="0" err="1"/>
                  <a:t>diagonal</a:t>
                </a:r>
                <a:r>
                  <a:rPr lang="it-IT" dirty="0"/>
                  <a:t> </a:t>
                </a:r>
                <a:r>
                  <a:rPr lang="it-IT" dirty="0" err="1"/>
                  <a:t>covariance</a:t>
                </a:r>
                <a:r>
                  <a:rPr lang="it-IT" dirty="0"/>
                  <a:t> </a:t>
                </a:r>
                <a:r>
                  <a:rPr lang="it-IT" dirty="0" err="1"/>
                  <a:t>matrix</a:t>
                </a:r>
                <a:r>
                  <a:rPr lang="it-IT" dirty="0"/>
                  <a:t> with </a:t>
                </a:r>
                <a:r>
                  <a:rPr lang="it-IT" dirty="0" err="1"/>
                  <a:t>elements</a:t>
                </a:r>
                <a:r>
                  <a:rPr lang="it-IT" dirty="0"/>
                  <a:t> </a:t>
                </a:r>
                <a:r>
                  <a:rPr lang="it-IT" dirty="0" err="1"/>
                  <a:t>equals</a:t>
                </a:r>
                <a:r>
                  <a:rPr lang="it-IT" dirty="0"/>
                  <a:t> to </a:t>
                </a:r>
                <a14:m>
                  <m:oMath xmlns:m="http://schemas.openxmlformats.org/officeDocument/2006/math">
                    <m:r>
                      <a:rPr lang="it-IT" i="1" dirty="0" smtClean="0">
                        <a:latin typeface="Cambria Math" panose="02040503050406030204" pitchFamily="18" charset="0"/>
                      </a:rPr>
                      <m:t>5%</m:t>
                    </m:r>
                  </m:oMath>
                </a14:m>
                <a:r>
                  <a:rPr lang="it-IT" dirty="0"/>
                  <a:t> of the </a:t>
                </a:r>
                <a:r>
                  <a:rPr lang="it-IT" dirty="0" err="1"/>
                  <a:t>bound</a:t>
                </a:r>
                <a:r>
                  <a:rPr lang="it-IT" dirty="0"/>
                  <a:t> </a:t>
                </a:r>
              </a:p>
            </p:txBody>
          </p:sp>
        </mc:Choice>
        <mc:Fallback>
          <p:sp>
            <p:nvSpPr>
              <p:cNvPr id="31" name="CasellaDiTesto 30">
                <a:extLst>
                  <a:ext uri="{FF2B5EF4-FFF2-40B4-BE49-F238E27FC236}">
                    <a16:creationId xmlns:a16="http://schemas.microsoft.com/office/drawing/2014/main" id="{8C55ED58-9C74-3E90-CF58-634AE817E837}"/>
                  </a:ext>
                </a:extLst>
              </p:cNvPr>
              <p:cNvSpPr txBox="1">
                <a:spLocks noRot="1" noChangeAspect="1" noMove="1" noResize="1" noEditPoints="1" noAdjustHandles="1" noChangeArrowheads="1" noChangeShapeType="1" noTextEdit="1"/>
              </p:cNvSpPr>
              <p:nvPr/>
            </p:nvSpPr>
            <p:spPr>
              <a:xfrm>
                <a:off x="1110412" y="4498461"/>
                <a:ext cx="4037744" cy="923330"/>
              </a:xfrm>
              <a:prstGeom prst="rect">
                <a:avLst/>
              </a:prstGeom>
              <a:blipFill>
                <a:blip r:embed="rId4"/>
                <a:stretch>
                  <a:fillRect l="-905" t="-3974" b="-9934"/>
                </a:stretch>
              </a:blipFill>
            </p:spPr>
            <p:txBody>
              <a:bodyPr/>
              <a:lstStyle/>
              <a:p>
                <a:r>
                  <a:rPr lang="it-IT">
                    <a:noFill/>
                  </a:rPr>
                  <a:t> </a:t>
                </a:r>
              </a:p>
            </p:txBody>
          </p:sp>
        </mc:Fallback>
      </mc:AlternateContent>
      <p:sp>
        <p:nvSpPr>
          <p:cNvPr id="32" name="CasellaDiTesto 31">
            <a:extLst>
              <a:ext uri="{FF2B5EF4-FFF2-40B4-BE49-F238E27FC236}">
                <a16:creationId xmlns:a16="http://schemas.microsoft.com/office/drawing/2014/main" id="{4CF42FDA-A88A-F99C-3CD1-A1B804126EE9}"/>
              </a:ext>
            </a:extLst>
          </p:cNvPr>
          <p:cNvSpPr txBox="1"/>
          <p:nvPr/>
        </p:nvSpPr>
        <p:spPr>
          <a:xfrm>
            <a:off x="1110412" y="5658437"/>
            <a:ext cx="4037744"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it-IT" dirty="0"/>
              <a:t>«Not Blind» </a:t>
            </a:r>
            <a:r>
              <a:rPr lang="it-IT" dirty="0" err="1"/>
              <a:t>run</a:t>
            </a:r>
            <a:r>
              <a:rPr lang="it-IT" dirty="0"/>
              <a:t>: we use a </a:t>
            </a:r>
            <a:r>
              <a:rPr lang="it-IT" dirty="0" err="1"/>
              <a:t>covariance</a:t>
            </a:r>
            <a:r>
              <a:rPr lang="it-IT" dirty="0"/>
              <a:t> </a:t>
            </a:r>
            <a:r>
              <a:rPr lang="it-IT" dirty="0" err="1"/>
              <a:t>matrix</a:t>
            </a:r>
            <a:r>
              <a:rPr lang="it-IT" dirty="0"/>
              <a:t> </a:t>
            </a:r>
            <a:r>
              <a:rPr lang="it-IT" dirty="0" err="1"/>
              <a:t>extimated</a:t>
            </a:r>
            <a:r>
              <a:rPr lang="it-IT" dirty="0"/>
              <a:t> after a </a:t>
            </a:r>
            <a:r>
              <a:rPr lang="it-IT" dirty="0" err="1"/>
              <a:t>previous</a:t>
            </a:r>
            <a:r>
              <a:rPr lang="it-IT" dirty="0"/>
              <a:t> </a:t>
            </a:r>
            <a:r>
              <a:rPr lang="it-IT" dirty="0" err="1"/>
              <a:t>run</a:t>
            </a:r>
            <a:endParaRPr lang="it-IT" dirty="0"/>
          </a:p>
        </p:txBody>
      </p:sp>
    </p:spTree>
    <p:extLst>
      <p:ext uri="{BB962C8B-B14F-4D97-AF65-F5344CB8AC3E}">
        <p14:creationId xmlns:p14="http://schemas.microsoft.com/office/powerpoint/2010/main" val="1354408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709EA-131B-B57F-63BA-21D02EBA0546}"/>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5C51A6BC-0F35-D7AF-E6EF-EA386233D02C}"/>
              </a:ext>
            </a:extLst>
          </p:cNvPr>
          <p:cNvSpPr>
            <a:spLocks noGrp="1"/>
          </p:cNvSpPr>
          <p:nvPr>
            <p:ph type="title"/>
          </p:nvPr>
        </p:nvSpPr>
        <p:spPr>
          <a:xfrm>
            <a:off x="642938" y="288925"/>
            <a:ext cx="10227120" cy="1235075"/>
          </a:xfrm>
        </p:spPr>
        <p:txBody>
          <a:bodyPr>
            <a:normAutofit fontScale="90000"/>
          </a:bodyPr>
          <a:lstStyle/>
          <a:p>
            <a:r>
              <a:rPr lang="en-GB" noProof="0" dirty="0"/>
              <a:t>Sample the posterior: Metropolis-Hasting</a:t>
            </a:r>
          </a:p>
        </p:txBody>
      </p:sp>
      <p:sp>
        <p:nvSpPr>
          <p:cNvPr id="11" name="CasellaDiTesto 10">
            <a:extLst>
              <a:ext uri="{FF2B5EF4-FFF2-40B4-BE49-F238E27FC236}">
                <a16:creationId xmlns:a16="http://schemas.microsoft.com/office/drawing/2014/main" id="{12F8EF74-9E21-659A-4047-F3A690F59133}"/>
              </a:ext>
            </a:extLst>
          </p:cNvPr>
          <p:cNvSpPr txBox="1"/>
          <p:nvPr/>
        </p:nvSpPr>
        <p:spPr>
          <a:xfrm>
            <a:off x="642938" y="1387012"/>
            <a:ext cx="5599416" cy="646331"/>
          </a:xfrm>
          <a:prstGeom prst="rect">
            <a:avLst/>
          </a:prstGeom>
          <a:noFill/>
        </p:spPr>
        <p:txBody>
          <a:bodyPr wrap="square" rtlCol="0">
            <a:spAutoFit/>
          </a:bodyPr>
          <a:lstStyle/>
          <a:p>
            <a:r>
              <a:rPr lang="en-GB" noProof="0" dirty="0"/>
              <a:t>Given a set of parameters we can now compute the posterior. How we find the set that maximise it?</a:t>
            </a:r>
          </a:p>
        </p:txBody>
      </p:sp>
      <p:sp>
        <p:nvSpPr>
          <p:cNvPr id="12" name="CasellaDiTesto 11">
            <a:extLst>
              <a:ext uri="{FF2B5EF4-FFF2-40B4-BE49-F238E27FC236}">
                <a16:creationId xmlns:a16="http://schemas.microsoft.com/office/drawing/2014/main" id="{DDF0CCD5-08FC-342A-6627-CB18EA533525}"/>
              </a:ext>
            </a:extLst>
          </p:cNvPr>
          <p:cNvSpPr txBox="1"/>
          <p:nvPr/>
        </p:nvSpPr>
        <p:spPr>
          <a:xfrm>
            <a:off x="7071590" y="1330571"/>
            <a:ext cx="2969232" cy="369332"/>
          </a:xfrm>
          <a:prstGeom prst="rect">
            <a:avLst/>
          </a:prstGeom>
          <a:noFill/>
        </p:spPr>
        <p:txBody>
          <a:bodyPr wrap="square" rtlCol="0">
            <a:spAutoFit/>
          </a:bodyPr>
          <a:lstStyle/>
          <a:p>
            <a:r>
              <a:rPr lang="en-GB" noProof="0" dirty="0"/>
              <a:t>5D grid search: not smart</a:t>
            </a:r>
          </a:p>
        </p:txBody>
      </p:sp>
      <p:sp>
        <p:nvSpPr>
          <p:cNvPr id="13" name="CasellaDiTesto 12">
            <a:extLst>
              <a:ext uri="{FF2B5EF4-FFF2-40B4-BE49-F238E27FC236}">
                <a16:creationId xmlns:a16="http://schemas.microsoft.com/office/drawing/2014/main" id="{E5A1F16B-7E7A-923A-0D4F-C54C511CE3C7}"/>
              </a:ext>
            </a:extLst>
          </p:cNvPr>
          <p:cNvSpPr txBox="1"/>
          <p:nvPr/>
        </p:nvSpPr>
        <p:spPr>
          <a:xfrm>
            <a:off x="6789051" y="1848677"/>
            <a:ext cx="3534310" cy="369332"/>
          </a:xfrm>
          <a:prstGeom prst="rect">
            <a:avLst/>
          </a:prstGeom>
          <a:noFill/>
        </p:spPr>
        <p:txBody>
          <a:bodyPr wrap="square" rtlCol="0">
            <a:spAutoFit/>
          </a:bodyPr>
          <a:lstStyle/>
          <a:p>
            <a:r>
              <a:rPr lang="en-GB" noProof="0" dirty="0"/>
              <a:t>Metropolis-Hasting algorithm!</a:t>
            </a:r>
          </a:p>
        </p:txBody>
      </p:sp>
      <p:grpSp>
        <p:nvGrpSpPr>
          <p:cNvPr id="7" name="Gruppo 6">
            <a:extLst>
              <a:ext uri="{FF2B5EF4-FFF2-40B4-BE49-F238E27FC236}">
                <a16:creationId xmlns:a16="http://schemas.microsoft.com/office/drawing/2014/main" id="{FD0F2383-342B-3434-6AB1-9F4306A5DD13}"/>
              </a:ext>
            </a:extLst>
          </p:cNvPr>
          <p:cNvGrpSpPr/>
          <p:nvPr/>
        </p:nvGrpSpPr>
        <p:grpSpPr>
          <a:xfrm>
            <a:off x="5897366" y="2970441"/>
            <a:ext cx="4972692" cy="3339101"/>
            <a:chOff x="561427" y="2800792"/>
            <a:chExt cx="4972692" cy="3339101"/>
          </a:xfrm>
        </p:grpSpPr>
        <p:sp>
          <p:nvSpPr>
            <p:cNvPr id="6" name="Rettangolo con angoli arrotondati 5">
              <a:extLst>
                <a:ext uri="{FF2B5EF4-FFF2-40B4-BE49-F238E27FC236}">
                  <a16:creationId xmlns:a16="http://schemas.microsoft.com/office/drawing/2014/main" id="{A30BD189-EF9D-D3A9-3AD2-EBABF5C689F7}"/>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 name="Gruppo 4">
              <a:extLst>
                <a:ext uri="{FF2B5EF4-FFF2-40B4-BE49-F238E27FC236}">
                  <a16:creationId xmlns:a16="http://schemas.microsoft.com/office/drawing/2014/main" id="{09C5B222-6106-F366-B2D6-52FAC939C0ED}"/>
                </a:ext>
              </a:extLst>
            </p:cNvPr>
            <p:cNvGrpSpPr/>
            <p:nvPr/>
          </p:nvGrpSpPr>
          <p:grpSpPr>
            <a:xfrm>
              <a:off x="1296030" y="2882993"/>
              <a:ext cx="3503487" cy="1489120"/>
              <a:chOff x="1282103" y="2402526"/>
              <a:chExt cx="3503487" cy="1489120"/>
            </a:xfrm>
          </p:grpSpPr>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2169B44C-E4FE-97A2-5EED-B53CB2214923}"/>
                      </a:ext>
                    </a:extLst>
                  </p:cNvPr>
                  <p:cNvSpPr txBox="1"/>
                  <p:nvPr/>
                </p:nvSpPr>
                <p:spPr>
                  <a:xfrm>
                    <a:off x="1282103" y="2968316"/>
                    <a:ext cx="3503487" cy="923330"/>
                  </a:xfrm>
                  <a:prstGeom prst="rect">
                    <a:avLst/>
                  </a:prstGeom>
                  <a:noFill/>
                  <a:ln>
                    <a:noFill/>
                  </a:ln>
                </p:spPr>
                <p:txBody>
                  <a:bodyPr wrap="square" rtlCol="0">
                    <a:spAutoFit/>
                  </a:bodyPr>
                  <a:lstStyle/>
                  <a:p>
                    <a:pPr marL="285750" indent="-285750">
                      <a:buFont typeface="Arial" panose="020B0604020202020204" pitchFamily="34" charset="0"/>
                      <a:buChar char="•"/>
                    </a:pPr>
                    <a:r>
                      <a:rPr lang="en-GB" noProof="0" dirty="0"/>
                      <a:t>Sample a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r>
                      <a:rPr lang="en-GB" noProof="0" dirty="0"/>
                      <a:t> from </a:t>
                    </a:r>
                    <a14:m>
                      <m:oMath xmlns:m="http://schemas.openxmlformats.org/officeDocument/2006/math">
                        <m:r>
                          <a:rPr lang="en-GB" i="1" noProof="0" smtClean="0">
                            <a:latin typeface="Cambria Math" panose="02040503050406030204" pitchFamily="18" charset="0"/>
                          </a:rPr>
                          <m:t>𝑞</m:t>
                        </m:r>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0</m:t>
                                </m:r>
                              </m:sub>
                            </m:sSub>
                          </m:e>
                        </m:d>
                      </m:oMath>
                    </a14:m>
                    <a:endParaRPr lang="en-GB" noProof="0" dirty="0"/>
                  </a:p>
                  <a:p>
                    <a:pPr marL="285750" indent="-285750">
                      <a:buFont typeface="Arial" panose="020B0604020202020204" pitchFamily="34" charset="0"/>
                      <a:buChar char="•"/>
                    </a:pPr>
                    <a:r>
                      <a:rPr lang="en-GB" noProof="0" dirty="0"/>
                      <a:t>Compute the posterior on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endParaRPr lang="en-GB" noProof="0" dirty="0"/>
                  </a:p>
                  <a:p>
                    <a:pPr marL="285750" indent="-285750">
                      <a:buFont typeface="Arial" panose="020B0604020202020204" pitchFamily="34" charset="0"/>
                      <a:buChar char="•"/>
                    </a:pPr>
                    <a:r>
                      <a:rPr lang="en-GB" noProof="0" dirty="0"/>
                      <a:t>Check acceptance rule</a:t>
                    </a:r>
                  </a:p>
                </p:txBody>
              </p:sp>
            </mc:Choice>
            <mc:Fallback>
              <p:sp>
                <p:nvSpPr>
                  <p:cNvPr id="14" name="CasellaDiTesto 13">
                    <a:extLst>
                      <a:ext uri="{FF2B5EF4-FFF2-40B4-BE49-F238E27FC236}">
                        <a16:creationId xmlns:a16="http://schemas.microsoft.com/office/drawing/2014/main" id="{2169B44C-E4FE-97A2-5EED-B53CB2214923}"/>
                      </a:ext>
                    </a:extLst>
                  </p:cNvPr>
                  <p:cNvSpPr txBox="1">
                    <a:spLocks noRot="1" noChangeAspect="1" noMove="1" noResize="1" noEditPoints="1" noAdjustHandles="1" noChangeArrowheads="1" noChangeShapeType="1" noTextEdit="1"/>
                  </p:cNvSpPr>
                  <p:nvPr/>
                </p:nvSpPr>
                <p:spPr>
                  <a:xfrm>
                    <a:off x="1282103" y="2968316"/>
                    <a:ext cx="3503487" cy="923330"/>
                  </a:xfrm>
                  <a:prstGeom prst="rect">
                    <a:avLst/>
                  </a:prstGeom>
                  <a:blipFill>
                    <a:blip r:embed="rId2"/>
                    <a:stretch>
                      <a:fillRect l="-1217" t="-3974" b="-9934"/>
                    </a:stretch>
                  </a:blipFill>
                  <a:ln>
                    <a:noFill/>
                  </a:ln>
                </p:spPr>
                <p:txBody>
                  <a:bodyPr/>
                  <a:lstStyle/>
                  <a:p>
                    <a:r>
                      <a:rPr lang="it-IT">
                        <a:noFill/>
                      </a:rPr>
                      <a:t> </a:t>
                    </a:r>
                  </a:p>
                </p:txBody>
              </p:sp>
            </mc:Fallback>
          </mc:AlternateContent>
          <p:sp>
            <p:nvSpPr>
              <p:cNvPr id="2" name="CasellaDiTesto 1">
                <a:extLst>
                  <a:ext uri="{FF2B5EF4-FFF2-40B4-BE49-F238E27FC236}">
                    <a16:creationId xmlns:a16="http://schemas.microsoft.com/office/drawing/2014/main" id="{8977DA7B-6721-F73B-DDA2-A476F3FC1B93}"/>
                  </a:ext>
                </a:extLst>
              </p:cNvPr>
              <p:cNvSpPr txBox="1"/>
              <p:nvPr/>
            </p:nvSpPr>
            <p:spPr>
              <a:xfrm>
                <a:off x="2386575" y="2402526"/>
                <a:ext cx="1294543" cy="369332"/>
              </a:xfrm>
              <a:prstGeom prst="rect">
                <a:avLst/>
              </a:prstGeom>
              <a:noFill/>
              <a:ln>
                <a:noFill/>
              </a:ln>
            </p:spPr>
            <p:txBody>
              <a:bodyPr wrap="square" rtlCol="0">
                <a:spAutoFit/>
              </a:bodyPr>
              <a:lstStyle/>
              <a:p>
                <a:r>
                  <a:rPr lang="en-GB" noProof="0" dirty="0"/>
                  <a:t>Base idea</a:t>
                </a:r>
              </a:p>
            </p:txBody>
          </p:sp>
        </p:grpSp>
      </p:grpSp>
      <p:sp>
        <p:nvSpPr>
          <p:cNvPr id="21" name="CasellaDiTesto 20">
            <a:extLst>
              <a:ext uri="{FF2B5EF4-FFF2-40B4-BE49-F238E27FC236}">
                <a16:creationId xmlns:a16="http://schemas.microsoft.com/office/drawing/2014/main" id="{E89AFCA9-31CE-F7CC-A988-B4D4C9AB9C6D}"/>
              </a:ext>
            </a:extLst>
          </p:cNvPr>
          <p:cNvSpPr txBox="1"/>
          <p:nvPr/>
        </p:nvSpPr>
        <p:spPr>
          <a:xfrm>
            <a:off x="642938" y="2703991"/>
            <a:ext cx="4972692" cy="369332"/>
          </a:xfrm>
          <a:prstGeom prst="rect">
            <a:avLst/>
          </a:prstGeom>
          <a:noFill/>
        </p:spPr>
        <p:txBody>
          <a:bodyPr wrap="square" rtlCol="0">
            <a:spAutoFit/>
          </a:bodyPr>
          <a:lstStyle/>
          <a:p>
            <a:pPr algn="ctr"/>
            <a:r>
              <a:rPr lang="en-GB" noProof="0" dirty="0"/>
              <a:t>Acceptance rule:</a:t>
            </a:r>
          </a:p>
        </p:txBody>
      </p:sp>
      <mc:AlternateContent xmlns:mc="http://schemas.openxmlformats.org/markup-compatibility/2006">
        <mc:Choice xmlns:a14="http://schemas.microsoft.com/office/drawing/2010/main" Requires="a14">
          <p:sp>
            <p:nvSpPr>
              <p:cNvPr id="25" name="CasellaDiTesto 24">
                <a:extLst>
                  <a:ext uri="{FF2B5EF4-FFF2-40B4-BE49-F238E27FC236}">
                    <a16:creationId xmlns:a16="http://schemas.microsoft.com/office/drawing/2014/main" id="{54EDC2D4-A02D-7376-B725-F025E7E5DF0E}"/>
                  </a:ext>
                </a:extLst>
              </p:cNvPr>
              <p:cNvSpPr txBox="1"/>
              <p:nvPr/>
            </p:nvSpPr>
            <p:spPr>
              <a:xfrm>
                <a:off x="1583023" y="3350322"/>
                <a:ext cx="3092522" cy="87184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f>
                        <m:fPr>
                          <m:ctrlPr>
                            <a:rPr lang="it-IT" sz="2400" i="1" dirty="0" smtClean="0">
                              <a:latin typeface="Cambria Math" panose="02040503050406030204" pitchFamily="18" charset="0"/>
                            </a:rPr>
                          </m:ctrlPr>
                        </m:fPr>
                        <m:num>
                          <m:r>
                            <a:rPr lang="it-IT" sz="2400" i="1" dirty="0" smtClean="0">
                              <a:latin typeface="Cambria Math" panose="02040503050406030204" pitchFamily="18" charset="0"/>
                            </a:rPr>
                            <m:t>𝑝</m:t>
                          </m:r>
                          <m:d>
                            <m:dPr>
                              <m:ctrlPr>
                                <a:rPr lang="it-IT" sz="2400" i="1" dirty="0" smtClean="0">
                                  <a:latin typeface="Cambria Math" panose="02040503050406030204" pitchFamily="18" charset="0"/>
                                </a:rPr>
                              </m:ctrlPr>
                            </m:dPr>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d>
                        </m:num>
                        <m:den>
                          <m:r>
                            <a:rPr lang="it-IT" sz="2400" i="1" dirty="0" smtClean="0">
                              <a:latin typeface="Cambria Math" panose="02040503050406030204" pitchFamily="18" charset="0"/>
                            </a:rPr>
                            <m:t>𝑝</m:t>
                          </m:r>
                          <m:d>
                            <m:dPr>
                              <m:ctrlPr>
                                <a:rPr lang="it-IT" sz="2400" i="1" dirty="0" smtClean="0">
                                  <a:latin typeface="Cambria Math" panose="02040503050406030204" pitchFamily="18" charset="0"/>
                                </a:rPr>
                              </m:ctrlPr>
                            </m:dPr>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d>
                        </m:den>
                      </m:f>
                      <m:r>
                        <a:rPr lang="it-IT" sz="2400" i="1" dirty="0" smtClean="0">
                          <a:latin typeface="Cambria Math" panose="02040503050406030204" pitchFamily="18" charset="0"/>
                        </a:rPr>
                        <m:t>⋅</m:t>
                      </m:r>
                      <m:f>
                        <m:fPr>
                          <m:ctrlPr>
                            <a:rPr lang="it-IT" sz="2400" i="1" dirty="0" smtClean="0">
                              <a:latin typeface="Cambria Math" panose="02040503050406030204" pitchFamily="18" charset="0"/>
                            </a:rPr>
                          </m:ctrlPr>
                        </m:fPr>
                        <m:num>
                          <m:r>
                            <a:rPr lang="it-IT" sz="2400" i="1" dirty="0" smtClean="0">
                              <a:latin typeface="Cambria Math" panose="02040503050406030204" pitchFamily="18" charset="0"/>
                            </a:rPr>
                            <m:t>𝑞</m:t>
                          </m:r>
                          <m:d>
                            <m:dPr>
                              <m:ctrlPr>
                                <a:rPr lang="it-IT" sz="2400" i="1" dirty="0" smtClean="0">
                                  <a:latin typeface="Cambria Math" panose="02040503050406030204" pitchFamily="18" charset="0"/>
                                </a:rPr>
                              </m:ctrlPr>
                            </m:dPr>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d>
                        </m:num>
                        <m:den>
                          <m:r>
                            <a:rPr lang="it-IT" sz="2400" i="1" dirty="0" smtClean="0">
                              <a:latin typeface="Cambria Math" panose="02040503050406030204" pitchFamily="18" charset="0"/>
                            </a:rPr>
                            <m:t>𝑞</m:t>
                          </m:r>
                          <m:d>
                            <m:dPr>
                              <m:ctrlPr>
                                <a:rPr lang="it-IT" sz="2400" i="1" dirty="0" smtClean="0">
                                  <a:latin typeface="Cambria Math" panose="02040503050406030204" pitchFamily="18" charset="0"/>
                                </a:rPr>
                              </m:ctrlPr>
                            </m:dPr>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d>
                        </m:den>
                      </m:f>
                      <m:r>
                        <a:rPr lang="it-IT" sz="2400" i="1" dirty="0" smtClean="0">
                          <a:latin typeface="Cambria Math" panose="02040503050406030204" pitchFamily="18" charset="0"/>
                        </a:rPr>
                        <m:t>≥</m:t>
                      </m:r>
                      <m:r>
                        <a:rPr lang="it-IT" sz="2400" i="1" dirty="0" smtClean="0">
                          <a:latin typeface="Cambria Math" panose="02040503050406030204" pitchFamily="18" charset="0"/>
                        </a:rPr>
                        <m:t>𝑎</m:t>
                      </m:r>
                    </m:oMath>
                  </m:oMathPara>
                </a14:m>
                <a:endParaRPr lang="it-IT" dirty="0"/>
              </a:p>
            </p:txBody>
          </p:sp>
        </mc:Choice>
        <mc:Fallback>
          <p:sp>
            <p:nvSpPr>
              <p:cNvPr id="25" name="CasellaDiTesto 24">
                <a:extLst>
                  <a:ext uri="{FF2B5EF4-FFF2-40B4-BE49-F238E27FC236}">
                    <a16:creationId xmlns:a16="http://schemas.microsoft.com/office/drawing/2014/main" id="{54EDC2D4-A02D-7376-B725-F025E7E5DF0E}"/>
                  </a:ext>
                </a:extLst>
              </p:cNvPr>
              <p:cNvSpPr txBox="1">
                <a:spLocks noRot="1" noChangeAspect="1" noMove="1" noResize="1" noEditPoints="1" noAdjustHandles="1" noChangeArrowheads="1" noChangeShapeType="1" noTextEdit="1"/>
              </p:cNvSpPr>
              <p:nvPr/>
            </p:nvSpPr>
            <p:spPr>
              <a:xfrm>
                <a:off x="1583023" y="3350322"/>
                <a:ext cx="3092522" cy="871842"/>
              </a:xfrm>
              <a:prstGeom prst="rect">
                <a:avLst/>
              </a:prstGeom>
              <a:blipFill>
                <a:blip r:embed="rId3"/>
                <a:stretch>
                  <a:fillRect/>
                </a:stretch>
              </a:blipFill>
            </p:spPr>
            <p:txBody>
              <a:bodyPr/>
              <a:lstStyle/>
              <a:p>
                <a:r>
                  <a:rPr lang="it-IT">
                    <a:noFill/>
                  </a:rPr>
                  <a:t> </a:t>
                </a:r>
              </a:p>
            </p:txBody>
          </p:sp>
        </mc:Fallback>
      </mc:AlternateContent>
      <p:sp>
        <p:nvSpPr>
          <p:cNvPr id="26" name="CasellaDiTesto 25">
            <a:extLst>
              <a:ext uri="{FF2B5EF4-FFF2-40B4-BE49-F238E27FC236}">
                <a16:creationId xmlns:a16="http://schemas.microsoft.com/office/drawing/2014/main" id="{7438D668-3937-97AC-8A3F-858F6B864F35}"/>
              </a:ext>
            </a:extLst>
          </p:cNvPr>
          <p:cNvSpPr txBox="1"/>
          <p:nvPr/>
        </p:nvSpPr>
        <p:spPr>
          <a:xfrm>
            <a:off x="619887" y="4668938"/>
            <a:ext cx="1984116" cy="369332"/>
          </a:xfrm>
          <a:prstGeom prst="rect">
            <a:avLst/>
          </a:prstGeom>
          <a:noFill/>
        </p:spPr>
        <p:txBody>
          <a:bodyPr wrap="square" rtlCol="0">
            <a:spAutoFit/>
          </a:bodyPr>
          <a:lstStyle/>
          <a:p>
            <a:r>
              <a:rPr lang="it-IT" dirty="0" err="1"/>
              <a:t>Posterior</a:t>
            </a:r>
            <a:r>
              <a:rPr lang="it-IT" dirty="0"/>
              <a:t> </a:t>
            </a:r>
            <a:r>
              <a:rPr lang="it-IT" dirty="0" err="1"/>
              <a:t>values</a:t>
            </a:r>
            <a:endParaRPr lang="it-IT" dirty="0"/>
          </a:p>
        </p:txBody>
      </p:sp>
      <mc:AlternateContent xmlns:mc="http://schemas.openxmlformats.org/markup-compatibility/2006">
        <mc:Choice xmlns:a14="http://schemas.microsoft.com/office/drawing/2010/main" Requires="a14">
          <p:sp>
            <p:nvSpPr>
              <p:cNvPr id="27" name="CasellaDiTesto 26">
                <a:extLst>
                  <a:ext uri="{FF2B5EF4-FFF2-40B4-BE49-F238E27FC236}">
                    <a16:creationId xmlns:a16="http://schemas.microsoft.com/office/drawing/2014/main" id="{DD88C369-CEB0-18E8-04F2-3B1F119C9D7E}"/>
                  </a:ext>
                </a:extLst>
              </p:cNvPr>
              <p:cNvSpPr txBox="1"/>
              <p:nvPr/>
            </p:nvSpPr>
            <p:spPr>
              <a:xfrm>
                <a:off x="3754655" y="4528068"/>
                <a:ext cx="1984117" cy="646331"/>
              </a:xfrm>
              <a:prstGeom prst="rect">
                <a:avLst/>
              </a:prstGeom>
              <a:noFill/>
            </p:spPr>
            <p:txBody>
              <a:bodyPr wrap="square" rtlCol="0">
                <a:spAutoFit/>
              </a:bodyPr>
              <a:lstStyle/>
              <a:p>
                <a:r>
                  <a:rPr lang="it-IT" dirty="0"/>
                  <a:t>Random number from </a:t>
                </a:r>
                <a14:m>
                  <m:oMath xmlns:m="http://schemas.openxmlformats.org/officeDocument/2006/math">
                    <m:d>
                      <m:dPr>
                        <m:begChr m:val="["/>
                        <m:endChr m:val="]"/>
                        <m:ctrlPr>
                          <a:rPr lang="it-IT" i="1" dirty="0" smtClean="0">
                            <a:latin typeface="Cambria Math" panose="02040503050406030204" pitchFamily="18" charset="0"/>
                          </a:rPr>
                        </m:ctrlPr>
                      </m:dPr>
                      <m:e>
                        <m:r>
                          <a:rPr lang="it-IT" i="1" dirty="0" smtClean="0">
                            <a:latin typeface="Cambria Math" panose="02040503050406030204" pitchFamily="18" charset="0"/>
                          </a:rPr>
                          <m:t>0,1</m:t>
                        </m:r>
                      </m:e>
                    </m:d>
                  </m:oMath>
                </a14:m>
                <a:endParaRPr lang="it-IT" dirty="0"/>
              </a:p>
            </p:txBody>
          </p:sp>
        </mc:Choice>
        <mc:Fallback>
          <p:sp>
            <p:nvSpPr>
              <p:cNvPr id="27" name="CasellaDiTesto 26">
                <a:extLst>
                  <a:ext uri="{FF2B5EF4-FFF2-40B4-BE49-F238E27FC236}">
                    <a16:creationId xmlns:a16="http://schemas.microsoft.com/office/drawing/2014/main" id="{DD88C369-CEB0-18E8-04F2-3B1F119C9D7E}"/>
                  </a:ext>
                </a:extLst>
              </p:cNvPr>
              <p:cNvSpPr txBox="1">
                <a:spLocks noRot="1" noChangeAspect="1" noMove="1" noResize="1" noEditPoints="1" noAdjustHandles="1" noChangeArrowheads="1" noChangeShapeType="1" noTextEdit="1"/>
              </p:cNvSpPr>
              <p:nvPr/>
            </p:nvSpPr>
            <p:spPr>
              <a:xfrm>
                <a:off x="3754655" y="4528068"/>
                <a:ext cx="1984117" cy="646331"/>
              </a:xfrm>
              <a:prstGeom prst="rect">
                <a:avLst/>
              </a:prstGeom>
              <a:blipFill>
                <a:blip r:embed="rId4"/>
                <a:stretch>
                  <a:fillRect l="-2769" t="-5660" r="-4308" b="-14151"/>
                </a:stretch>
              </a:blipFill>
            </p:spPr>
            <p:txBody>
              <a:bodyPr/>
              <a:lstStyle/>
              <a:p>
                <a:r>
                  <a:rPr lang="it-IT">
                    <a:noFill/>
                  </a:rPr>
                  <a:t> </a:t>
                </a:r>
              </a:p>
            </p:txBody>
          </p:sp>
        </mc:Fallback>
      </mc:AlternateContent>
      <p:cxnSp>
        <p:nvCxnSpPr>
          <p:cNvPr id="29" name="Connettore 2 28">
            <a:extLst>
              <a:ext uri="{FF2B5EF4-FFF2-40B4-BE49-F238E27FC236}">
                <a16:creationId xmlns:a16="http://schemas.microsoft.com/office/drawing/2014/main" id="{D4F58DB6-8FC9-D716-F41B-F128ADB0279D}"/>
              </a:ext>
            </a:extLst>
          </p:cNvPr>
          <p:cNvCxnSpPr>
            <a:stCxn id="26" idx="0"/>
          </p:cNvCxnSpPr>
          <p:nvPr/>
        </p:nvCxnSpPr>
        <p:spPr>
          <a:xfrm flipV="1">
            <a:off x="1611945" y="4294596"/>
            <a:ext cx="196307" cy="3743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 name="Connettore 2 30">
            <a:extLst>
              <a:ext uri="{FF2B5EF4-FFF2-40B4-BE49-F238E27FC236}">
                <a16:creationId xmlns:a16="http://schemas.microsoft.com/office/drawing/2014/main" id="{C0B910D8-A905-C7AE-C7CB-6871DFB1367F}"/>
              </a:ext>
            </a:extLst>
          </p:cNvPr>
          <p:cNvCxnSpPr>
            <a:stCxn id="27" idx="0"/>
          </p:cNvCxnSpPr>
          <p:nvPr/>
        </p:nvCxnSpPr>
        <p:spPr>
          <a:xfrm flipH="1" flipV="1">
            <a:off x="4469258" y="4058290"/>
            <a:ext cx="277456" cy="46977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2" name="CasellaDiTesto 31">
            <a:extLst>
              <a:ext uri="{FF2B5EF4-FFF2-40B4-BE49-F238E27FC236}">
                <a16:creationId xmlns:a16="http://schemas.microsoft.com/office/drawing/2014/main" id="{EDAD2D24-A979-004D-65DB-FB172917C021}"/>
              </a:ext>
            </a:extLst>
          </p:cNvPr>
          <p:cNvSpPr txBox="1"/>
          <p:nvPr/>
        </p:nvSpPr>
        <p:spPr>
          <a:xfrm>
            <a:off x="1469203" y="5676909"/>
            <a:ext cx="3277510" cy="646331"/>
          </a:xfrm>
          <a:prstGeom prst="rect">
            <a:avLst/>
          </a:prstGeom>
          <a:noFill/>
        </p:spPr>
        <p:txBody>
          <a:bodyPr wrap="square" rtlCol="0">
            <a:spAutoFit/>
          </a:bodyPr>
          <a:lstStyle/>
          <a:p>
            <a:r>
              <a:rPr lang="it-IT" dirty="0" err="1"/>
              <a:t>Proposal</a:t>
            </a:r>
            <a:r>
              <a:rPr lang="it-IT" dirty="0"/>
              <a:t> </a:t>
            </a:r>
            <a:r>
              <a:rPr lang="it-IT" dirty="0" err="1"/>
              <a:t>probability</a:t>
            </a:r>
            <a:r>
              <a:rPr lang="it-IT" dirty="0"/>
              <a:t> ratio</a:t>
            </a:r>
          </a:p>
          <a:p>
            <a:r>
              <a:rPr lang="it-IT" dirty="0" err="1"/>
              <a:t>ours</a:t>
            </a:r>
            <a:r>
              <a:rPr lang="it-IT" dirty="0"/>
              <a:t> </a:t>
            </a:r>
            <a:r>
              <a:rPr lang="it-IT" dirty="0" err="1"/>
              <a:t>is</a:t>
            </a:r>
            <a:r>
              <a:rPr lang="it-IT" dirty="0"/>
              <a:t> </a:t>
            </a:r>
            <a:r>
              <a:rPr lang="it-IT" dirty="0" err="1"/>
              <a:t>symmetric</a:t>
            </a:r>
            <a:r>
              <a:rPr lang="it-IT" dirty="0"/>
              <a:t> so it’s one</a:t>
            </a:r>
          </a:p>
        </p:txBody>
      </p:sp>
      <p:cxnSp>
        <p:nvCxnSpPr>
          <p:cNvPr id="34" name="Connettore 2 33">
            <a:extLst>
              <a:ext uri="{FF2B5EF4-FFF2-40B4-BE49-F238E27FC236}">
                <a16:creationId xmlns:a16="http://schemas.microsoft.com/office/drawing/2014/main" id="{D2BD93A3-7B59-EDA3-D3F3-0ED4357D2D23}"/>
              </a:ext>
            </a:extLst>
          </p:cNvPr>
          <p:cNvCxnSpPr>
            <a:stCxn id="32" idx="0"/>
          </p:cNvCxnSpPr>
          <p:nvPr/>
        </p:nvCxnSpPr>
        <p:spPr>
          <a:xfrm flipV="1">
            <a:off x="3107958" y="4397338"/>
            <a:ext cx="0" cy="127957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67670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E0A42-1BDA-95DB-3596-2A4CC0886CBB}"/>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9436042A-62BD-7C86-68A2-E7064A1FF756}"/>
              </a:ext>
            </a:extLst>
          </p:cNvPr>
          <p:cNvSpPr>
            <a:spLocks noGrp="1"/>
          </p:cNvSpPr>
          <p:nvPr>
            <p:ph type="title"/>
          </p:nvPr>
        </p:nvSpPr>
        <p:spPr>
          <a:xfrm>
            <a:off x="642938" y="288925"/>
            <a:ext cx="10227120" cy="1235075"/>
          </a:xfrm>
        </p:spPr>
        <p:txBody>
          <a:bodyPr>
            <a:normAutofit fontScale="90000"/>
          </a:bodyPr>
          <a:lstStyle/>
          <a:p>
            <a:r>
              <a:rPr lang="en-GB" noProof="0" dirty="0"/>
              <a:t>Sample the posterior: Metropolis-Hasting</a:t>
            </a:r>
          </a:p>
        </p:txBody>
      </p:sp>
      <p:sp>
        <p:nvSpPr>
          <p:cNvPr id="11" name="CasellaDiTesto 10">
            <a:extLst>
              <a:ext uri="{FF2B5EF4-FFF2-40B4-BE49-F238E27FC236}">
                <a16:creationId xmlns:a16="http://schemas.microsoft.com/office/drawing/2014/main" id="{F640BC26-7DBB-C601-3BA3-CEB240343E69}"/>
              </a:ext>
            </a:extLst>
          </p:cNvPr>
          <p:cNvSpPr txBox="1"/>
          <p:nvPr/>
        </p:nvSpPr>
        <p:spPr>
          <a:xfrm>
            <a:off x="642938" y="1387012"/>
            <a:ext cx="5599416" cy="646331"/>
          </a:xfrm>
          <a:prstGeom prst="rect">
            <a:avLst/>
          </a:prstGeom>
          <a:noFill/>
        </p:spPr>
        <p:txBody>
          <a:bodyPr wrap="square" rtlCol="0">
            <a:spAutoFit/>
          </a:bodyPr>
          <a:lstStyle/>
          <a:p>
            <a:r>
              <a:rPr lang="en-GB" noProof="0" dirty="0"/>
              <a:t>Given a set of parameters we can now compute the posterior. How we find the set that maximise it?</a:t>
            </a:r>
          </a:p>
        </p:txBody>
      </p:sp>
      <p:sp>
        <p:nvSpPr>
          <p:cNvPr id="12" name="CasellaDiTesto 11">
            <a:extLst>
              <a:ext uri="{FF2B5EF4-FFF2-40B4-BE49-F238E27FC236}">
                <a16:creationId xmlns:a16="http://schemas.microsoft.com/office/drawing/2014/main" id="{B8E43609-2821-778B-227E-987F93624D72}"/>
              </a:ext>
            </a:extLst>
          </p:cNvPr>
          <p:cNvSpPr txBox="1"/>
          <p:nvPr/>
        </p:nvSpPr>
        <p:spPr>
          <a:xfrm>
            <a:off x="7071590" y="1330571"/>
            <a:ext cx="2969232" cy="369332"/>
          </a:xfrm>
          <a:prstGeom prst="rect">
            <a:avLst/>
          </a:prstGeom>
          <a:noFill/>
        </p:spPr>
        <p:txBody>
          <a:bodyPr wrap="square" rtlCol="0">
            <a:spAutoFit/>
          </a:bodyPr>
          <a:lstStyle/>
          <a:p>
            <a:r>
              <a:rPr lang="en-GB" noProof="0" dirty="0"/>
              <a:t>5D grid search: not smart</a:t>
            </a:r>
          </a:p>
        </p:txBody>
      </p:sp>
      <p:sp>
        <p:nvSpPr>
          <p:cNvPr id="13" name="CasellaDiTesto 12">
            <a:extLst>
              <a:ext uri="{FF2B5EF4-FFF2-40B4-BE49-F238E27FC236}">
                <a16:creationId xmlns:a16="http://schemas.microsoft.com/office/drawing/2014/main" id="{30FD41EB-A849-B0F7-466B-082DF6540164}"/>
              </a:ext>
            </a:extLst>
          </p:cNvPr>
          <p:cNvSpPr txBox="1"/>
          <p:nvPr/>
        </p:nvSpPr>
        <p:spPr>
          <a:xfrm>
            <a:off x="6789051" y="1848677"/>
            <a:ext cx="3534310" cy="369332"/>
          </a:xfrm>
          <a:prstGeom prst="rect">
            <a:avLst/>
          </a:prstGeom>
          <a:noFill/>
        </p:spPr>
        <p:txBody>
          <a:bodyPr wrap="square" rtlCol="0">
            <a:spAutoFit/>
          </a:bodyPr>
          <a:lstStyle/>
          <a:p>
            <a:r>
              <a:rPr lang="en-GB" noProof="0" dirty="0"/>
              <a:t>Metropolis-Hasting algorithm!</a:t>
            </a:r>
          </a:p>
        </p:txBody>
      </p:sp>
      <p:grpSp>
        <p:nvGrpSpPr>
          <p:cNvPr id="7" name="Gruppo 6">
            <a:extLst>
              <a:ext uri="{FF2B5EF4-FFF2-40B4-BE49-F238E27FC236}">
                <a16:creationId xmlns:a16="http://schemas.microsoft.com/office/drawing/2014/main" id="{51756F0E-56D9-584F-4E5C-5372C05C8722}"/>
              </a:ext>
            </a:extLst>
          </p:cNvPr>
          <p:cNvGrpSpPr/>
          <p:nvPr/>
        </p:nvGrpSpPr>
        <p:grpSpPr>
          <a:xfrm>
            <a:off x="5897366" y="2970441"/>
            <a:ext cx="4972692" cy="3339101"/>
            <a:chOff x="561427" y="2800792"/>
            <a:chExt cx="4972692" cy="3339101"/>
          </a:xfrm>
        </p:grpSpPr>
        <p:sp>
          <p:nvSpPr>
            <p:cNvPr id="6" name="Rettangolo con angoli arrotondati 5">
              <a:extLst>
                <a:ext uri="{FF2B5EF4-FFF2-40B4-BE49-F238E27FC236}">
                  <a16:creationId xmlns:a16="http://schemas.microsoft.com/office/drawing/2014/main" id="{124C4BD0-D3AB-38FE-1791-84EC7637463D}"/>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 name="Gruppo 4">
              <a:extLst>
                <a:ext uri="{FF2B5EF4-FFF2-40B4-BE49-F238E27FC236}">
                  <a16:creationId xmlns:a16="http://schemas.microsoft.com/office/drawing/2014/main" id="{85BBCC2F-CFEB-343B-04AE-EF1B10490C10}"/>
                </a:ext>
              </a:extLst>
            </p:cNvPr>
            <p:cNvGrpSpPr/>
            <p:nvPr/>
          </p:nvGrpSpPr>
          <p:grpSpPr>
            <a:xfrm>
              <a:off x="656865" y="2882993"/>
              <a:ext cx="4781817" cy="3174698"/>
              <a:chOff x="642938" y="2402526"/>
              <a:chExt cx="4781817" cy="3174698"/>
            </a:xfrm>
          </p:grpSpPr>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332E1F84-7556-0134-57AA-96CD0AC96D2C}"/>
                      </a:ext>
                    </a:extLst>
                  </p:cNvPr>
                  <p:cNvSpPr txBox="1"/>
                  <p:nvPr/>
                </p:nvSpPr>
                <p:spPr>
                  <a:xfrm>
                    <a:off x="1282103" y="2968316"/>
                    <a:ext cx="3503487" cy="923330"/>
                  </a:xfrm>
                  <a:prstGeom prst="rect">
                    <a:avLst/>
                  </a:prstGeom>
                  <a:noFill/>
                  <a:ln>
                    <a:noFill/>
                  </a:ln>
                </p:spPr>
                <p:txBody>
                  <a:bodyPr wrap="square" rtlCol="0">
                    <a:spAutoFit/>
                  </a:bodyPr>
                  <a:lstStyle/>
                  <a:p>
                    <a:pPr marL="285750" indent="-285750">
                      <a:buFont typeface="Arial" panose="020B0604020202020204" pitchFamily="34" charset="0"/>
                      <a:buChar char="•"/>
                    </a:pPr>
                    <a:r>
                      <a:rPr lang="en-GB" noProof="0" dirty="0"/>
                      <a:t>Sample a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r>
                      <a:rPr lang="en-GB" noProof="0" dirty="0"/>
                      <a:t> from </a:t>
                    </a:r>
                    <a14:m>
                      <m:oMath xmlns:m="http://schemas.openxmlformats.org/officeDocument/2006/math">
                        <m:r>
                          <a:rPr lang="en-GB" i="1" noProof="0" smtClean="0">
                            <a:latin typeface="Cambria Math" panose="02040503050406030204" pitchFamily="18" charset="0"/>
                          </a:rPr>
                          <m:t>𝑞</m:t>
                        </m:r>
                        <m:d>
                          <m:dPr>
                            <m:ctrlPr>
                              <a:rPr lang="en-GB" i="1" noProof="0" smtClean="0">
                                <a:latin typeface="Cambria Math" panose="02040503050406030204" pitchFamily="18" charset="0"/>
                              </a:rPr>
                            </m:ctrlPr>
                          </m:dPr>
                          <m:e>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0</m:t>
                                </m:r>
                              </m:sub>
                            </m:sSub>
                          </m:e>
                        </m:d>
                      </m:oMath>
                    </a14:m>
                    <a:endParaRPr lang="en-GB" noProof="0" dirty="0"/>
                  </a:p>
                  <a:p>
                    <a:pPr marL="285750" indent="-285750">
                      <a:buFont typeface="Arial" panose="020B0604020202020204" pitchFamily="34" charset="0"/>
                      <a:buChar char="•"/>
                    </a:pPr>
                    <a:r>
                      <a:rPr lang="en-GB" noProof="0" dirty="0"/>
                      <a:t>Compute the posterior on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endParaRPr lang="en-GB" noProof="0" dirty="0"/>
                  </a:p>
                  <a:p>
                    <a:pPr marL="285750" indent="-285750">
                      <a:buFont typeface="Arial" panose="020B0604020202020204" pitchFamily="34" charset="0"/>
                      <a:buChar char="•"/>
                    </a:pPr>
                    <a:r>
                      <a:rPr lang="en-GB" noProof="0" dirty="0"/>
                      <a:t>Check acceptance rule</a:t>
                    </a:r>
                  </a:p>
                </p:txBody>
              </p:sp>
            </mc:Choice>
            <mc:Fallback>
              <p:sp>
                <p:nvSpPr>
                  <p:cNvPr id="14" name="CasellaDiTesto 13">
                    <a:extLst>
                      <a:ext uri="{FF2B5EF4-FFF2-40B4-BE49-F238E27FC236}">
                        <a16:creationId xmlns:a16="http://schemas.microsoft.com/office/drawing/2014/main" id="{332E1F84-7556-0134-57AA-96CD0AC96D2C}"/>
                      </a:ext>
                    </a:extLst>
                  </p:cNvPr>
                  <p:cNvSpPr txBox="1">
                    <a:spLocks noRot="1" noChangeAspect="1" noMove="1" noResize="1" noEditPoints="1" noAdjustHandles="1" noChangeArrowheads="1" noChangeShapeType="1" noTextEdit="1"/>
                  </p:cNvSpPr>
                  <p:nvPr/>
                </p:nvSpPr>
                <p:spPr>
                  <a:xfrm>
                    <a:off x="1282103" y="2968316"/>
                    <a:ext cx="3503487" cy="923330"/>
                  </a:xfrm>
                  <a:prstGeom prst="rect">
                    <a:avLst/>
                  </a:prstGeom>
                  <a:blipFill>
                    <a:blip r:embed="rId2"/>
                    <a:stretch>
                      <a:fillRect l="-1217" t="-3974" b="-9934"/>
                    </a:stretch>
                  </a:blipFill>
                  <a:ln>
                    <a:noFill/>
                  </a:ln>
                </p:spPr>
                <p:txBody>
                  <a:bodyPr/>
                  <a:lstStyle/>
                  <a:p>
                    <a:r>
                      <a:rPr lang="it-IT">
                        <a:noFill/>
                      </a:rPr>
                      <a:t> </a:t>
                    </a:r>
                  </a:p>
                </p:txBody>
              </p:sp>
            </mc:Fallback>
          </mc:AlternateContent>
          <p:grpSp>
            <p:nvGrpSpPr>
              <p:cNvPr id="3" name="Gruppo 2">
                <a:extLst>
                  <a:ext uri="{FF2B5EF4-FFF2-40B4-BE49-F238E27FC236}">
                    <a16:creationId xmlns:a16="http://schemas.microsoft.com/office/drawing/2014/main" id="{3D492A90-F670-A969-2BE4-5C0D0CBC8794}"/>
                  </a:ext>
                </a:extLst>
              </p:cNvPr>
              <p:cNvGrpSpPr/>
              <p:nvPr/>
            </p:nvGrpSpPr>
            <p:grpSpPr>
              <a:xfrm>
                <a:off x="864688" y="4088104"/>
                <a:ext cx="4338316" cy="646331"/>
                <a:chOff x="740543" y="4035967"/>
                <a:chExt cx="4338316" cy="646331"/>
              </a:xfrm>
            </p:grpSpPr>
            <mc:AlternateContent xmlns:mc="http://schemas.openxmlformats.org/markup-compatibility/2006">
              <mc:Choice xmlns:a14="http://schemas.microsoft.com/office/drawing/2010/main" Requires="a14">
                <p:sp>
                  <p:nvSpPr>
                    <p:cNvPr id="15" name="CasellaDiTesto 14">
                      <a:extLst>
                        <a:ext uri="{FF2B5EF4-FFF2-40B4-BE49-F238E27FC236}">
                          <a16:creationId xmlns:a16="http://schemas.microsoft.com/office/drawing/2014/main" id="{528A70A0-79FE-6960-C722-D9118CB60554}"/>
                        </a:ext>
                      </a:extLst>
                    </p:cNvPr>
                    <p:cNvSpPr txBox="1"/>
                    <p:nvPr/>
                  </p:nvSpPr>
                  <p:spPr>
                    <a:xfrm>
                      <a:off x="740543" y="4035967"/>
                      <a:ext cx="1684962" cy="646331"/>
                    </a:xfrm>
                    <a:prstGeom prst="rect">
                      <a:avLst/>
                    </a:prstGeom>
                    <a:noFill/>
                    <a:ln>
                      <a:noFill/>
                    </a:ln>
                  </p:spPr>
                  <p:txBody>
                    <a:bodyPr wrap="square" rtlCol="0">
                      <a:spAutoFit/>
                    </a:bodyPr>
                    <a:lstStyle/>
                    <a:p>
                      <a:r>
                        <a:rPr lang="en-GB" noProof="0" dirty="0"/>
                        <a:t>If true move to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0</m:t>
                              </m:r>
                            </m:sub>
                          </m:sSub>
                          <m:r>
                            <a:rPr lang="en-GB" i="1" noProof="0" smtClean="0">
                              <a:latin typeface="Cambria Math" panose="02040503050406030204" pitchFamily="18" charset="0"/>
                            </a:rPr>
                            <m:t>=</m:t>
                          </m:r>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𝑡</m:t>
                              </m:r>
                            </m:sub>
                          </m:sSub>
                        </m:oMath>
                      </a14:m>
                      <a:endParaRPr lang="en-GB" noProof="0" dirty="0"/>
                    </a:p>
                  </p:txBody>
                </p:sp>
              </mc:Choice>
              <mc:Fallback>
                <p:sp>
                  <p:nvSpPr>
                    <p:cNvPr id="15" name="CasellaDiTesto 14">
                      <a:extLst>
                        <a:ext uri="{FF2B5EF4-FFF2-40B4-BE49-F238E27FC236}">
                          <a16:creationId xmlns:a16="http://schemas.microsoft.com/office/drawing/2014/main" id="{528A70A0-79FE-6960-C722-D9118CB60554}"/>
                        </a:ext>
                      </a:extLst>
                    </p:cNvPr>
                    <p:cNvSpPr txBox="1">
                      <a:spLocks noRot="1" noChangeAspect="1" noMove="1" noResize="1" noEditPoints="1" noAdjustHandles="1" noChangeArrowheads="1" noChangeShapeType="1" noTextEdit="1"/>
                    </p:cNvSpPr>
                    <p:nvPr/>
                  </p:nvSpPr>
                  <p:spPr>
                    <a:xfrm>
                      <a:off x="740543" y="4035967"/>
                      <a:ext cx="1684962" cy="646331"/>
                    </a:xfrm>
                    <a:prstGeom prst="rect">
                      <a:avLst/>
                    </a:prstGeom>
                    <a:blipFill>
                      <a:blip r:embed="rId3"/>
                      <a:stretch>
                        <a:fillRect l="-2888" t="-4717" b="-14151"/>
                      </a:stretch>
                    </a:blipFill>
                    <a:ln>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CasellaDiTesto 15">
                      <a:extLst>
                        <a:ext uri="{FF2B5EF4-FFF2-40B4-BE49-F238E27FC236}">
                          <a16:creationId xmlns:a16="http://schemas.microsoft.com/office/drawing/2014/main" id="{451A85DE-B6D0-FCEC-9C0B-E79BDDA5F698}"/>
                        </a:ext>
                      </a:extLst>
                    </p:cNvPr>
                    <p:cNvSpPr txBox="1"/>
                    <p:nvPr/>
                  </p:nvSpPr>
                  <p:spPr>
                    <a:xfrm>
                      <a:off x="3008616" y="4174466"/>
                      <a:ext cx="2070243" cy="369332"/>
                    </a:xfrm>
                    <a:prstGeom prst="rect">
                      <a:avLst/>
                    </a:prstGeom>
                    <a:noFill/>
                    <a:ln>
                      <a:noFill/>
                    </a:ln>
                  </p:spPr>
                  <p:txBody>
                    <a:bodyPr wrap="square" rtlCol="0">
                      <a:spAutoFit/>
                    </a:bodyPr>
                    <a:lstStyle/>
                    <a:p>
                      <a:r>
                        <a:rPr lang="en-GB" noProof="0" dirty="0"/>
                        <a:t>If false stay at </a:t>
                      </a:r>
                      <a14:m>
                        <m:oMath xmlns:m="http://schemas.openxmlformats.org/officeDocument/2006/math">
                          <m:sSub>
                            <m:sSubPr>
                              <m:ctrlPr>
                                <a:rPr lang="en-GB" i="1" noProof="0" smtClean="0">
                                  <a:latin typeface="Cambria Math" panose="02040503050406030204" pitchFamily="18" charset="0"/>
                                </a:rPr>
                              </m:ctrlPr>
                            </m:sSubPr>
                            <m:e>
                              <m:r>
                                <a:rPr lang="en-GB" i="1" noProof="0" smtClean="0">
                                  <a:latin typeface="Cambria Math" panose="02040503050406030204" pitchFamily="18" charset="0"/>
                                </a:rPr>
                                <m:t>𝜃</m:t>
                              </m:r>
                            </m:e>
                            <m:sub>
                              <m:r>
                                <a:rPr lang="en-GB" i="1" noProof="0" smtClean="0">
                                  <a:latin typeface="Cambria Math" panose="02040503050406030204" pitchFamily="18" charset="0"/>
                                </a:rPr>
                                <m:t>0</m:t>
                              </m:r>
                            </m:sub>
                          </m:sSub>
                        </m:oMath>
                      </a14:m>
                      <a:endParaRPr lang="en-GB" noProof="0" dirty="0"/>
                    </a:p>
                  </p:txBody>
                </p:sp>
              </mc:Choice>
              <mc:Fallback>
                <p:sp>
                  <p:nvSpPr>
                    <p:cNvPr id="16" name="CasellaDiTesto 15">
                      <a:extLst>
                        <a:ext uri="{FF2B5EF4-FFF2-40B4-BE49-F238E27FC236}">
                          <a16:creationId xmlns:a16="http://schemas.microsoft.com/office/drawing/2014/main" id="{451A85DE-B6D0-FCEC-9C0B-E79BDDA5F698}"/>
                        </a:ext>
                      </a:extLst>
                    </p:cNvPr>
                    <p:cNvSpPr txBox="1">
                      <a:spLocks noRot="1" noChangeAspect="1" noMove="1" noResize="1" noEditPoints="1" noAdjustHandles="1" noChangeArrowheads="1" noChangeShapeType="1" noTextEdit="1"/>
                    </p:cNvSpPr>
                    <p:nvPr/>
                  </p:nvSpPr>
                  <p:spPr>
                    <a:xfrm>
                      <a:off x="3008616" y="4174466"/>
                      <a:ext cx="2070243" cy="369332"/>
                    </a:xfrm>
                    <a:prstGeom prst="rect">
                      <a:avLst/>
                    </a:prstGeom>
                    <a:blipFill>
                      <a:blip r:embed="rId4"/>
                      <a:stretch>
                        <a:fillRect l="-2655" t="-9836" b="-24590"/>
                      </a:stretch>
                    </a:blipFill>
                    <a:ln>
                      <a:noFill/>
                    </a:ln>
                  </p:spPr>
                  <p:txBody>
                    <a:bodyPr/>
                    <a:lstStyle/>
                    <a:p>
                      <a:r>
                        <a:rPr lang="it-IT">
                          <a:noFill/>
                        </a:rPr>
                        <a:t> </a:t>
                      </a:r>
                    </a:p>
                  </p:txBody>
                </p:sp>
              </mc:Fallback>
            </mc:AlternateContent>
          </p:grpSp>
          <mc:AlternateContent xmlns:mc="http://schemas.openxmlformats.org/markup-compatibility/2006">
            <mc:Choice xmlns:a14="http://schemas.microsoft.com/office/drawing/2010/main" Requires="a14">
              <p:sp>
                <p:nvSpPr>
                  <p:cNvPr id="17" name="CasellaDiTesto 16">
                    <a:extLst>
                      <a:ext uri="{FF2B5EF4-FFF2-40B4-BE49-F238E27FC236}">
                        <a16:creationId xmlns:a16="http://schemas.microsoft.com/office/drawing/2014/main" id="{2A1FBE9D-19ED-813F-9839-D741F5D4D85E}"/>
                      </a:ext>
                    </a:extLst>
                  </p:cNvPr>
                  <p:cNvSpPr txBox="1"/>
                  <p:nvPr/>
                </p:nvSpPr>
                <p:spPr>
                  <a:xfrm>
                    <a:off x="642938" y="4930893"/>
                    <a:ext cx="4781817" cy="646331"/>
                  </a:xfrm>
                  <a:prstGeom prst="rect">
                    <a:avLst/>
                  </a:prstGeom>
                  <a:noFill/>
                  <a:ln>
                    <a:noFill/>
                  </a:ln>
                </p:spPr>
                <p:txBody>
                  <a:bodyPr wrap="square" rtlCol="0">
                    <a:spAutoFit/>
                  </a:bodyPr>
                  <a:lstStyle/>
                  <a:p>
                    <a:pPr algn="ctr"/>
                    <a:r>
                      <a:rPr lang="en-GB" noProof="0" dirty="0"/>
                      <a:t>In this way we will have the </a:t>
                    </a:r>
                    <a14:m>
                      <m:oMath xmlns:m="http://schemas.openxmlformats.org/officeDocument/2006/math">
                        <m:r>
                          <a:rPr lang="en-GB" i="1" noProof="0" smtClean="0">
                            <a:latin typeface="Cambria Math" panose="02040503050406030204" pitchFamily="18" charset="0"/>
                          </a:rPr>
                          <m:t>𝜃</m:t>
                        </m:r>
                      </m:oMath>
                    </a14:m>
                    <a:r>
                      <a:rPr lang="en-GB" noProof="0" dirty="0"/>
                      <a:t> with higher posterior more times so more probable! </a:t>
                    </a:r>
                  </a:p>
                </p:txBody>
              </p:sp>
            </mc:Choice>
            <mc:Fallback>
              <p:sp>
                <p:nvSpPr>
                  <p:cNvPr id="17" name="CasellaDiTesto 16">
                    <a:extLst>
                      <a:ext uri="{FF2B5EF4-FFF2-40B4-BE49-F238E27FC236}">
                        <a16:creationId xmlns:a16="http://schemas.microsoft.com/office/drawing/2014/main" id="{2A1FBE9D-19ED-813F-9839-D741F5D4D85E}"/>
                      </a:ext>
                    </a:extLst>
                  </p:cNvPr>
                  <p:cNvSpPr txBox="1">
                    <a:spLocks noRot="1" noChangeAspect="1" noMove="1" noResize="1" noEditPoints="1" noAdjustHandles="1" noChangeArrowheads="1" noChangeShapeType="1" noTextEdit="1"/>
                  </p:cNvSpPr>
                  <p:nvPr/>
                </p:nvSpPr>
                <p:spPr>
                  <a:xfrm>
                    <a:off x="642938" y="4930893"/>
                    <a:ext cx="4781817" cy="646331"/>
                  </a:xfrm>
                  <a:prstGeom prst="rect">
                    <a:avLst/>
                  </a:prstGeom>
                  <a:blipFill>
                    <a:blip r:embed="rId5"/>
                    <a:stretch>
                      <a:fillRect t="-5660" r="-1148" b="-14151"/>
                    </a:stretch>
                  </a:blipFill>
                  <a:ln>
                    <a:noFill/>
                  </a:ln>
                </p:spPr>
                <p:txBody>
                  <a:bodyPr/>
                  <a:lstStyle/>
                  <a:p>
                    <a:r>
                      <a:rPr lang="it-IT">
                        <a:noFill/>
                      </a:rPr>
                      <a:t> </a:t>
                    </a:r>
                  </a:p>
                </p:txBody>
              </p:sp>
            </mc:Fallback>
          </mc:AlternateContent>
          <p:sp>
            <p:nvSpPr>
              <p:cNvPr id="2" name="CasellaDiTesto 1">
                <a:extLst>
                  <a:ext uri="{FF2B5EF4-FFF2-40B4-BE49-F238E27FC236}">
                    <a16:creationId xmlns:a16="http://schemas.microsoft.com/office/drawing/2014/main" id="{AFD19476-F926-FE1A-A565-4DE83D75FA93}"/>
                  </a:ext>
                </a:extLst>
              </p:cNvPr>
              <p:cNvSpPr txBox="1"/>
              <p:nvPr/>
            </p:nvSpPr>
            <p:spPr>
              <a:xfrm>
                <a:off x="2386575" y="2402526"/>
                <a:ext cx="1294543" cy="369332"/>
              </a:xfrm>
              <a:prstGeom prst="rect">
                <a:avLst/>
              </a:prstGeom>
              <a:noFill/>
              <a:ln>
                <a:noFill/>
              </a:ln>
            </p:spPr>
            <p:txBody>
              <a:bodyPr wrap="square" rtlCol="0">
                <a:spAutoFit/>
              </a:bodyPr>
              <a:lstStyle/>
              <a:p>
                <a:r>
                  <a:rPr lang="en-GB" noProof="0" dirty="0"/>
                  <a:t>Base idea</a:t>
                </a:r>
              </a:p>
            </p:txBody>
          </p:sp>
        </p:grpSp>
      </p:grpSp>
      <p:sp>
        <p:nvSpPr>
          <p:cNvPr id="21" name="CasellaDiTesto 20">
            <a:extLst>
              <a:ext uri="{FF2B5EF4-FFF2-40B4-BE49-F238E27FC236}">
                <a16:creationId xmlns:a16="http://schemas.microsoft.com/office/drawing/2014/main" id="{9DDF31EF-17D5-348D-32A4-26E8E4B806C2}"/>
              </a:ext>
            </a:extLst>
          </p:cNvPr>
          <p:cNvSpPr txBox="1"/>
          <p:nvPr/>
        </p:nvSpPr>
        <p:spPr>
          <a:xfrm>
            <a:off x="642938" y="2703991"/>
            <a:ext cx="4972692" cy="369332"/>
          </a:xfrm>
          <a:prstGeom prst="rect">
            <a:avLst/>
          </a:prstGeom>
          <a:noFill/>
        </p:spPr>
        <p:txBody>
          <a:bodyPr wrap="square" rtlCol="0">
            <a:spAutoFit/>
          </a:bodyPr>
          <a:lstStyle/>
          <a:p>
            <a:pPr algn="ctr"/>
            <a:r>
              <a:rPr lang="en-GB" noProof="0" dirty="0"/>
              <a:t>Acceptance rule:</a:t>
            </a:r>
          </a:p>
        </p:txBody>
      </p:sp>
      <mc:AlternateContent xmlns:mc="http://schemas.openxmlformats.org/markup-compatibility/2006">
        <mc:Choice xmlns:a14="http://schemas.microsoft.com/office/drawing/2010/main" Requires="a14">
          <p:sp>
            <p:nvSpPr>
              <p:cNvPr id="25" name="CasellaDiTesto 24">
                <a:extLst>
                  <a:ext uri="{FF2B5EF4-FFF2-40B4-BE49-F238E27FC236}">
                    <a16:creationId xmlns:a16="http://schemas.microsoft.com/office/drawing/2014/main" id="{21BD7950-FF87-8DAB-E58D-ECF497AE047C}"/>
                  </a:ext>
                </a:extLst>
              </p:cNvPr>
              <p:cNvSpPr txBox="1"/>
              <p:nvPr/>
            </p:nvSpPr>
            <p:spPr>
              <a:xfrm>
                <a:off x="1583023" y="3350322"/>
                <a:ext cx="3092522" cy="87184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it-IT" sz="2400" i="1" dirty="0" smtClean="0">
                              <a:latin typeface="Cambria Math" panose="02040503050406030204" pitchFamily="18" charset="0"/>
                            </a:rPr>
                          </m:ctrlPr>
                        </m:fPr>
                        <m:num>
                          <m:r>
                            <a:rPr lang="it-IT" sz="2400" i="1" dirty="0" smtClean="0">
                              <a:latin typeface="Cambria Math" panose="02040503050406030204" pitchFamily="18" charset="0"/>
                            </a:rPr>
                            <m:t>𝑝</m:t>
                          </m:r>
                          <m:d>
                            <m:dPr>
                              <m:ctrlPr>
                                <a:rPr lang="it-IT" sz="2400" i="1" dirty="0" smtClean="0">
                                  <a:latin typeface="Cambria Math" panose="02040503050406030204" pitchFamily="18" charset="0"/>
                                </a:rPr>
                              </m:ctrlPr>
                            </m:dPr>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d>
                        </m:num>
                        <m:den>
                          <m:r>
                            <a:rPr lang="it-IT" sz="2400" i="1" dirty="0" smtClean="0">
                              <a:latin typeface="Cambria Math" panose="02040503050406030204" pitchFamily="18" charset="0"/>
                            </a:rPr>
                            <m:t>𝑝</m:t>
                          </m:r>
                          <m:d>
                            <m:dPr>
                              <m:ctrlPr>
                                <a:rPr lang="it-IT" sz="2400" i="1" dirty="0" smtClean="0">
                                  <a:latin typeface="Cambria Math" panose="02040503050406030204" pitchFamily="18" charset="0"/>
                                </a:rPr>
                              </m:ctrlPr>
                            </m:dPr>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d>
                        </m:den>
                      </m:f>
                      <m:r>
                        <a:rPr lang="it-IT" sz="2400" i="1" dirty="0" smtClean="0">
                          <a:latin typeface="Cambria Math" panose="02040503050406030204" pitchFamily="18" charset="0"/>
                        </a:rPr>
                        <m:t>⋅</m:t>
                      </m:r>
                      <m:f>
                        <m:fPr>
                          <m:ctrlPr>
                            <a:rPr lang="it-IT" sz="2400" i="1" dirty="0" smtClean="0">
                              <a:latin typeface="Cambria Math" panose="02040503050406030204" pitchFamily="18" charset="0"/>
                            </a:rPr>
                          </m:ctrlPr>
                        </m:fPr>
                        <m:num>
                          <m:r>
                            <a:rPr lang="it-IT" sz="2400" i="1" dirty="0" smtClean="0">
                              <a:latin typeface="Cambria Math" panose="02040503050406030204" pitchFamily="18" charset="0"/>
                            </a:rPr>
                            <m:t>𝑞</m:t>
                          </m:r>
                          <m:d>
                            <m:dPr>
                              <m:ctrlPr>
                                <a:rPr lang="it-IT" sz="2400" i="1" dirty="0" smtClean="0">
                                  <a:latin typeface="Cambria Math" panose="02040503050406030204" pitchFamily="18" charset="0"/>
                                </a:rPr>
                              </m:ctrlPr>
                            </m:dPr>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d>
                        </m:num>
                        <m:den>
                          <m:r>
                            <a:rPr lang="it-IT" sz="2400" i="1" dirty="0" smtClean="0">
                              <a:latin typeface="Cambria Math" panose="02040503050406030204" pitchFamily="18" charset="0"/>
                            </a:rPr>
                            <m:t>𝑞</m:t>
                          </m:r>
                          <m:d>
                            <m:dPr>
                              <m:ctrlPr>
                                <a:rPr lang="it-IT" sz="2400" i="1" dirty="0" smtClean="0">
                                  <a:latin typeface="Cambria Math" panose="02040503050406030204" pitchFamily="18" charset="0"/>
                                </a:rPr>
                              </m:ctrlPr>
                            </m:dPr>
                            <m:e>
                              <m:sSub>
                                <m:sSubPr>
                                  <m:ctrlPr>
                                    <a:rPr lang="it-IT" sz="2400" i="1" dirty="0"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smtClean="0">
                                      <a:latin typeface="Cambria Math" panose="02040503050406030204" pitchFamily="18" charset="0"/>
                                    </a:rPr>
                                    <m:t>0</m:t>
                                  </m:r>
                                </m:sub>
                              </m:sSub>
                            </m:e>
                            <m:e>
                              <m:sSub>
                                <m:sSubPr>
                                  <m:ctrlPr>
                                    <a:rPr lang="it-IT" sz="2400" i="1" dirty="0" err="1" smtClean="0">
                                      <a:latin typeface="Cambria Math" panose="02040503050406030204" pitchFamily="18" charset="0"/>
                                    </a:rPr>
                                  </m:ctrlPr>
                                </m:sSubPr>
                                <m:e>
                                  <m:r>
                                    <a:rPr lang="it-IT" sz="2400" i="1" dirty="0" smtClean="0">
                                      <a:latin typeface="Cambria Math" panose="02040503050406030204" pitchFamily="18" charset="0"/>
                                    </a:rPr>
                                    <m:t>𝜃</m:t>
                                  </m:r>
                                </m:e>
                                <m:sub>
                                  <m:r>
                                    <a:rPr lang="it-IT" sz="2400" i="1" dirty="0" err="1" smtClean="0">
                                      <a:latin typeface="Cambria Math" panose="02040503050406030204" pitchFamily="18" charset="0"/>
                                    </a:rPr>
                                    <m:t>𝑡</m:t>
                                  </m:r>
                                </m:sub>
                              </m:sSub>
                            </m:e>
                          </m:d>
                        </m:den>
                      </m:f>
                      <m:r>
                        <a:rPr lang="it-IT" sz="2400" i="1" dirty="0" smtClean="0">
                          <a:latin typeface="Cambria Math" panose="02040503050406030204" pitchFamily="18" charset="0"/>
                        </a:rPr>
                        <m:t>≥</m:t>
                      </m:r>
                      <m:r>
                        <a:rPr lang="it-IT" sz="2400" i="1" dirty="0" smtClean="0">
                          <a:latin typeface="Cambria Math" panose="02040503050406030204" pitchFamily="18" charset="0"/>
                        </a:rPr>
                        <m:t>𝑎</m:t>
                      </m:r>
                    </m:oMath>
                  </m:oMathPara>
                </a14:m>
                <a:endParaRPr lang="it-IT" dirty="0"/>
              </a:p>
            </p:txBody>
          </p:sp>
        </mc:Choice>
        <mc:Fallback>
          <p:sp>
            <p:nvSpPr>
              <p:cNvPr id="25" name="CasellaDiTesto 24">
                <a:extLst>
                  <a:ext uri="{FF2B5EF4-FFF2-40B4-BE49-F238E27FC236}">
                    <a16:creationId xmlns:a16="http://schemas.microsoft.com/office/drawing/2014/main" id="{21BD7950-FF87-8DAB-E58D-ECF497AE047C}"/>
                  </a:ext>
                </a:extLst>
              </p:cNvPr>
              <p:cNvSpPr txBox="1">
                <a:spLocks noRot="1" noChangeAspect="1" noMove="1" noResize="1" noEditPoints="1" noAdjustHandles="1" noChangeArrowheads="1" noChangeShapeType="1" noTextEdit="1"/>
              </p:cNvSpPr>
              <p:nvPr/>
            </p:nvSpPr>
            <p:spPr>
              <a:xfrm>
                <a:off x="1583023" y="3350322"/>
                <a:ext cx="3092522" cy="871842"/>
              </a:xfrm>
              <a:prstGeom prst="rect">
                <a:avLst/>
              </a:prstGeom>
              <a:blipFill>
                <a:blip r:embed="rId6"/>
                <a:stretch>
                  <a:fillRect/>
                </a:stretch>
              </a:blipFill>
            </p:spPr>
            <p:txBody>
              <a:bodyPr/>
              <a:lstStyle/>
              <a:p>
                <a:r>
                  <a:rPr lang="it-IT">
                    <a:noFill/>
                  </a:rPr>
                  <a:t> </a:t>
                </a:r>
              </a:p>
            </p:txBody>
          </p:sp>
        </mc:Fallback>
      </mc:AlternateContent>
      <p:sp>
        <p:nvSpPr>
          <p:cNvPr id="26" name="CasellaDiTesto 25">
            <a:extLst>
              <a:ext uri="{FF2B5EF4-FFF2-40B4-BE49-F238E27FC236}">
                <a16:creationId xmlns:a16="http://schemas.microsoft.com/office/drawing/2014/main" id="{E51B748A-CB5D-93CD-2DF5-FE8D9B658B88}"/>
              </a:ext>
            </a:extLst>
          </p:cNvPr>
          <p:cNvSpPr txBox="1"/>
          <p:nvPr/>
        </p:nvSpPr>
        <p:spPr>
          <a:xfrm>
            <a:off x="619887" y="4668938"/>
            <a:ext cx="1984116" cy="369332"/>
          </a:xfrm>
          <a:prstGeom prst="rect">
            <a:avLst/>
          </a:prstGeom>
          <a:noFill/>
        </p:spPr>
        <p:txBody>
          <a:bodyPr wrap="square" rtlCol="0">
            <a:spAutoFit/>
          </a:bodyPr>
          <a:lstStyle/>
          <a:p>
            <a:r>
              <a:rPr lang="it-IT" dirty="0" err="1"/>
              <a:t>Posterior</a:t>
            </a:r>
            <a:r>
              <a:rPr lang="it-IT" dirty="0"/>
              <a:t> </a:t>
            </a:r>
            <a:r>
              <a:rPr lang="it-IT" dirty="0" err="1"/>
              <a:t>values</a:t>
            </a:r>
            <a:endParaRPr lang="it-IT" dirty="0"/>
          </a:p>
        </p:txBody>
      </p:sp>
      <mc:AlternateContent xmlns:mc="http://schemas.openxmlformats.org/markup-compatibility/2006">
        <mc:Choice xmlns:a14="http://schemas.microsoft.com/office/drawing/2010/main" Requires="a14">
          <p:sp>
            <p:nvSpPr>
              <p:cNvPr id="27" name="CasellaDiTesto 26">
                <a:extLst>
                  <a:ext uri="{FF2B5EF4-FFF2-40B4-BE49-F238E27FC236}">
                    <a16:creationId xmlns:a16="http://schemas.microsoft.com/office/drawing/2014/main" id="{BE5FB295-C698-4CE6-BABF-E61C3033D43C}"/>
                  </a:ext>
                </a:extLst>
              </p:cNvPr>
              <p:cNvSpPr txBox="1"/>
              <p:nvPr/>
            </p:nvSpPr>
            <p:spPr>
              <a:xfrm>
                <a:off x="3754655" y="4528068"/>
                <a:ext cx="1984117" cy="646331"/>
              </a:xfrm>
              <a:prstGeom prst="rect">
                <a:avLst/>
              </a:prstGeom>
              <a:noFill/>
            </p:spPr>
            <p:txBody>
              <a:bodyPr wrap="square" rtlCol="0">
                <a:spAutoFit/>
              </a:bodyPr>
              <a:lstStyle/>
              <a:p>
                <a:r>
                  <a:rPr lang="it-IT" dirty="0"/>
                  <a:t>Random number from </a:t>
                </a:r>
                <a14:m>
                  <m:oMath xmlns:m="http://schemas.openxmlformats.org/officeDocument/2006/math">
                    <m:d>
                      <m:dPr>
                        <m:begChr m:val="["/>
                        <m:endChr m:val="]"/>
                        <m:ctrlPr>
                          <a:rPr lang="it-IT" i="1" dirty="0" smtClean="0">
                            <a:latin typeface="Cambria Math" panose="02040503050406030204" pitchFamily="18" charset="0"/>
                          </a:rPr>
                        </m:ctrlPr>
                      </m:dPr>
                      <m:e>
                        <m:r>
                          <a:rPr lang="it-IT" i="1" dirty="0" smtClean="0">
                            <a:latin typeface="Cambria Math" panose="02040503050406030204" pitchFamily="18" charset="0"/>
                          </a:rPr>
                          <m:t>0,1</m:t>
                        </m:r>
                      </m:e>
                    </m:d>
                  </m:oMath>
                </a14:m>
                <a:endParaRPr lang="it-IT" dirty="0"/>
              </a:p>
            </p:txBody>
          </p:sp>
        </mc:Choice>
        <mc:Fallback>
          <p:sp>
            <p:nvSpPr>
              <p:cNvPr id="27" name="CasellaDiTesto 26">
                <a:extLst>
                  <a:ext uri="{FF2B5EF4-FFF2-40B4-BE49-F238E27FC236}">
                    <a16:creationId xmlns:a16="http://schemas.microsoft.com/office/drawing/2014/main" id="{BE5FB295-C698-4CE6-BABF-E61C3033D43C}"/>
                  </a:ext>
                </a:extLst>
              </p:cNvPr>
              <p:cNvSpPr txBox="1">
                <a:spLocks noRot="1" noChangeAspect="1" noMove="1" noResize="1" noEditPoints="1" noAdjustHandles="1" noChangeArrowheads="1" noChangeShapeType="1" noTextEdit="1"/>
              </p:cNvSpPr>
              <p:nvPr/>
            </p:nvSpPr>
            <p:spPr>
              <a:xfrm>
                <a:off x="3754655" y="4528068"/>
                <a:ext cx="1984117" cy="646331"/>
              </a:xfrm>
              <a:prstGeom prst="rect">
                <a:avLst/>
              </a:prstGeom>
              <a:blipFill>
                <a:blip r:embed="rId7"/>
                <a:stretch>
                  <a:fillRect l="-2769" t="-5660" r="-4308" b="-14151"/>
                </a:stretch>
              </a:blipFill>
            </p:spPr>
            <p:txBody>
              <a:bodyPr/>
              <a:lstStyle/>
              <a:p>
                <a:r>
                  <a:rPr lang="it-IT">
                    <a:noFill/>
                  </a:rPr>
                  <a:t> </a:t>
                </a:r>
              </a:p>
            </p:txBody>
          </p:sp>
        </mc:Fallback>
      </mc:AlternateContent>
      <p:cxnSp>
        <p:nvCxnSpPr>
          <p:cNvPr id="29" name="Connettore 2 28">
            <a:extLst>
              <a:ext uri="{FF2B5EF4-FFF2-40B4-BE49-F238E27FC236}">
                <a16:creationId xmlns:a16="http://schemas.microsoft.com/office/drawing/2014/main" id="{B578CF35-57D4-8BB3-0A78-4B6148BBDEE9}"/>
              </a:ext>
            </a:extLst>
          </p:cNvPr>
          <p:cNvCxnSpPr>
            <a:stCxn id="26" idx="0"/>
          </p:cNvCxnSpPr>
          <p:nvPr/>
        </p:nvCxnSpPr>
        <p:spPr>
          <a:xfrm flipV="1">
            <a:off x="1611945" y="4294596"/>
            <a:ext cx="196307" cy="3743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 name="Connettore 2 30">
            <a:extLst>
              <a:ext uri="{FF2B5EF4-FFF2-40B4-BE49-F238E27FC236}">
                <a16:creationId xmlns:a16="http://schemas.microsoft.com/office/drawing/2014/main" id="{6E358688-EC38-3431-E58E-560EA606D080}"/>
              </a:ext>
            </a:extLst>
          </p:cNvPr>
          <p:cNvCxnSpPr>
            <a:stCxn id="27" idx="0"/>
          </p:cNvCxnSpPr>
          <p:nvPr/>
        </p:nvCxnSpPr>
        <p:spPr>
          <a:xfrm flipH="1" flipV="1">
            <a:off x="4469258" y="4058290"/>
            <a:ext cx="277456" cy="46977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2" name="CasellaDiTesto 31">
            <a:extLst>
              <a:ext uri="{FF2B5EF4-FFF2-40B4-BE49-F238E27FC236}">
                <a16:creationId xmlns:a16="http://schemas.microsoft.com/office/drawing/2014/main" id="{A4EB6DCD-508B-8648-D5B2-57783FAC404F}"/>
              </a:ext>
            </a:extLst>
          </p:cNvPr>
          <p:cNvSpPr txBox="1"/>
          <p:nvPr/>
        </p:nvSpPr>
        <p:spPr>
          <a:xfrm>
            <a:off x="1469203" y="5676909"/>
            <a:ext cx="3277510" cy="646331"/>
          </a:xfrm>
          <a:prstGeom prst="rect">
            <a:avLst/>
          </a:prstGeom>
          <a:noFill/>
        </p:spPr>
        <p:txBody>
          <a:bodyPr wrap="square" rtlCol="0">
            <a:spAutoFit/>
          </a:bodyPr>
          <a:lstStyle/>
          <a:p>
            <a:r>
              <a:rPr lang="it-IT" dirty="0" err="1"/>
              <a:t>Proposal</a:t>
            </a:r>
            <a:r>
              <a:rPr lang="it-IT" dirty="0"/>
              <a:t> </a:t>
            </a:r>
            <a:r>
              <a:rPr lang="it-IT" dirty="0" err="1"/>
              <a:t>probability</a:t>
            </a:r>
            <a:r>
              <a:rPr lang="it-IT" dirty="0"/>
              <a:t> ratio</a:t>
            </a:r>
          </a:p>
          <a:p>
            <a:r>
              <a:rPr lang="it-IT" dirty="0" err="1"/>
              <a:t>ours</a:t>
            </a:r>
            <a:r>
              <a:rPr lang="it-IT" dirty="0"/>
              <a:t> </a:t>
            </a:r>
            <a:r>
              <a:rPr lang="it-IT" dirty="0" err="1"/>
              <a:t>is</a:t>
            </a:r>
            <a:r>
              <a:rPr lang="it-IT" dirty="0"/>
              <a:t> </a:t>
            </a:r>
            <a:r>
              <a:rPr lang="it-IT" dirty="0" err="1"/>
              <a:t>symmetric</a:t>
            </a:r>
            <a:r>
              <a:rPr lang="it-IT" dirty="0"/>
              <a:t> so it’s one</a:t>
            </a:r>
          </a:p>
        </p:txBody>
      </p:sp>
      <p:cxnSp>
        <p:nvCxnSpPr>
          <p:cNvPr id="34" name="Connettore 2 33">
            <a:extLst>
              <a:ext uri="{FF2B5EF4-FFF2-40B4-BE49-F238E27FC236}">
                <a16:creationId xmlns:a16="http://schemas.microsoft.com/office/drawing/2014/main" id="{B21279C4-22BF-56DF-55EF-CF24DA75ACF8}"/>
              </a:ext>
            </a:extLst>
          </p:cNvPr>
          <p:cNvCxnSpPr>
            <a:stCxn id="32" idx="0"/>
          </p:cNvCxnSpPr>
          <p:nvPr/>
        </p:nvCxnSpPr>
        <p:spPr>
          <a:xfrm flipV="1">
            <a:off x="3107958" y="4397338"/>
            <a:ext cx="0" cy="127957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4102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0DA32-9781-B808-0A0C-2A51C2DAD4F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46849C8-AAAC-DBA6-DA09-1E7DDF652ED8}"/>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traces</a:t>
                </a:r>
              </a:p>
            </p:txBody>
          </p:sp>
        </mc:Choice>
        <mc:Fallback>
          <p:sp>
            <p:nvSpPr>
              <p:cNvPr id="4" name="Titolo 1">
                <a:extLst>
                  <a:ext uri="{FF2B5EF4-FFF2-40B4-BE49-F238E27FC236}">
                    <a16:creationId xmlns:a16="http://schemas.microsoft.com/office/drawing/2014/main" id="{946849C8-AAAC-DBA6-DA09-1E7DDF652ED8}"/>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1" name="CasellaDiTesto 10">
            <a:extLst>
              <a:ext uri="{FF2B5EF4-FFF2-40B4-BE49-F238E27FC236}">
                <a16:creationId xmlns:a16="http://schemas.microsoft.com/office/drawing/2014/main" id="{63E53D19-CCA6-7A67-3F38-FFE9A09F8A76}"/>
              </a:ext>
            </a:extLst>
          </p:cNvPr>
          <p:cNvSpPr txBox="1"/>
          <p:nvPr/>
        </p:nvSpPr>
        <p:spPr>
          <a:xfrm>
            <a:off x="873303" y="1438382"/>
            <a:ext cx="4017196" cy="369332"/>
          </a:xfrm>
          <a:prstGeom prst="rect">
            <a:avLst/>
          </a:prstGeom>
          <a:noFill/>
        </p:spPr>
        <p:txBody>
          <a:bodyPr wrap="square" rtlCol="0">
            <a:spAutoFit/>
          </a:bodyPr>
          <a:lstStyle/>
          <a:p>
            <a:r>
              <a:rPr lang="en-GB" noProof="0" dirty="0"/>
              <a:t>Plot traces</a:t>
            </a:r>
          </a:p>
        </p:txBody>
      </p:sp>
      <p:sp>
        <p:nvSpPr>
          <p:cNvPr id="12" name="CasellaDiTesto 11">
            <a:extLst>
              <a:ext uri="{FF2B5EF4-FFF2-40B4-BE49-F238E27FC236}">
                <a16:creationId xmlns:a16="http://schemas.microsoft.com/office/drawing/2014/main" id="{BEA2502F-A3FD-B997-1E0C-DBF2338E1368}"/>
              </a:ext>
            </a:extLst>
          </p:cNvPr>
          <p:cNvSpPr txBox="1"/>
          <p:nvPr/>
        </p:nvSpPr>
        <p:spPr>
          <a:xfrm>
            <a:off x="6096000" y="1524000"/>
            <a:ext cx="3387047" cy="923330"/>
          </a:xfrm>
          <a:prstGeom prst="rect">
            <a:avLst/>
          </a:prstGeom>
          <a:noFill/>
        </p:spPr>
        <p:txBody>
          <a:bodyPr wrap="square" rtlCol="0">
            <a:spAutoFit/>
          </a:bodyPr>
          <a:lstStyle/>
          <a:p>
            <a:r>
              <a:rPr lang="en-GB" noProof="0" dirty="0"/>
              <a:t>We see that some steps are needed to find the peak around which we sample</a:t>
            </a:r>
          </a:p>
        </p:txBody>
      </p:sp>
      <p:sp>
        <p:nvSpPr>
          <p:cNvPr id="13" name="CasellaDiTesto 12">
            <a:extLst>
              <a:ext uri="{FF2B5EF4-FFF2-40B4-BE49-F238E27FC236}">
                <a16:creationId xmlns:a16="http://schemas.microsoft.com/office/drawing/2014/main" id="{E3F24C87-44B2-B43E-2257-E055947EBBCC}"/>
              </a:ext>
            </a:extLst>
          </p:cNvPr>
          <p:cNvSpPr txBox="1"/>
          <p:nvPr/>
        </p:nvSpPr>
        <p:spPr>
          <a:xfrm>
            <a:off x="6096000" y="3174715"/>
            <a:ext cx="2739775" cy="1200329"/>
          </a:xfrm>
          <a:prstGeom prst="rect">
            <a:avLst/>
          </a:prstGeom>
          <a:noFill/>
        </p:spPr>
        <p:txBody>
          <a:bodyPr wrap="square" rtlCol="0">
            <a:spAutoFit/>
          </a:bodyPr>
          <a:lstStyle/>
          <a:p>
            <a:r>
              <a:rPr lang="en-GB" noProof="0" dirty="0"/>
              <a:t>Burn-in: discard this initial points to have better samples of the peaks</a:t>
            </a:r>
          </a:p>
        </p:txBody>
      </p:sp>
      <p:sp>
        <p:nvSpPr>
          <p:cNvPr id="14" name="CasellaDiTesto 13">
            <a:extLst>
              <a:ext uri="{FF2B5EF4-FFF2-40B4-BE49-F238E27FC236}">
                <a16:creationId xmlns:a16="http://schemas.microsoft.com/office/drawing/2014/main" id="{84055274-6CE6-289F-88CB-EC0C839969F2}"/>
              </a:ext>
            </a:extLst>
          </p:cNvPr>
          <p:cNvSpPr txBox="1"/>
          <p:nvPr/>
        </p:nvSpPr>
        <p:spPr>
          <a:xfrm>
            <a:off x="789397" y="3774879"/>
            <a:ext cx="4017196" cy="369332"/>
          </a:xfrm>
          <a:prstGeom prst="rect">
            <a:avLst/>
          </a:prstGeom>
          <a:noFill/>
        </p:spPr>
        <p:txBody>
          <a:bodyPr wrap="square" rtlCol="0">
            <a:spAutoFit/>
          </a:bodyPr>
          <a:lstStyle/>
          <a:p>
            <a:r>
              <a:rPr lang="en-GB" noProof="0" dirty="0"/>
              <a:t>Plot traces zoom</a:t>
            </a:r>
          </a:p>
        </p:txBody>
      </p:sp>
    </p:spTree>
    <p:extLst>
      <p:ext uri="{BB962C8B-B14F-4D97-AF65-F5344CB8AC3E}">
        <p14:creationId xmlns:p14="http://schemas.microsoft.com/office/powerpoint/2010/main" val="2398945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E04F7-08B1-0F67-0E00-DD3B07E78B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61AB2C2D-3F36-2B3C-0D1A-E1E4A797FBA4}"/>
                  </a:ext>
                </a:extLst>
              </p:cNvPr>
              <p:cNvSpPr>
                <a:spLocks noGrp="1"/>
              </p:cNvSpPr>
              <p:nvPr>
                <p:ph type="title"/>
              </p:nvPr>
            </p:nvSpPr>
            <p:spPr>
              <a:xfrm>
                <a:off x="642938" y="288925"/>
                <a:ext cx="10227120" cy="1235075"/>
              </a:xfrm>
            </p:spPr>
            <p:txBody>
              <a:bodyPr>
                <a:normAutofit fontScale="90000"/>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autocorrelation</a:t>
                </a:r>
              </a:p>
            </p:txBody>
          </p:sp>
        </mc:Choice>
        <mc:Fallback>
          <p:sp>
            <p:nvSpPr>
              <p:cNvPr id="4" name="Titolo 1">
                <a:extLst>
                  <a:ext uri="{FF2B5EF4-FFF2-40B4-BE49-F238E27FC236}">
                    <a16:creationId xmlns:a16="http://schemas.microsoft.com/office/drawing/2014/main" id="{61AB2C2D-3F36-2B3C-0D1A-E1E4A797FBA4}"/>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086" t="-13793"/>
                </a:stretch>
              </a:blipFill>
            </p:spPr>
            <p:txBody>
              <a:bodyPr/>
              <a:lstStyle/>
              <a:p>
                <a:r>
                  <a:rPr lang="it-IT">
                    <a:noFill/>
                  </a:rPr>
                  <a:t> </a:t>
                </a:r>
              </a:p>
            </p:txBody>
          </p:sp>
        </mc:Fallback>
      </mc:AlternateContent>
      <p:sp>
        <p:nvSpPr>
          <p:cNvPr id="11" name="CasellaDiTesto 10">
            <a:extLst>
              <a:ext uri="{FF2B5EF4-FFF2-40B4-BE49-F238E27FC236}">
                <a16:creationId xmlns:a16="http://schemas.microsoft.com/office/drawing/2014/main" id="{6E1A435D-10B3-AE32-A529-EFC678169886}"/>
              </a:ext>
            </a:extLst>
          </p:cNvPr>
          <p:cNvSpPr txBox="1"/>
          <p:nvPr/>
        </p:nvSpPr>
        <p:spPr>
          <a:xfrm>
            <a:off x="6153419" y="1794150"/>
            <a:ext cx="4017196" cy="369332"/>
          </a:xfrm>
          <a:prstGeom prst="rect">
            <a:avLst/>
          </a:prstGeom>
          <a:noFill/>
        </p:spPr>
        <p:txBody>
          <a:bodyPr wrap="square" rtlCol="0">
            <a:spAutoFit/>
          </a:bodyPr>
          <a:lstStyle/>
          <a:p>
            <a:r>
              <a:rPr lang="en-GB" noProof="0" dirty="0"/>
              <a:t>Plot </a:t>
            </a:r>
            <a:r>
              <a:rPr lang="en-GB" noProof="0" dirty="0" err="1"/>
              <a:t>autocorr</a:t>
            </a:r>
            <a:endParaRPr lang="en-GB" noProof="0" dirty="0"/>
          </a:p>
        </p:txBody>
      </p:sp>
      <p:sp>
        <p:nvSpPr>
          <p:cNvPr id="12" name="CasellaDiTesto 11">
            <a:extLst>
              <a:ext uri="{FF2B5EF4-FFF2-40B4-BE49-F238E27FC236}">
                <a16:creationId xmlns:a16="http://schemas.microsoft.com/office/drawing/2014/main" id="{2869B42F-15EF-2B74-826F-CE70400484C8}"/>
              </a:ext>
            </a:extLst>
          </p:cNvPr>
          <p:cNvSpPr txBox="1"/>
          <p:nvPr/>
        </p:nvSpPr>
        <p:spPr>
          <a:xfrm>
            <a:off x="642938" y="1517151"/>
            <a:ext cx="3387047" cy="923330"/>
          </a:xfrm>
          <a:prstGeom prst="rect">
            <a:avLst/>
          </a:prstGeom>
          <a:noFill/>
        </p:spPr>
        <p:txBody>
          <a:bodyPr wrap="square" rtlCol="0">
            <a:spAutoFit/>
          </a:bodyPr>
          <a:lstStyle/>
          <a:p>
            <a:r>
              <a:rPr lang="en-GB" noProof="0" dirty="0"/>
              <a:t>We look at the autocorrelation for each parameters and we see some are correlated</a:t>
            </a:r>
          </a:p>
        </p:txBody>
      </p:sp>
      <p:sp>
        <p:nvSpPr>
          <p:cNvPr id="13" name="CasellaDiTesto 12">
            <a:extLst>
              <a:ext uri="{FF2B5EF4-FFF2-40B4-BE49-F238E27FC236}">
                <a16:creationId xmlns:a16="http://schemas.microsoft.com/office/drawing/2014/main" id="{CD09C7CC-B53E-6830-0A4A-1B362D3C8486}"/>
              </a:ext>
            </a:extLst>
          </p:cNvPr>
          <p:cNvSpPr txBox="1"/>
          <p:nvPr/>
        </p:nvSpPr>
        <p:spPr>
          <a:xfrm>
            <a:off x="835631" y="3503488"/>
            <a:ext cx="2739775" cy="923330"/>
          </a:xfrm>
          <a:prstGeom prst="rect">
            <a:avLst/>
          </a:prstGeom>
          <a:noFill/>
        </p:spPr>
        <p:txBody>
          <a:bodyPr wrap="square" rtlCol="0">
            <a:spAutoFit/>
          </a:bodyPr>
          <a:lstStyle/>
          <a:p>
            <a:r>
              <a:rPr lang="en-GB" noProof="0" dirty="0"/>
              <a:t>Thinning: take a point every n to have not correlated samples</a:t>
            </a:r>
          </a:p>
        </p:txBody>
      </p:sp>
      <p:sp>
        <p:nvSpPr>
          <p:cNvPr id="14" name="CasellaDiTesto 13">
            <a:extLst>
              <a:ext uri="{FF2B5EF4-FFF2-40B4-BE49-F238E27FC236}">
                <a16:creationId xmlns:a16="http://schemas.microsoft.com/office/drawing/2014/main" id="{A41E918A-7828-1864-6E17-25DD14C62559}"/>
              </a:ext>
            </a:extLst>
          </p:cNvPr>
          <p:cNvSpPr txBox="1"/>
          <p:nvPr/>
        </p:nvSpPr>
        <p:spPr>
          <a:xfrm>
            <a:off x="7642260" y="4884488"/>
            <a:ext cx="4017196" cy="369332"/>
          </a:xfrm>
          <a:prstGeom prst="rect">
            <a:avLst/>
          </a:prstGeom>
          <a:noFill/>
        </p:spPr>
        <p:txBody>
          <a:bodyPr wrap="square" rtlCol="0">
            <a:spAutoFit/>
          </a:bodyPr>
          <a:lstStyle/>
          <a:p>
            <a:r>
              <a:rPr lang="en-GB" noProof="0" dirty="0"/>
              <a:t>Plot </a:t>
            </a:r>
            <a:r>
              <a:rPr lang="en-GB" noProof="0" dirty="0" err="1"/>
              <a:t>autocorr</a:t>
            </a:r>
            <a:r>
              <a:rPr lang="en-GB" noProof="0" dirty="0"/>
              <a:t> zoom</a:t>
            </a:r>
          </a:p>
        </p:txBody>
      </p:sp>
    </p:spTree>
    <p:extLst>
      <p:ext uri="{BB962C8B-B14F-4D97-AF65-F5344CB8AC3E}">
        <p14:creationId xmlns:p14="http://schemas.microsoft.com/office/powerpoint/2010/main" val="17512159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2ABE6-0E02-B97D-7D52-AA01837657F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AE704596-465D-664E-9786-E44E348CCC9C}"/>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marginals </a:t>
                </a:r>
              </a:p>
            </p:txBody>
          </p:sp>
        </mc:Choice>
        <mc:Fallback>
          <p:sp>
            <p:nvSpPr>
              <p:cNvPr id="4" name="Titolo 1">
                <a:extLst>
                  <a:ext uri="{FF2B5EF4-FFF2-40B4-BE49-F238E27FC236}">
                    <a16:creationId xmlns:a16="http://schemas.microsoft.com/office/drawing/2014/main" id="{AE704596-465D-664E-9786-E44E348CCC9C}"/>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5EB4D7EE-F9D3-DAD6-AB74-2E4A0EF3066C}"/>
              </a:ext>
            </a:extLst>
          </p:cNvPr>
          <p:cNvSpPr txBox="1"/>
          <p:nvPr/>
        </p:nvSpPr>
        <p:spPr>
          <a:xfrm>
            <a:off x="642938" y="1517151"/>
            <a:ext cx="3387047" cy="1477328"/>
          </a:xfrm>
          <a:prstGeom prst="rect">
            <a:avLst/>
          </a:prstGeom>
          <a:noFill/>
        </p:spPr>
        <p:txBody>
          <a:bodyPr wrap="square" rtlCol="0">
            <a:spAutoFit/>
          </a:bodyPr>
          <a:lstStyle/>
          <a:p>
            <a:r>
              <a:rPr lang="en-GB" noProof="0" dirty="0"/>
              <a:t>We make the histograms for each parameter, we find the median value and the interval </a:t>
            </a:r>
            <a:r>
              <a:rPr lang="en-GB" noProof="0" dirty="0" err="1"/>
              <a:t>corrisponding</a:t>
            </a:r>
            <a:r>
              <a:rPr lang="en-GB" noProof="0" dirty="0"/>
              <a:t> to 68% level of confidence</a:t>
            </a:r>
          </a:p>
        </p:txBody>
      </p:sp>
      <p:sp>
        <p:nvSpPr>
          <p:cNvPr id="2" name="CasellaDiTesto 1">
            <a:extLst>
              <a:ext uri="{FF2B5EF4-FFF2-40B4-BE49-F238E27FC236}">
                <a16:creationId xmlns:a16="http://schemas.microsoft.com/office/drawing/2014/main" id="{7AF8C996-0060-96F7-826D-A5B59B5CCB6B}"/>
              </a:ext>
            </a:extLst>
          </p:cNvPr>
          <p:cNvSpPr txBox="1"/>
          <p:nvPr/>
        </p:nvSpPr>
        <p:spPr>
          <a:xfrm>
            <a:off x="6688476" y="2178121"/>
            <a:ext cx="2630185" cy="369332"/>
          </a:xfrm>
          <a:prstGeom prst="rect">
            <a:avLst/>
          </a:prstGeom>
          <a:noFill/>
        </p:spPr>
        <p:txBody>
          <a:bodyPr wrap="square" rtlCol="0">
            <a:spAutoFit/>
          </a:bodyPr>
          <a:lstStyle/>
          <a:p>
            <a:r>
              <a:rPr lang="en-GB" noProof="0" dirty="0"/>
              <a:t>Hist par </a:t>
            </a:r>
            <a:r>
              <a:rPr lang="en-GB" noProof="0" dirty="0" err="1"/>
              <a:t>img</a:t>
            </a:r>
            <a:endParaRPr lang="en-GB" noProof="0" dirty="0"/>
          </a:p>
        </p:txBody>
      </p:sp>
    </p:spTree>
    <p:extLst>
      <p:ext uri="{BB962C8B-B14F-4D97-AF65-F5344CB8AC3E}">
        <p14:creationId xmlns:p14="http://schemas.microsoft.com/office/powerpoint/2010/main" val="902720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2DF931F-0CE4-A645-A0BF-7F3424E181B3}"/>
              </a:ext>
            </a:extLst>
          </p:cNvPr>
          <p:cNvSpPr>
            <a:spLocks noGrp="1"/>
          </p:cNvSpPr>
          <p:nvPr>
            <p:ph type="title"/>
          </p:nvPr>
        </p:nvSpPr>
        <p:spPr/>
        <p:txBody>
          <a:bodyPr/>
          <a:lstStyle/>
          <a:p>
            <a:endParaRPr lang="en-GB" noProof="0" dirty="0"/>
          </a:p>
        </p:txBody>
      </p:sp>
      <mc:AlternateContent xmlns:mc="http://schemas.openxmlformats.org/markup-compatibility/2006">
        <mc:Choice xmlns:a14="http://schemas.microsoft.com/office/drawing/2010/main" Requires="a14">
          <p:graphicFrame>
            <p:nvGraphicFramePr>
              <p:cNvPr id="4" name="Tabella 3">
                <a:extLst>
                  <a:ext uri="{FF2B5EF4-FFF2-40B4-BE49-F238E27FC236}">
                    <a16:creationId xmlns:a16="http://schemas.microsoft.com/office/drawing/2014/main" id="{AE0AB884-D705-0F16-784C-E77C80F014EF}"/>
                  </a:ext>
                </a:extLst>
              </p:cNvPr>
              <p:cNvGraphicFramePr>
                <a:graphicFrameLocks noGrp="1"/>
              </p:cNvGraphicFramePr>
              <p:nvPr>
                <p:extLst>
                  <p:ext uri="{D42A27DB-BD31-4B8C-83A1-F6EECF244321}">
                    <p14:modId xmlns:p14="http://schemas.microsoft.com/office/powerpoint/2010/main" val="3367083162"/>
                  </p:ext>
                </p:extLst>
              </p:nvPr>
            </p:nvGraphicFramePr>
            <p:xfrm>
              <a:off x="1918984" y="2687320"/>
              <a:ext cx="8128000" cy="111855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500066530"/>
                        </a:ext>
                      </a:extLst>
                    </a:gridCol>
                    <a:gridCol w="1625600">
                      <a:extLst>
                        <a:ext uri="{9D8B030D-6E8A-4147-A177-3AD203B41FA5}">
                          <a16:colId xmlns:a16="http://schemas.microsoft.com/office/drawing/2014/main" val="1819855302"/>
                        </a:ext>
                      </a:extLst>
                    </a:gridCol>
                    <a:gridCol w="1625600">
                      <a:extLst>
                        <a:ext uri="{9D8B030D-6E8A-4147-A177-3AD203B41FA5}">
                          <a16:colId xmlns:a16="http://schemas.microsoft.com/office/drawing/2014/main" val="4011376178"/>
                        </a:ext>
                      </a:extLst>
                    </a:gridCol>
                    <a:gridCol w="1625600">
                      <a:extLst>
                        <a:ext uri="{9D8B030D-6E8A-4147-A177-3AD203B41FA5}">
                          <a16:colId xmlns:a16="http://schemas.microsoft.com/office/drawing/2014/main" val="1305298267"/>
                        </a:ext>
                      </a:extLst>
                    </a:gridCol>
                    <a:gridCol w="1625600">
                      <a:extLst>
                        <a:ext uri="{9D8B030D-6E8A-4147-A177-3AD203B41FA5}">
                          <a16:colId xmlns:a16="http://schemas.microsoft.com/office/drawing/2014/main" val="4118232767"/>
                        </a:ext>
                      </a:extLst>
                    </a:gridCol>
                  </a:tblGrid>
                  <a:tr h="370840">
                    <a:tc>
                      <a:txBody>
                        <a:bodyPr/>
                        <a:lstStyle/>
                        <a:p>
                          <a:pPr/>
                          <a14:m>
                            <m:oMathPara xmlns:m="http://schemas.openxmlformats.org/officeDocument/2006/math">
                              <m:oMathParaPr>
                                <m:jc m:val="centerGroup"/>
                              </m:oMathParaPr>
                              <m:oMath xmlns:m="http://schemas.openxmlformats.org/officeDocument/2006/math">
                                <m:r>
                                  <a:rPr lang="en-GB" b="1" i="1" noProof="0" smtClean="0">
                                    <a:latin typeface="Cambria Math" panose="02040503050406030204" pitchFamily="18" charset="0"/>
                                  </a:rPr>
                                  <m:t>𝒘</m:t>
                                </m:r>
                              </m:oMath>
                            </m:oMathPara>
                          </a14:m>
                          <a:endParaRPr lang="en-GB"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GB" b="1" i="1" noProof="0" smtClean="0">
                                        <a:latin typeface="Cambria Math" panose="02040503050406030204" pitchFamily="18" charset="0"/>
                                      </a:rPr>
                                    </m:ctrlPr>
                                  </m:sSubPr>
                                  <m:e>
                                    <m:r>
                                      <a:rPr lang="en-GB" b="1" i="1" noProof="0" smtClean="0">
                                        <a:latin typeface="Cambria Math" panose="02040503050406030204" pitchFamily="18" charset="0"/>
                                      </a:rPr>
                                      <m:t>𝝁</m:t>
                                    </m:r>
                                  </m:e>
                                  <m:sub>
                                    <m:r>
                                      <a:rPr lang="en-GB" b="1" i="1" noProof="0" smtClean="0">
                                        <a:latin typeface="Cambria Math" panose="02040503050406030204" pitchFamily="18" charset="0"/>
                                      </a:rPr>
                                      <m:t>𝟏</m:t>
                                    </m:r>
                                  </m:sub>
                                </m:sSub>
                              </m:oMath>
                            </m:oMathPara>
                          </a14:m>
                          <a:endParaRPr lang="en-GB" b="1" noProof="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b="1" i="1" noProof="0" smtClean="0">
                                        <a:latin typeface="Cambria Math" panose="02040503050406030204" pitchFamily="18" charset="0"/>
                                      </a:rPr>
                                    </m:ctrlPr>
                                  </m:sSubPr>
                                  <m:e>
                                    <m:r>
                                      <a:rPr lang="en-GB" b="1" i="1" noProof="0" smtClean="0">
                                        <a:latin typeface="Cambria Math" panose="02040503050406030204" pitchFamily="18" charset="0"/>
                                      </a:rPr>
                                      <m:t>𝝈</m:t>
                                    </m:r>
                                  </m:e>
                                  <m:sub>
                                    <m:r>
                                      <a:rPr lang="en-GB" b="1" i="1" noProof="0" smtClean="0">
                                        <a:latin typeface="Cambria Math" panose="02040503050406030204" pitchFamily="18" charset="0"/>
                                      </a:rPr>
                                      <m:t>𝟏</m:t>
                                    </m:r>
                                  </m:sub>
                                </m:sSub>
                              </m:oMath>
                            </m:oMathPara>
                          </a14:m>
                          <a:endParaRPr lang="en-GB"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GB" b="1" i="1" noProof="0" smtClean="0">
                                        <a:latin typeface="Cambria Math" panose="02040503050406030204" pitchFamily="18" charset="0"/>
                                      </a:rPr>
                                    </m:ctrlPr>
                                  </m:sSubPr>
                                  <m:e>
                                    <m:r>
                                      <a:rPr lang="en-GB" b="1" i="1" noProof="0" smtClean="0">
                                        <a:latin typeface="Cambria Math" panose="02040503050406030204" pitchFamily="18" charset="0"/>
                                      </a:rPr>
                                      <m:t>𝝁</m:t>
                                    </m:r>
                                  </m:e>
                                  <m:sub>
                                    <m:r>
                                      <a:rPr lang="en-GB" b="1" i="1" noProof="0" smtClean="0">
                                        <a:latin typeface="Cambria Math" panose="02040503050406030204" pitchFamily="18" charset="0"/>
                                      </a:rPr>
                                      <m:t>𝟐</m:t>
                                    </m:r>
                                  </m:sub>
                                </m:sSub>
                              </m:oMath>
                            </m:oMathPara>
                          </a14:m>
                          <a:endParaRPr lang="en-GB"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GB" b="1" i="1" noProof="0" smtClean="0">
                                        <a:latin typeface="Cambria Math" panose="02040503050406030204" pitchFamily="18" charset="0"/>
                                      </a:rPr>
                                    </m:ctrlPr>
                                  </m:sSubPr>
                                  <m:e>
                                    <m:r>
                                      <a:rPr lang="en-GB" b="1" i="1" noProof="0" smtClean="0">
                                        <a:latin typeface="Cambria Math" panose="02040503050406030204" pitchFamily="18" charset="0"/>
                                      </a:rPr>
                                      <m:t>𝝈</m:t>
                                    </m:r>
                                  </m:e>
                                  <m:sub>
                                    <m:r>
                                      <a:rPr lang="en-GB" b="1" i="1" noProof="0" smtClean="0">
                                        <a:latin typeface="Cambria Math" panose="02040503050406030204" pitchFamily="18" charset="0"/>
                                      </a:rPr>
                                      <m:t>𝟐</m:t>
                                    </m:r>
                                  </m:sub>
                                </m:sSub>
                              </m:oMath>
                            </m:oMathPara>
                          </a14:m>
                          <a:endParaRPr lang="en-GB" b="1" noProof="0" dirty="0"/>
                        </a:p>
                      </a:txBody>
                      <a:tcPr/>
                    </a:tc>
                    <a:extLst>
                      <a:ext uri="{0D108BD9-81ED-4DB2-BD59-A6C34878D82A}">
                        <a16:rowId xmlns:a16="http://schemas.microsoft.com/office/drawing/2014/main" val="235488845"/>
                      </a:ext>
                    </a:extLst>
                  </a:tr>
                  <a:tr h="370840">
                    <a:tc>
                      <a:txBody>
                        <a:bodyPr/>
                        <a:lstStyle/>
                        <a:p>
                          <a:pPr/>
                          <a14:m>
                            <m:oMathPara xmlns:m="http://schemas.openxmlformats.org/officeDocument/2006/math">
                              <m:oMathParaPr>
                                <m:jc m:val="centerGroup"/>
                              </m:oMathParaPr>
                              <m:oMath xmlns:m="http://schemas.openxmlformats.org/officeDocument/2006/math">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0.326</m:t>
                                    </m:r>
                                  </m:e>
                                  <m:sub>
                                    <m:r>
                                      <a:rPr lang="en-GB" i="1" noProof="0" smtClean="0">
                                        <a:latin typeface="Cambria Math" panose="02040503050406030204" pitchFamily="18" charset="0"/>
                                      </a:rPr>
                                      <m:t>−0.020</m:t>
                                    </m:r>
                                  </m:sub>
                                  <m:sup>
                                    <m:r>
                                      <a:rPr lang="en-GB" i="1" noProof="0" smtClean="0">
                                        <a:latin typeface="Cambria Math" panose="02040503050406030204" pitchFamily="18" charset="0"/>
                                      </a:rPr>
                                      <m:t>+0.024</m:t>
                                    </m:r>
                                  </m:sup>
                                </m:sSubSup>
                              </m:oMath>
                            </m:oMathPara>
                          </a14:m>
                          <a:endParaRPr lang="en-GB" noProof="0" dirty="0"/>
                        </a:p>
                      </a:txBody>
                      <a:tcPr/>
                    </a:tc>
                    <a:tc>
                      <a:txBody>
                        <a:bodyPr/>
                        <a:lstStyle/>
                        <a:p>
                          <a:pPr/>
                          <a14:m>
                            <m:oMathPara xmlns:m="http://schemas.openxmlformats.org/officeDocument/2006/math">
                              <m:oMathParaPr>
                                <m:jc m:val="centerGroup"/>
                              </m:oMathParaPr>
                              <m:oMath xmlns:m="http://schemas.openxmlformats.org/officeDocument/2006/math">
                                <m:r>
                                  <a:rPr lang="en-GB" i="1" noProof="0" smtClean="0">
                                    <a:latin typeface="Cambria Math" panose="02040503050406030204" pitchFamily="18" charset="0"/>
                                  </a:rPr>
                                  <m:t>−</m:t>
                                </m:r>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0.18</m:t>
                                    </m:r>
                                  </m:e>
                                  <m:sub>
                                    <m:r>
                                      <a:rPr lang="en-GB" i="1" noProof="0" smtClean="0">
                                        <a:latin typeface="Cambria Math" panose="02040503050406030204" pitchFamily="18" charset="0"/>
                                      </a:rPr>
                                      <m:t>−0.14</m:t>
                                    </m:r>
                                  </m:sub>
                                  <m:sup>
                                    <m:r>
                                      <a:rPr lang="en-GB" i="1" noProof="0" smtClean="0">
                                        <a:latin typeface="Cambria Math" panose="02040503050406030204" pitchFamily="18" charset="0"/>
                                      </a:rPr>
                                      <m:t>+0.15</m:t>
                                    </m:r>
                                  </m:sup>
                                </m:sSubSup>
                              </m:oMath>
                            </m:oMathPara>
                          </a14:m>
                          <a:endParaRPr lang="en-GB"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1.48</m:t>
                                    </m:r>
                                  </m:e>
                                  <m:sub>
                                    <m:r>
                                      <a:rPr lang="en-GB" i="1" noProof="0" smtClean="0">
                                        <a:latin typeface="Cambria Math" panose="02040503050406030204" pitchFamily="18" charset="0"/>
                                      </a:rPr>
                                      <m:t>−0.10</m:t>
                                    </m:r>
                                  </m:sub>
                                  <m:sup>
                                    <m:r>
                                      <a:rPr lang="en-GB" i="1" noProof="0" smtClean="0">
                                        <a:latin typeface="Cambria Math" panose="02040503050406030204" pitchFamily="18" charset="0"/>
                                      </a:rPr>
                                      <m:t>+0.12</m:t>
                                    </m:r>
                                  </m:sup>
                                </m:sSubSup>
                              </m:oMath>
                            </m:oMathPara>
                          </a14:m>
                          <a:endParaRPr lang="en-GB"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3.56</m:t>
                                    </m:r>
                                  </m:e>
                                  <m:sub>
                                    <m:r>
                                      <a:rPr lang="en-GB" i="1" noProof="0" smtClean="0">
                                        <a:latin typeface="Cambria Math" panose="02040503050406030204" pitchFamily="18" charset="0"/>
                                      </a:rPr>
                                      <m:t>−0.050</m:t>
                                    </m:r>
                                  </m:sub>
                                  <m:sup>
                                    <m:r>
                                      <a:rPr lang="en-GB" i="1" noProof="0" smtClean="0">
                                        <a:latin typeface="Cambria Math" panose="02040503050406030204" pitchFamily="18" charset="0"/>
                                      </a:rPr>
                                      <m:t>+0.048</m:t>
                                    </m:r>
                                  </m:sup>
                                </m:sSubSup>
                              </m:oMath>
                            </m:oMathPara>
                          </a14:m>
                          <a:endParaRPr lang="en-GB"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GB" i="1" noProof="0" smtClean="0">
                                        <a:latin typeface="Cambria Math" panose="02040503050406030204" pitchFamily="18" charset="0"/>
                                      </a:rPr>
                                    </m:ctrlPr>
                                  </m:sSubSupPr>
                                  <m:e>
                                    <m:r>
                                      <a:rPr lang="en-GB" i="1" noProof="0" smtClean="0">
                                        <a:latin typeface="Cambria Math" panose="02040503050406030204" pitchFamily="18" charset="0"/>
                                      </a:rPr>
                                      <m:t>0.982</m:t>
                                    </m:r>
                                  </m:e>
                                  <m:sub>
                                    <m:r>
                                      <a:rPr lang="en-GB" i="1" noProof="0" smtClean="0">
                                        <a:latin typeface="Cambria Math" panose="02040503050406030204" pitchFamily="18" charset="0"/>
                                      </a:rPr>
                                      <m:t>−0.033</m:t>
                                    </m:r>
                                  </m:sub>
                                  <m:sup>
                                    <m:r>
                                      <a:rPr lang="en-GB" i="1" noProof="0" smtClean="0">
                                        <a:latin typeface="Cambria Math" panose="02040503050406030204" pitchFamily="18" charset="0"/>
                                      </a:rPr>
                                      <m:t>+0.035</m:t>
                                    </m:r>
                                  </m:sup>
                                </m:sSubSup>
                              </m:oMath>
                            </m:oMathPara>
                          </a14:m>
                          <a:endParaRPr lang="en-GB" noProof="0" dirty="0"/>
                        </a:p>
                      </a:txBody>
                      <a:tcPr/>
                    </a:tc>
                    <a:extLst>
                      <a:ext uri="{0D108BD9-81ED-4DB2-BD59-A6C34878D82A}">
                        <a16:rowId xmlns:a16="http://schemas.microsoft.com/office/drawing/2014/main" val="3320676961"/>
                      </a:ext>
                    </a:extLst>
                  </a:tr>
                  <a:tr h="370840">
                    <a:tc>
                      <a:txBody>
                        <a:bodyPr/>
                        <a:lstStyle/>
                        <a:p>
                          <a:endParaRPr lang="en-GB" noProof="0" dirty="0"/>
                        </a:p>
                      </a:txBody>
                      <a:tcPr/>
                    </a:tc>
                    <a:tc>
                      <a:txBody>
                        <a:bodyPr/>
                        <a:lstStyle/>
                        <a:p>
                          <a:endParaRPr lang="en-GB" noProof="0" dirty="0"/>
                        </a:p>
                      </a:txBody>
                      <a:tcPr/>
                    </a:tc>
                    <a:tc>
                      <a:txBody>
                        <a:bodyPr/>
                        <a:lstStyle/>
                        <a:p>
                          <a:endParaRPr lang="en-GB" noProof="0" dirty="0"/>
                        </a:p>
                      </a:txBody>
                      <a:tcPr/>
                    </a:tc>
                    <a:tc>
                      <a:txBody>
                        <a:bodyPr/>
                        <a:lstStyle/>
                        <a:p>
                          <a:endParaRPr lang="en-GB" noProof="0" dirty="0"/>
                        </a:p>
                      </a:txBody>
                      <a:tcPr/>
                    </a:tc>
                    <a:tc>
                      <a:txBody>
                        <a:bodyPr/>
                        <a:lstStyle/>
                        <a:p>
                          <a:endParaRPr lang="en-GB" noProof="0" dirty="0"/>
                        </a:p>
                      </a:txBody>
                      <a:tcPr/>
                    </a:tc>
                    <a:extLst>
                      <a:ext uri="{0D108BD9-81ED-4DB2-BD59-A6C34878D82A}">
                        <a16:rowId xmlns:a16="http://schemas.microsoft.com/office/drawing/2014/main" val="3412315347"/>
                      </a:ext>
                    </a:extLst>
                  </a:tr>
                </a:tbl>
              </a:graphicData>
            </a:graphic>
          </p:graphicFrame>
        </mc:Choice>
        <mc:Fallback>
          <p:graphicFrame>
            <p:nvGraphicFramePr>
              <p:cNvPr id="4" name="Tabella 3">
                <a:extLst>
                  <a:ext uri="{FF2B5EF4-FFF2-40B4-BE49-F238E27FC236}">
                    <a16:creationId xmlns:a16="http://schemas.microsoft.com/office/drawing/2014/main" id="{AE0AB884-D705-0F16-784C-E77C80F014EF}"/>
                  </a:ext>
                </a:extLst>
              </p:cNvPr>
              <p:cNvGraphicFramePr>
                <a:graphicFrameLocks noGrp="1"/>
              </p:cNvGraphicFramePr>
              <p:nvPr>
                <p:extLst>
                  <p:ext uri="{D42A27DB-BD31-4B8C-83A1-F6EECF244321}">
                    <p14:modId xmlns:p14="http://schemas.microsoft.com/office/powerpoint/2010/main" val="3367083162"/>
                  </p:ext>
                </p:extLst>
              </p:nvPr>
            </p:nvGraphicFramePr>
            <p:xfrm>
              <a:off x="1918984" y="2687320"/>
              <a:ext cx="8128000" cy="111855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500066530"/>
                        </a:ext>
                      </a:extLst>
                    </a:gridCol>
                    <a:gridCol w="1625600">
                      <a:extLst>
                        <a:ext uri="{9D8B030D-6E8A-4147-A177-3AD203B41FA5}">
                          <a16:colId xmlns:a16="http://schemas.microsoft.com/office/drawing/2014/main" val="1819855302"/>
                        </a:ext>
                      </a:extLst>
                    </a:gridCol>
                    <a:gridCol w="1625600">
                      <a:extLst>
                        <a:ext uri="{9D8B030D-6E8A-4147-A177-3AD203B41FA5}">
                          <a16:colId xmlns:a16="http://schemas.microsoft.com/office/drawing/2014/main" val="4011376178"/>
                        </a:ext>
                      </a:extLst>
                    </a:gridCol>
                    <a:gridCol w="1625600">
                      <a:extLst>
                        <a:ext uri="{9D8B030D-6E8A-4147-A177-3AD203B41FA5}">
                          <a16:colId xmlns:a16="http://schemas.microsoft.com/office/drawing/2014/main" val="1305298267"/>
                        </a:ext>
                      </a:extLst>
                    </a:gridCol>
                    <a:gridCol w="1625600">
                      <a:extLst>
                        <a:ext uri="{9D8B030D-6E8A-4147-A177-3AD203B41FA5}">
                          <a16:colId xmlns:a16="http://schemas.microsoft.com/office/drawing/2014/main" val="4118232767"/>
                        </a:ext>
                      </a:extLst>
                    </a:gridCol>
                  </a:tblGrid>
                  <a:tr h="370840">
                    <a:tc>
                      <a:txBody>
                        <a:bodyPr/>
                        <a:lstStyle/>
                        <a:p>
                          <a:endParaRPr lang="it-IT"/>
                        </a:p>
                      </a:txBody>
                      <a:tcPr>
                        <a:blipFill>
                          <a:blip r:embed="rId2"/>
                          <a:stretch>
                            <a:fillRect l="-375" t="-1639" r="-401498" b="-206557"/>
                          </a:stretch>
                        </a:blipFill>
                      </a:tcPr>
                    </a:tc>
                    <a:tc>
                      <a:txBody>
                        <a:bodyPr/>
                        <a:lstStyle/>
                        <a:p>
                          <a:endParaRPr lang="it-IT"/>
                        </a:p>
                      </a:txBody>
                      <a:tcPr>
                        <a:blipFill>
                          <a:blip r:embed="rId2"/>
                          <a:stretch>
                            <a:fillRect l="-100375" t="-1639" r="-301498" b="-206557"/>
                          </a:stretch>
                        </a:blipFill>
                      </a:tcPr>
                    </a:tc>
                    <a:tc>
                      <a:txBody>
                        <a:bodyPr/>
                        <a:lstStyle/>
                        <a:p>
                          <a:endParaRPr lang="it-IT"/>
                        </a:p>
                      </a:txBody>
                      <a:tcPr>
                        <a:blipFill>
                          <a:blip r:embed="rId2"/>
                          <a:stretch>
                            <a:fillRect l="-200375" t="-1639" r="-201498" b="-206557"/>
                          </a:stretch>
                        </a:blipFill>
                      </a:tcPr>
                    </a:tc>
                    <a:tc>
                      <a:txBody>
                        <a:bodyPr/>
                        <a:lstStyle/>
                        <a:p>
                          <a:endParaRPr lang="it-IT"/>
                        </a:p>
                      </a:txBody>
                      <a:tcPr>
                        <a:blipFill>
                          <a:blip r:embed="rId2"/>
                          <a:stretch>
                            <a:fillRect l="-300375" t="-1639" r="-101498" b="-206557"/>
                          </a:stretch>
                        </a:blipFill>
                      </a:tcPr>
                    </a:tc>
                    <a:tc>
                      <a:txBody>
                        <a:bodyPr/>
                        <a:lstStyle/>
                        <a:p>
                          <a:endParaRPr lang="it-IT"/>
                        </a:p>
                      </a:txBody>
                      <a:tcPr>
                        <a:blipFill>
                          <a:blip r:embed="rId2"/>
                          <a:stretch>
                            <a:fillRect l="-400375" t="-1639" r="-1498" b="-206557"/>
                          </a:stretch>
                        </a:blipFill>
                      </a:tcPr>
                    </a:tc>
                    <a:extLst>
                      <a:ext uri="{0D108BD9-81ED-4DB2-BD59-A6C34878D82A}">
                        <a16:rowId xmlns:a16="http://schemas.microsoft.com/office/drawing/2014/main" val="235488845"/>
                      </a:ext>
                    </a:extLst>
                  </a:tr>
                  <a:tr h="376873">
                    <a:tc>
                      <a:txBody>
                        <a:bodyPr/>
                        <a:lstStyle/>
                        <a:p>
                          <a:endParaRPr lang="it-IT"/>
                        </a:p>
                      </a:txBody>
                      <a:tcPr>
                        <a:blipFill>
                          <a:blip r:embed="rId2"/>
                          <a:stretch>
                            <a:fillRect l="-375" t="-98413" r="-401498" b="-100000"/>
                          </a:stretch>
                        </a:blipFill>
                      </a:tcPr>
                    </a:tc>
                    <a:tc>
                      <a:txBody>
                        <a:bodyPr/>
                        <a:lstStyle/>
                        <a:p>
                          <a:endParaRPr lang="it-IT"/>
                        </a:p>
                      </a:txBody>
                      <a:tcPr>
                        <a:blipFill>
                          <a:blip r:embed="rId2"/>
                          <a:stretch>
                            <a:fillRect l="-100375" t="-98413" r="-301498" b="-100000"/>
                          </a:stretch>
                        </a:blipFill>
                      </a:tcPr>
                    </a:tc>
                    <a:tc>
                      <a:txBody>
                        <a:bodyPr/>
                        <a:lstStyle/>
                        <a:p>
                          <a:endParaRPr lang="it-IT"/>
                        </a:p>
                      </a:txBody>
                      <a:tcPr>
                        <a:blipFill>
                          <a:blip r:embed="rId2"/>
                          <a:stretch>
                            <a:fillRect l="-200375" t="-98413" r="-201498" b="-100000"/>
                          </a:stretch>
                        </a:blipFill>
                      </a:tcPr>
                    </a:tc>
                    <a:tc>
                      <a:txBody>
                        <a:bodyPr/>
                        <a:lstStyle/>
                        <a:p>
                          <a:endParaRPr lang="it-IT"/>
                        </a:p>
                      </a:txBody>
                      <a:tcPr>
                        <a:blipFill>
                          <a:blip r:embed="rId2"/>
                          <a:stretch>
                            <a:fillRect l="-300375" t="-98413" r="-101498" b="-100000"/>
                          </a:stretch>
                        </a:blipFill>
                      </a:tcPr>
                    </a:tc>
                    <a:tc>
                      <a:txBody>
                        <a:bodyPr/>
                        <a:lstStyle/>
                        <a:p>
                          <a:endParaRPr lang="it-IT"/>
                        </a:p>
                      </a:txBody>
                      <a:tcPr>
                        <a:blipFill>
                          <a:blip r:embed="rId2"/>
                          <a:stretch>
                            <a:fillRect l="-400375" t="-98413" r="-1498" b="-100000"/>
                          </a:stretch>
                        </a:blipFill>
                      </a:tcPr>
                    </a:tc>
                    <a:extLst>
                      <a:ext uri="{0D108BD9-81ED-4DB2-BD59-A6C34878D82A}">
                        <a16:rowId xmlns:a16="http://schemas.microsoft.com/office/drawing/2014/main" val="3320676961"/>
                      </a:ext>
                    </a:extLst>
                  </a:tr>
                  <a:tr h="370840">
                    <a:tc>
                      <a:txBody>
                        <a:bodyPr/>
                        <a:lstStyle/>
                        <a:p>
                          <a:endParaRPr lang="en-GB" noProof="0" dirty="0"/>
                        </a:p>
                      </a:txBody>
                      <a:tcPr/>
                    </a:tc>
                    <a:tc>
                      <a:txBody>
                        <a:bodyPr/>
                        <a:lstStyle/>
                        <a:p>
                          <a:endParaRPr lang="en-GB" noProof="0" dirty="0"/>
                        </a:p>
                      </a:txBody>
                      <a:tcPr/>
                    </a:tc>
                    <a:tc>
                      <a:txBody>
                        <a:bodyPr/>
                        <a:lstStyle/>
                        <a:p>
                          <a:endParaRPr lang="en-GB" noProof="0" dirty="0"/>
                        </a:p>
                      </a:txBody>
                      <a:tcPr/>
                    </a:tc>
                    <a:tc>
                      <a:txBody>
                        <a:bodyPr/>
                        <a:lstStyle/>
                        <a:p>
                          <a:endParaRPr lang="en-GB" noProof="0" dirty="0"/>
                        </a:p>
                      </a:txBody>
                      <a:tcPr/>
                    </a:tc>
                    <a:tc>
                      <a:txBody>
                        <a:bodyPr/>
                        <a:lstStyle/>
                        <a:p>
                          <a:endParaRPr lang="en-GB" noProof="0" dirty="0"/>
                        </a:p>
                      </a:txBody>
                      <a:tcPr/>
                    </a:tc>
                    <a:extLst>
                      <a:ext uri="{0D108BD9-81ED-4DB2-BD59-A6C34878D82A}">
                        <a16:rowId xmlns:a16="http://schemas.microsoft.com/office/drawing/2014/main" val="3412315347"/>
                      </a:ext>
                    </a:extLst>
                  </a:tr>
                </a:tbl>
              </a:graphicData>
            </a:graphic>
          </p:graphicFrame>
        </mc:Fallback>
      </mc:AlternateContent>
    </p:spTree>
    <p:extLst>
      <p:ext uri="{BB962C8B-B14F-4D97-AF65-F5344CB8AC3E}">
        <p14:creationId xmlns:p14="http://schemas.microsoft.com/office/powerpoint/2010/main" val="22462162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026A7-7C5E-E914-F984-A40B37CCE10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D67CD9F1-19DB-7679-A1E8-A3FE1AAFC7BD}"/>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final model </a:t>
                </a:r>
              </a:p>
            </p:txBody>
          </p:sp>
        </mc:Choice>
        <mc:Fallback>
          <p:sp>
            <p:nvSpPr>
              <p:cNvPr id="4" name="Titolo 1">
                <a:extLst>
                  <a:ext uri="{FF2B5EF4-FFF2-40B4-BE49-F238E27FC236}">
                    <a16:creationId xmlns:a16="http://schemas.microsoft.com/office/drawing/2014/main" id="{D67CD9F1-19DB-7679-A1E8-A3FE1AAFC7BD}"/>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C02E9209-318D-37B3-6915-51823614E145}"/>
              </a:ext>
            </a:extLst>
          </p:cNvPr>
          <p:cNvSpPr txBox="1"/>
          <p:nvPr/>
        </p:nvSpPr>
        <p:spPr>
          <a:xfrm>
            <a:off x="642938" y="1517151"/>
            <a:ext cx="3387047" cy="3139321"/>
          </a:xfrm>
          <a:prstGeom prst="rect">
            <a:avLst/>
          </a:prstGeom>
          <a:noFill/>
        </p:spPr>
        <p:txBody>
          <a:bodyPr wrap="square" rtlCol="0">
            <a:spAutoFit/>
          </a:bodyPr>
          <a:lstStyle/>
          <a:p>
            <a:r>
              <a:rPr lang="en-GB" noProof="0" dirty="0"/>
              <a:t>Finally we look at the final model, computed as the median of the models computed on each sample (and not the model on the median values) and we also plot the interval </a:t>
            </a:r>
            <a:r>
              <a:rPr lang="en-GB" noProof="0" dirty="0" err="1"/>
              <a:t>corrisponding</a:t>
            </a:r>
            <a:r>
              <a:rPr lang="en-GB" noProof="0" dirty="0"/>
              <a:t> to 68% level of confidence. We also show the two </a:t>
            </a:r>
            <a:r>
              <a:rPr lang="en-GB" noProof="0" dirty="0" err="1"/>
              <a:t>separete</a:t>
            </a:r>
            <a:r>
              <a:rPr lang="en-GB" noProof="0" dirty="0"/>
              <a:t> components of the model</a:t>
            </a:r>
          </a:p>
        </p:txBody>
      </p:sp>
      <p:sp>
        <p:nvSpPr>
          <p:cNvPr id="2" name="CasellaDiTesto 1">
            <a:extLst>
              <a:ext uri="{FF2B5EF4-FFF2-40B4-BE49-F238E27FC236}">
                <a16:creationId xmlns:a16="http://schemas.microsoft.com/office/drawing/2014/main" id="{A813098C-0858-D030-C73E-CCE714DEEA2F}"/>
              </a:ext>
            </a:extLst>
          </p:cNvPr>
          <p:cNvSpPr txBox="1"/>
          <p:nvPr/>
        </p:nvSpPr>
        <p:spPr>
          <a:xfrm>
            <a:off x="6688476" y="2178121"/>
            <a:ext cx="2630185" cy="369332"/>
          </a:xfrm>
          <a:prstGeom prst="rect">
            <a:avLst/>
          </a:prstGeom>
          <a:noFill/>
        </p:spPr>
        <p:txBody>
          <a:bodyPr wrap="square" rtlCol="0">
            <a:spAutoFit/>
          </a:bodyPr>
          <a:lstStyle/>
          <a:p>
            <a:r>
              <a:rPr lang="en-GB" noProof="0" dirty="0"/>
              <a:t>Final model </a:t>
            </a:r>
            <a:r>
              <a:rPr lang="en-GB" noProof="0" dirty="0" err="1"/>
              <a:t>img</a:t>
            </a:r>
            <a:endParaRPr lang="en-GB" noProof="0" dirty="0"/>
          </a:p>
        </p:txBody>
      </p:sp>
    </p:spTree>
    <p:extLst>
      <p:ext uri="{BB962C8B-B14F-4D97-AF65-F5344CB8AC3E}">
        <p14:creationId xmlns:p14="http://schemas.microsoft.com/office/powerpoint/2010/main" val="11967594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4848-BCDE-BE79-9846-0785787D787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635BCE01-13DF-C903-4E4A-E887A64201E3}"/>
                  </a:ext>
                </a:extLst>
              </p:cNvPr>
              <p:cNvSpPr>
                <a:spLocks noGrp="1"/>
              </p:cNvSpPr>
              <p:nvPr>
                <p:ph type="title"/>
              </p:nvPr>
            </p:nvSpPr>
            <p:spPr>
              <a:xfrm>
                <a:off x="642938" y="288925"/>
                <a:ext cx="10227120" cy="1235075"/>
              </a:xfrm>
            </p:spPr>
            <p:txBody>
              <a:bodyPr>
                <a:normAutofit/>
              </a:bodyPr>
              <a:lstStyle/>
              <a:p>
                <a:r>
                  <a:rPr lang="en-GB" noProof="0" dirty="0"/>
                  <a:t>Classification on </a:t>
                </a:r>
                <a14:m>
                  <m:oMath xmlns:m="http://schemas.openxmlformats.org/officeDocument/2006/math">
                    <m:func>
                      <m:funcPr>
                        <m:ctrlPr>
                          <a:rPr lang="en-GB" i="1" noProof="0" smtClean="0">
                            <a:latin typeface="Cambria Math" panose="02040503050406030204" pitchFamily="18" charset="0"/>
                          </a:rPr>
                        </m:ctrlPr>
                      </m:funcPr>
                      <m:fName>
                        <m:r>
                          <m:rPr>
                            <m:sty m:val="p"/>
                          </m:rPr>
                          <a:rPr lang="en-GB" noProof="0" smtClean="0">
                            <a:latin typeface="Cambria Math" panose="02040503050406030204" pitchFamily="18" charset="0"/>
                          </a:rPr>
                          <m:t>log</m:t>
                        </m:r>
                      </m:fName>
                      <m:e>
                        <m:d>
                          <m:dPr>
                            <m:ctrlPr>
                              <a:rPr lang="en-GB" i="1" noProof="0" smtClean="0">
                                <a:latin typeface="Cambria Math" panose="02040503050406030204" pitchFamily="18" charset="0"/>
                              </a:rPr>
                            </m:ctrlPr>
                          </m:dPr>
                          <m:e>
                            <m:sSub>
                              <m:sSubPr>
                                <m:ctrlPr>
                                  <a:rPr lang="en-GB" i="1" noProof="0">
                                    <a:latin typeface="Cambria Math" panose="02040503050406030204" pitchFamily="18" charset="0"/>
                                  </a:rPr>
                                </m:ctrlPr>
                              </m:sSubPr>
                              <m:e>
                                <m:r>
                                  <a:rPr lang="en-GB" i="1" noProof="0">
                                    <a:latin typeface="Cambria Math" panose="02040503050406030204" pitchFamily="18" charset="0"/>
                                  </a:rPr>
                                  <m:t>𝑇</m:t>
                                </m:r>
                              </m:e>
                              <m:sub>
                                <m:r>
                                  <a:rPr lang="en-GB" i="1" noProof="0">
                                    <a:latin typeface="Cambria Math" panose="02040503050406030204" pitchFamily="18" charset="0"/>
                                  </a:rPr>
                                  <m:t>9</m:t>
                                </m:r>
                                <m:r>
                                  <a:rPr lang="en-GB" i="1" noProof="0" smtClean="0">
                                    <a:latin typeface="Cambria Math" panose="02040503050406030204" pitchFamily="18" charset="0"/>
                                  </a:rPr>
                                  <m:t>0</m:t>
                                </m:r>
                              </m:sub>
                            </m:sSub>
                          </m:e>
                        </m:d>
                      </m:e>
                    </m:func>
                  </m:oMath>
                </a14:m>
                <a:r>
                  <a:rPr lang="en-GB" noProof="0" dirty="0"/>
                  <a:t> with errors </a:t>
                </a:r>
              </a:p>
            </p:txBody>
          </p:sp>
        </mc:Choice>
        <mc:Fallback>
          <p:sp>
            <p:nvSpPr>
              <p:cNvPr id="4" name="Titolo 1">
                <a:extLst>
                  <a:ext uri="{FF2B5EF4-FFF2-40B4-BE49-F238E27FC236}">
                    <a16:creationId xmlns:a16="http://schemas.microsoft.com/office/drawing/2014/main" id="{635BCE01-13DF-C903-4E4A-E887A64201E3}"/>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7F1FAD3D-7226-39C2-4F69-F003E58656CF}"/>
              </a:ext>
            </a:extLst>
          </p:cNvPr>
          <p:cNvSpPr txBox="1"/>
          <p:nvPr/>
        </p:nvSpPr>
        <p:spPr>
          <a:xfrm>
            <a:off x="642938" y="1517151"/>
            <a:ext cx="3387047" cy="369332"/>
          </a:xfrm>
          <a:prstGeom prst="rect">
            <a:avLst/>
          </a:prstGeom>
          <a:noFill/>
        </p:spPr>
        <p:txBody>
          <a:bodyPr wrap="square" rtlCol="0">
            <a:spAutoFit/>
          </a:bodyPr>
          <a:lstStyle/>
          <a:p>
            <a:r>
              <a:rPr lang="en-GB" noProof="0" dirty="0"/>
              <a:t>Consider </a:t>
            </a:r>
          </a:p>
        </p:txBody>
      </p:sp>
    </p:spTree>
    <p:extLst>
      <p:ext uri="{BB962C8B-B14F-4D97-AF65-F5344CB8AC3E}">
        <p14:creationId xmlns:p14="http://schemas.microsoft.com/office/powerpoint/2010/main" val="26510396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4B57A-6293-2976-B48B-555FE2F44DE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B18B03-F308-DD92-1281-8B17984DC3E6}"/>
              </a:ext>
            </a:extLst>
          </p:cNvPr>
          <p:cNvSpPr>
            <a:spLocks noGrp="1"/>
          </p:cNvSpPr>
          <p:nvPr>
            <p:ph type="title"/>
          </p:nvPr>
        </p:nvSpPr>
        <p:spPr/>
        <p:txBody>
          <a:bodyPr/>
          <a:lstStyle/>
          <a:p>
            <a:r>
              <a:rPr lang="en-GB" noProof="0" dirty="0"/>
              <a:t>Conclusions</a:t>
            </a:r>
          </a:p>
        </p:txBody>
      </p:sp>
      <p:sp>
        <p:nvSpPr>
          <p:cNvPr id="4" name="Segnaposto contenuto 4">
            <a:extLst>
              <a:ext uri="{FF2B5EF4-FFF2-40B4-BE49-F238E27FC236}">
                <a16:creationId xmlns:a16="http://schemas.microsoft.com/office/drawing/2014/main" id="{F9B62D35-990E-4023-5A62-EB1014B42B8B}"/>
              </a:ext>
            </a:extLst>
          </p:cNvPr>
          <p:cNvSpPr>
            <a:spLocks noGrp="1"/>
          </p:cNvSpPr>
          <p:nvPr>
            <p:ph idx="1"/>
          </p:nvPr>
        </p:nvSpPr>
        <p:spPr>
          <a:xfrm>
            <a:off x="642746" y="1714500"/>
            <a:ext cx="9625203" cy="4502149"/>
          </a:xfrm>
        </p:spPr>
        <p:txBody>
          <a:bodyPr>
            <a:normAutofit/>
          </a:bodyPr>
          <a:lstStyle/>
          <a:p>
            <a:pPr>
              <a:buSzPct val="90000"/>
              <a:buFont typeface="Wingdings" panose="05000000000000000000" pitchFamily="2" charset="2"/>
              <a:buChar char="Ø"/>
            </a:pPr>
            <a:r>
              <a:rPr lang="en-GB" sz="2400" noProof="0" dirty="0"/>
              <a:t> </a:t>
            </a:r>
          </a:p>
        </p:txBody>
      </p:sp>
    </p:spTree>
    <p:extLst>
      <p:ext uri="{BB962C8B-B14F-4D97-AF65-F5344CB8AC3E}">
        <p14:creationId xmlns:p14="http://schemas.microsoft.com/office/powerpoint/2010/main" val="9761202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FD0BC4E-0507-38A8-8010-BD9A0EBB1660}"/>
              </a:ext>
            </a:extLst>
          </p:cNvPr>
          <p:cNvSpPr>
            <a:spLocks noGrp="1"/>
          </p:cNvSpPr>
          <p:nvPr>
            <p:ph type="title"/>
          </p:nvPr>
        </p:nvSpPr>
        <p:spPr/>
        <p:txBody>
          <a:bodyPr/>
          <a:lstStyle/>
          <a:p>
            <a:r>
              <a:rPr lang="en-GB" noProof="0" dirty="0" err="1"/>
              <a:t>Bibliografia</a:t>
            </a:r>
            <a:endParaRPr lang="en-GB" noProof="0" dirty="0"/>
          </a:p>
        </p:txBody>
      </p:sp>
      <p:sp>
        <p:nvSpPr>
          <p:cNvPr id="3" name="Segnaposto contenuto 2">
            <a:extLst>
              <a:ext uri="{FF2B5EF4-FFF2-40B4-BE49-F238E27FC236}">
                <a16:creationId xmlns:a16="http://schemas.microsoft.com/office/drawing/2014/main" id="{7BAC323B-B885-CD5A-7BAD-38DB1BA09399}"/>
              </a:ext>
            </a:extLst>
          </p:cNvPr>
          <p:cNvSpPr>
            <a:spLocks noGrp="1"/>
          </p:cNvSpPr>
          <p:nvPr>
            <p:ph idx="1"/>
          </p:nvPr>
        </p:nvSpPr>
        <p:spPr>
          <a:xfrm>
            <a:off x="642746" y="1417833"/>
            <a:ext cx="9826620" cy="5301465"/>
          </a:xfrm>
        </p:spPr>
        <p:txBody>
          <a:bodyPr>
            <a:normAutofit/>
          </a:bodyPr>
          <a:lstStyle/>
          <a:p>
            <a:pPr marL="0" indent="0">
              <a:buNone/>
            </a:pPr>
            <a:r>
              <a:rPr lang="en-GB" sz="2000" noProof="0" dirty="0" err="1">
                <a:solidFill>
                  <a:schemeClr val="tx1">
                    <a:lumMod val="95000"/>
                  </a:schemeClr>
                </a:solidFill>
              </a:rPr>
              <a:t>Questo</a:t>
            </a:r>
            <a:r>
              <a:rPr lang="en-GB" sz="2000" noProof="0" dirty="0">
                <a:solidFill>
                  <a:schemeClr val="tx1">
                    <a:lumMod val="95000"/>
                  </a:schemeClr>
                </a:solidFill>
              </a:rPr>
              <a:t> </a:t>
            </a:r>
            <a:r>
              <a:rPr lang="en-GB" sz="2000" noProof="0" dirty="0" err="1">
                <a:solidFill>
                  <a:schemeClr val="tx1">
                    <a:lumMod val="95000"/>
                  </a:schemeClr>
                </a:solidFill>
              </a:rPr>
              <a:t>articolo</a:t>
            </a:r>
            <a:r>
              <a:rPr lang="en-GB" sz="2000" noProof="0" dirty="0">
                <a:solidFill>
                  <a:schemeClr val="tx1">
                    <a:lumMod val="95000"/>
                  </a:schemeClr>
                </a:solidFill>
              </a:rPr>
              <a:t>: </a:t>
            </a:r>
            <a:r>
              <a:rPr lang="en-GB" sz="2000" noProof="0" dirty="0"/>
              <a:t>H. Alfvén, Magneto hydrodynamic waves, and the heating of the solar corona, Monthly Notices of the Royal Astronomical Society </a:t>
            </a:r>
            <a:r>
              <a:rPr lang="en-GB" sz="2000" b="1" noProof="0" dirty="0"/>
              <a:t>107</a:t>
            </a:r>
            <a:r>
              <a:rPr lang="en-GB" sz="2000" noProof="0" dirty="0"/>
              <a:t>, 211 (1947).</a:t>
            </a:r>
          </a:p>
          <a:p>
            <a:pPr marL="0" indent="0">
              <a:buNone/>
            </a:pPr>
            <a:endParaRPr lang="en-GB" sz="2000" noProof="0" dirty="0"/>
          </a:p>
          <a:p>
            <a:pPr marL="0" indent="0">
              <a:buNone/>
            </a:pPr>
            <a:r>
              <a:rPr lang="en-GB" sz="2000" noProof="0" dirty="0"/>
              <a:t>[1]: H. Alfven, On the existence of electromagnetic-hydro· dynamic waves., Ark. Mat. </a:t>
            </a:r>
            <a:r>
              <a:rPr lang="en-GB" sz="2000" noProof="0" dirty="0" err="1"/>
              <a:t>Astr</a:t>
            </a:r>
            <a:r>
              <a:rPr lang="en-GB" sz="2000" noProof="0" dirty="0"/>
              <a:t>. Fys.t </a:t>
            </a:r>
            <a:r>
              <a:rPr lang="en-GB" sz="2000" b="1" noProof="0" dirty="0"/>
              <a:t>29B</a:t>
            </a:r>
            <a:r>
              <a:rPr lang="en-GB" sz="2000" noProof="0" dirty="0"/>
              <a:t>, (1942). </a:t>
            </a:r>
          </a:p>
          <a:p>
            <a:pPr marL="0" indent="0">
              <a:buNone/>
            </a:pPr>
            <a:endParaRPr lang="en-GB" sz="2000" noProof="0" dirty="0"/>
          </a:p>
          <a:p>
            <a:pPr marL="0" indent="0">
              <a:buNone/>
            </a:pPr>
            <a:r>
              <a:rPr lang="en-GB" sz="2000" noProof="0" dirty="0"/>
              <a:t>[2]: T. G. Cowling, The electrical conductivity of an ionized gas in a magnetic field, with applications to the solar atmosphere and the ionosphere, Proc. A </a:t>
            </a:r>
            <a:r>
              <a:rPr lang="en-GB" sz="2000" b="1" noProof="0" dirty="0"/>
              <a:t>183</a:t>
            </a:r>
            <a:r>
              <a:rPr lang="en-GB" sz="2000" noProof="0" dirty="0"/>
              <a:t>, 453 (1945).</a:t>
            </a:r>
          </a:p>
          <a:p>
            <a:pPr marL="0" indent="0">
              <a:buNone/>
            </a:pPr>
            <a:endParaRPr lang="en-GB" sz="2000" noProof="0" dirty="0"/>
          </a:p>
        </p:txBody>
      </p:sp>
    </p:spTree>
    <p:extLst>
      <p:ext uri="{BB962C8B-B14F-4D97-AF65-F5344CB8AC3E}">
        <p14:creationId xmlns:p14="http://schemas.microsoft.com/office/powerpoint/2010/main" val="23265246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9A5647-C4A9-AA24-0F75-5527236F72AB}"/>
              </a:ext>
            </a:extLst>
          </p:cNvPr>
          <p:cNvSpPr>
            <a:spLocks noGrp="1"/>
          </p:cNvSpPr>
          <p:nvPr>
            <p:ph type="ctrTitle"/>
          </p:nvPr>
        </p:nvSpPr>
        <p:spPr>
          <a:xfrm>
            <a:off x="2060722" y="2164611"/>
            <a:ext cx="8070556" cy="2528778"/>
          </a:xfrm>
        </p:spPr>
        <p:txBody>
          <a:bodyPr anchor="ctr">
            <a:normAutofit/>
          </a:bodyPr>
          <a:lstStyle/>
          <a:p>
            <a:pPr algn="ctr"/>
            <a:r>
              <a:rPr lang="en-GB" sz="6000" noProof="0" dirty="0"/>
              <a:t>Grazie per </a:t>
            </a:r>
            <a:r>
              <a:rPr lang="en-GB" sz="6000" noProof="0" dirty="0" err="1"/>
              <a:t>l’attenzione</a:t>
            </a:r>
            <a:endParaRPr lang="en-GB" sz="6000" noProof="0" dirty="0"/>
          </a:p>
        </p:txBody>
      </p:sp>
    </p:spTree>
    <p:extLst>
      <p:ext uri="{BB962C8B-B14F-4D97-AF65-F5344CB8AC3E}">
        <p14:creationId xmlns:p14="http://schemas.microsoft.com/office/powerpoint/2010/main" val="1653933529"/>
      </p:ext>
    </p:extLst>
  </p:cSld>
  <p:clrMapOvr>
    <a:masterClrMapping/>
  </p:clrMapOvr>
</p:sld>
</file>

<file path=ppt/theme/theme1.xml><?xml version="1.0" encoding="utf-8"?>
<a:theme xmlns:a="http://schemas.openxmlformats.org/drawingml/2006/main" name="Vista">
  <a:themeElements>
    <a:clrScheme name="Blu caldo">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Vista">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sta">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lnDef>
      <a:spPr>
        <a:ln w="19050">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7056</TotalTime>
  <Words>1080</Words>
  <Application>Microsoft Office PowerPoint</Application>
  <PresentationFormat>Widescreen</PresentationFormat>
  <Paragraphs>140</Paragraphs>
  <Slides>20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20</vt:i4>
      </vt:variant>
    </vt:vector>
  </HeadingPairs>
  <TitlesOfParts>
    <vt:vector size="27" baseType="lpstr">
      <vt:lpstr>Arial</vt:lpstr>
      <vt:lpstr>Calibri</vt:lpstr>
      <vt:lpstr>Cambria Math</vt:lpstr>
      <vt:lpstr>Century Schoolbook</vt:lpstr>
      <vt:lpstr>Wingdings</vt:lpstr>
      <vt:lpstr>Wingdings 2</vt:lpstr>
      <vt:lpstr>Vista</vt:lpstr>
      <vt:lpstr>Gamma-ray burst classification</vt:lpstr>
      <vt:lpstr>Index</vt:lpstr>
      <vt:lpstr>The Gamma Ray Bursts (GRBs)</vt:lpstr>
      <vt:lpstr>Classification on log⁡(T_90 ): data</vt:lpstr>
      <vt:lpstr>Classification on log⁡(T_90 ): model</vt:lpstr>
      <vt:lpstr>Classification on log⁡(T_90 ): Bayes theorem</vt:lpstr>
      <vt:lpstr>Classification on log⁡(T_90 ): Prior</vt:lpstr>
      <vt:lpstr>Classification on log⁡(T_90 ): Likelihood</vt:lpstr>
      <vt:lpstr>Sample the posterior: Metropolis-Hasting</vt:lpstr>
      <vt:lpstr>Sample the posterior: Metropolis-Hasting</vt:lpstr>
      <vt:lpstr>Sample the posterior: Metropolis-Hasting</vt:lpstr>
      <vt:lpstr>Classification on log⁡(T_90 ): traces</vt:lpstr>
      <vt:lpstr>Classification on log⁡(T_90 ): autocorrelation</vt:lpstr>
      <vt:lpstr>Classification on log⁡(T_90 ): marginals </vt:lpstr>
      <vt:lpstr>Presentazione standard di PowerPoint</vt:lpstr>
      <vt:lpstr>Classification on log⁡(T_90 ): final model </vt:lpstr>
      <vt:lpstr>Classification on log⁡(T_90 ) with errors </vt:lpstr>
      <vt:lpstr>Conclusions</vt:lpstr>
      <vt:lpstr>Bibliografia</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Andrea Marcone</dc:creator>
  <cp:lastModifiedBy>Andrea Marcone</cp:lastModifiedBy>
  <cp:revision>70</cp:revision>
  <cp:lastPrinted>2026-04-03T15:43:58Z</cp:lastPrinted>
  <dcterms:created xsi:type="dcterms:W3CDTF">2025-03-06T14:22:57Z</dcterms:created>
  <dcterms:modified xsi:type="dcterms:W3CDTF">2026-04-03T15:44:23Z</dcterms:modified>
</cp:coreProperties>
</file>